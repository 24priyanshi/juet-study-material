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60" r:id="rId5"/>
    <p:sldId id="261" r:id="rId6"/>
    <p:sldId id="262" r:id="rId7"/>
    <p:sldId id="265" r:id="rId8"/>
    <p:sldId id="266" r:id="rId9"/>
    <p:sldId id="267" r:id="rId10"/>
    <p:sldId id="263" r:id="rId11"/>
    <p:sldId id="264" r:id="rId12"/>
    <p:sldId id="268" r:id="rId13"/>
    <p:sldId id="275" r:id="rId14"/>
    <p:sldId id="269" r:id="rId15"/>
    <p:sldId id="259" r:id="rId16"/>
    <p:sldId id="276" r:id="rId17"/>
    <p:sldId id="277" r:id="rId18"/>
    <p:sldId id="270" r:id="rId19"/>
    <p:sldId id="271" r:id="rId20"/>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2" autoAdjust="0"/>
    <p:restoredTop sz="94660"/>
  </p:normalViewPr>
  <p:slideViewPr>
    <p:cSldViewPr snapToGrid="0" showGuides="1">
      <p:cViewPr varScale="1">
        <p:scale>
          <a:sx n="62" d="100"/>
          <a:sy n="62" d="100"/>
        </p:scale>
        <p:origin x="828"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3E09FD-4FFF-4420-B8DF-6273BAD0F49C}" type="doc">
      <dgm:prSet loTypeId="urn:microsoft.com/office/officeart/2005/8/layout/venn2" loCatId="relationship" qsTypeId="urn:microsoft.com/office/officeart/2005/8/quickstyle/simple1" qsCatId="simple" csTypeId="urn:microsoft.com/office/officeart/2005/8/colors/colorful4" csCatId="colorful" phldr="1"/>
      <dgm:spPr/>
      <dgm:t>
        <a:bodyPr/>
        <a:lstStyle/>
        <a:p>
          <a:endParaRPr lang="en-IN"/>
        </a:p>
      </dgm:t>
    </dgm:pt>
    <dgm:pt modelId="{47EC9DDF-D2BD-4B0A-B930-93CFE49BB60F}">
      <dgm:prSet phldrT="[Text]" custT="1"/>
      <dgm:spPr/>
      <dgm:t>
        <a:bodyPr/>
        <a:lstStyle/>
        <a:p>
          <a:r>
            <a:rPr lang="en-IN" sz="4800" dirty="0"/>
            <a:t>AI</a:t>
          </a:r>
        </a:p>
      </dgm:t>
    </dgm:pt>
    <dgm:pt modelId="{9A24E40E-5F95-403E-97C3-46A17F5388DC}" type="parTrans" cxnId="{C65C4AA9-723A-4B9A-886B-2334BDE8F018}">
      <dgm:prSet/>
      <dgm:spPr/>
      <dgm:t>
        <a:bodyPr/>
        <a:lstStyle/>
        <a:p>
          <a:endParaRPr lang="en-IN"/>
        </a:p>
      </dgm:t>
    </dgm:pt>
    <dgm:pt modelId="{8057B53F-EFE0-4F08-8C08-EC06FA5E16EC}" type="sibTrans" cxnId="{C65C4AA9-723A-4B9A-886B-2334BDE8F018}">
      <dgm:prSet/>
      <dgm:spPr/>
      <dgm:t>
        <a:bodyPr/>
        <a:lstStyle/>
        <a:p>
          <a:endParaRPr lang="en-IN"/>
        </a:p>
      </dgm:t>
    </dgm:pt>
    <dgm:pt modelId="{2E361A94-AD56-4901-86BB-4DEEDE17233C}">
      <dgm:prSet phldrT="[Text]" custT="1"/>
      <dgm:spPr/>
      <dgm:t>
        <a:bodyPr/>
        <a:lstStyle/>
        <a:p>
          <a:r>
            <a:rPr lang="en-IN" sz="3200" dirty="0"/>
            <a:t>ML</a:t>
          </a:r>
        </a:p>
      </dgm:t>
    </dgm:pt>
    <dgm:pt modelId="{B1D928BE-5EBD-4A59-B397-168E8AA13A63}" type="parTrans" cxnId="{FC08FB63-B07B-465A-8F0F-27791F29B66A}">
      <dgm:prSet/>
      <dgm:spPr/>
      <dgm:t>
        <a:bodyPr/>
        <a:lstStyle/>
        <a:p>
          <a:endParaRPr lang="en-IN"/>
        </a:p>
      </dgm:t>
    </dgm:pt>
    <dgm:pt modelId="{47735F6A-A9E5-4CDB-BF4E-8358F9637733}" type="sibTrans" cxnId="{FC08FB63-B07B-465A-8F0F-27791F29B66A}">
      <dgm:prSet/>
      <dgm:spPr/>
      <dgm:t>
        <a:bodyPr/>
        <a:lstStyle/>
        <a:p>
          <a:endParaRPr lang="en-IN"/>
        </a:p>
      </dgm:t>
    </dgm:pt>
    <dgm:pt modelId="{0172255E-FF43-44B9-80F8-3019BA7A7205}">
      <dgm:prSet phldrT="[Text]" custT="1"/>
      <dgm:spPr/>
      <dgm:t>
        <a:bodyPr/>
        <a:lstStyle/>
        <a:p>
          <a:r>
            <a:rPr lang="en-IN" sz="3200" dirty="0"/>
            <a:t>DL</a:t>
          </a:r>
        </a:p>
      </dgm:t>
    </dgm:pt>
    <dgm:pt modelId="{4183A8D2-0D31-451C-BD29-5C574E21055B}" type="parTrans" cxnId="{DD6D53DC-309B-4F79-8370-522640900516}">
      <dgm:prSet/>
      <dgm:spPr/>
      <dgm:t>
        <a:bodyPr/>
        <a:lstStyle/>
        <a:p>
          <a:endParaRPr lang="en-IN"/>
        </a:p>
      </dgm:t>
    </dgm:pt>
    <dgm:pt modelId="{729B3410-6C7A-4CC7-9219-B13FF87A9F7E}" type="sibTrans" cxnId="{DD6D53DC-309B-4F79-8370-522640900516}">
      <dgm:prSet/>
      <dgm:spPr/>
      <dgm:t>
        <a:bodyPr/>
        <a:lstStyle/>
        <a:p>
          <a:endParaRPr lang="en-IN"/>
        </a:p>
      </dgm:t>
    </dgm:pt>
    <dgm:pt modelId="{3214C72E-4ECA-493F-96A4-8A7DC32E0DD2}" type="pres">
      <dgm:prSet presAssocID="{DD3E09FD-4FFF-4420-B8DF-6273BAD0F49C}" presName="Name0" presStyleCnt="0">
        <dgm:presLayoutVars>
          <dgm:chMax val="7"/>
          <dgm:resizeHandles val="exact"/>
        </dgm:presLayoutVars>
      </dgm:prSet>
      <dgm:spPr/>
    </dgm:pt>
    <dgm:pt modelId="{9907F6AA-88FE-4696-9D2E-158CECB2AB6F}" type="pres">
      <dgm:prSet presAssocID="{DD3E09FD-4FFF-4420-B8DF-6273BAD0F49C}" presName="comp1" presStyleCnt="0"/>
      <dgm:spPr/>
    </dgm:pt>
    <dgm:pt modelId="{FFA66CFF-741E-4E47-99B3-8B0353C35AEA}" type="pres">
      <dgm:prSet presAssocID="{DD3E09FD-4FFF-4420-B8DF-6273BAD0F49C}" presName="circle1" presStyleLbl="node1" presStyleIdx="0" presStyleCnt="3"/>
      <dgm:spPr/>
    </dgm:pt>
    <dgm:pt modelId="{4EECB09B-545C-4241-9F1D-BAF106BF711C}" type="pres">
      <dgm:prSet presAssocID="{DD3E09FD-4FFF-4420-B8DF-6273BAD0F49C}" presName="c1text" presStyleLbl="node1" presStyleIdx="0" presStyleCnt="3">
        <dgm:presLayoutVars>
          <dgm:bulletEnabled val="1"/>
        </dgm:presLayoutVars>
      </dgm:prSet>
      <dgm:spPr/>
    </dgm:pt>
    <dgm:pt modelId="{17667D7D-BD5E-4977-B134-351AF9798032}" type="pres">
      <dgm:prSet presAssocID="{DD3E09FD-4FFF-4420-B8DF-6273BAD0F49C}" presName="comp2" presStyleCnt="0"/>
      <dgm:spPr/>
    </dgm:pt>
    <dgm:pt modelId="{AD021473-919E-4480-8AE8-07406426E686}" type="pres">
      <dgm:prSet presAssocID="{DD3E09FD-4FFF-4420-B8DF-6273BAD0F49C}" presName="circle2" presStyleLbl="node1" presStyleIdx="1" presStyleCnt="3"/>
      <dgm:spPr/>
    </dgm:pt>
    <dgm:pt modelId="{B2C60817-02C2-4529-A46B-C49C1BDE1919}" type="pres">
      <dgm:prSet presAssocID="{DD3E09FD-4FFF-4420-B8DF-6273BAD0F49C}" presName="c2text" presStyleLbl="node1" presStyleIdx="1" presStyleCnt="3">
        <dgm:presLayoutVars>
          <dgm:bulletEnabled val="1"/>
        </dgm:presLayoutVars>
      </dgm:prSet>
      <dgm:spPr/>
    </dgm:pt>
    <dgm:pt modelId="{1069D7FE-242C-428E-9941-C6963410BF96}" type="pres">
      <dgm:prSet presAssocID="{DD3E09FD-4FFF-4420-B8DF-6273BAD0F49C}" presName="comp3" presStyleCnt="0"/>
      <dgm:spPr/>
    </dgm:pt>
    <dgm:pt modelId="{8365917F-C107-46CE-B466-1DD9CE36A4B4}" type="pres">
      <dgm:prSet presAssocID="{DD3E09FD-4FFF-4420-B8DF-6273BAD0F49C}" presName="circle3" presStyleLbl="node1" presStyleIdx="2" presStyleCnt="3"/>
      <dgm:spPr/>
    </dgm:pt>
    <dgm:pt modelId="{2B4B9DF5-7CBF-46EC-BE2E-661EC2B4240C}" type="pres">
      <dgm:prSet presAssocID="{DD3E09FD-4FFF-4420-B8DF-6273BAD0F49C}" presName="c3text" presStyleLbl="node1" presStyleIdx="2" presStyleCnt="3">
        <dgm:presLayoutVars>
          <dgm:bulletEnabled val="1"/>
        </dgm:presLayoutVars>
      </dgm:prSet>
      <dgm:spPr/>
    </dgm:pt>
  </dgm:ptLst>
  <dgm:cxnLst>
    <dgm:cxn modelId="{8F3ACA04-8C7A-4DEC-B115-C07F6E7ABA88}" type="presOf" srcId="{0172255E-FF43-44B9-80F8-3019BA7A7205}" destId="{2B4B9DF5-7CBF-46EC-BE2E-661EC2B4240C}" srcOrd="1" destOrd="0" presId="urn:microsoft.com/office/officeart/2005/8/layout/venn2"/>
    <dgm:cxn modelId="{25EF201D-0224-4921-97C3-1891966C391B}" type="presOf" srcId="{2E361A94-AD56-4901-86BB-4DEEDE17233C}" destId="{AD021473-919E-4480-8AE8-07406426E686}" srcOrd="0" destOrd="0" presId="urn:microsoft.com/office/officeart/2005/8/layout/venn2"/>
    <dgm:cxn modelId="{192CB838-FB26-4AF1-BC07-30B8FEA6B3A8}" type="presOf" srcId="{0172255E-FF43-44B9-80F8-3019BA7A7205}" destId="{8365917F-C107-46CE-B466-1DD9CE36A4B4}" srcOrd="0" destOrd="0" presId="urn:microsoft.com/office/officeart/2005/8/layout/venn2"/>
    <dgm:cxn modelId="{FC08FB63-B07B-465A-8F0F-27791F29B66A}" srcId="{DD3E09FD-4FFF-4420-B8DF-6273BAD0F49C}" destId="{2E361A94-AD56-4901-86BB-4DEEDE17233C}" srcOrd="1" destOrd="0" parTransId="{B1D928BE-5EBD-4A59-B397-168E8AA13A63}" sibTransId="{47735F6A-A9E5-4CDB-BF4E-8358F9637733}"/>
    <dgm:cxn modelId="{C65C4AA9-723A-4B9A-886B-2334BDE8F018}" srcId="{DD3E09FD-4FFF-4420-B8DF-6273BAD0F49C}" destId="{47EC9DDF-D2BD-4B0A-B930-93CFE49BB60F}" srcOrd="0" destOrd="0" parTransId="{9A24E40E-5F95-403E-97C3-46A17F5388DC}" sibTransId="{8057B53F-EFE0-4F08-8C08-EC06FA5E16EC}"/>
    <dgm:cxn modelId="{FA2D57AE-9D5C-432D-8D75-B7FBDF610265}" type="presOf" srcId="{DD3E09FD-4FFF-4420-B8DF-6273BAD0F49C}" destId="{3214C72E-4ECA-493F-96A4-8A7DC32E0DD2}" srcOrd="0" destOrd="0" presId="urn:microsoft.com/office/officeart/2005/8/layout/venn2"/>
    <dgm:cxn modelId="{14AC80CD-DB74-4668-94C2-D73586DAF0FE}" type="presOf" srcId="{47EC9DDF-D2BD-4B0A-B930-93CFE49BB60F}" destId="{4EECB09B-545C-4241-9F1D-BAF106BF711C}" srcOrd="1" destOrd="0" presId="urn:microsoft.com/office/officeart/2005/8/layout/venn2"/>
    <dgm:cxn modelId="{DD6D53DC-309B-4F79-8370-522640900516}" srcId="{DD3E09FD-4FFF-4420-B8DF-6273BAD0F49C}" destId="{0172255E-FF43-44B9-80F8-3019BA7A7205}" srcOrd="2" destOrd="0" parTransId="{4183A8D2-0D31-451C-BD29-5C574E21055B}" sibTransId="{729B3410-6C7A-4CC7-9219-B13FF87A9F7E}"/>
    <dgm:cxn modelId="{3DD5CFEC-1092-4458-9A5B-41F3149301CB}" type="presOf" srcId="{2E361A94-AD56-4901-86BB-4DEEDE17233C}" destId="{B2C60817-02C2-4529-A46B-C49C1BDE1919}" srcOrd="1" destOrd="0" presId="urn:microsoft.com/office/officeart/2005/8/layout/venn2"/>
    <dgm:cxn modelId="{E1E38CF8-BE93-497B-87A2-0736793FFECA}" type="presOf" srcId="{47EC9DDF-D2BD-4B0A-B930-93CFE49BB60F}" destId="{FFA66CFF-741E-4E47-99B3-8B0353C35AEA}" srcOrd="0" destOrd="0" presId="urn:microsoft.com/office/officeart/2005/8/layout/venn2"/>
    <dgm:cxn modelId="{1198411C-5E91-47DA-AD80-C189FCC75F2E}" type="presParOf" srcId="{3214C72E-4ECA-493F-96A4-8A7DC32E0DD2}" destId="{9907F6AA-88FE-4696-9D2E-158CECB2AB6F}" srcOrd="0" destOrd="0" presId="urn:microsoft.com/office/officeart/2005/8/layout/venn2"/>
    <dgm:cxn modelId="{8F53B332-B92B-4B31-81E6-B4A4776D2979}" type="presParOf" srcId="{9907F6AA-88FE-4696-9D2E-158CECB2AB6F}" destId="{FFA66CFF-741E-4E47-99B3-8B0353C35AEA}" srcOrd="0" destOrd="0" presId="urn:microsoft.com/office/officeart/2005/8/layout/venn2"/>
    <dgm:cxn modelId="{FE51D69A-8E74-4B04-ADE4-FDCD115BFE8A}" type="presParOf" srcId="{9907F6AA-88FE-4696-9D2E-158CECB2AB6F}" destId="{4EECB09B-545C-4241-9F1D-BAF106BF711C}" srcOrd="1" destOrd="0" presId="urn:microsoft.com/office/officeart/2005/8/layout/venn2"/>
    <dgm:cxn modelId="{91F514E3-DED1-4983-8360-3D22B9A47B4E}" type="presParOf" srcId="{3214C72E-4ECA-493F-96A4-8A7DC32E0DD2}" destId="{17667D7D-BD5E-4977-B134-351AF9798032}" srcOrd="1" destOrd="0" presId="urn:microsoft.com/office/officeart/2005/8/layout/venn2"/>
    <dgm:cxn modelId="{92175B1F-D8E4-48BE-9B85-117A6434BA7D}" type="presParOf" srcId="{17667D7D-BD5E-4977-B134-351AF9798032}" destId="{AD021473-919E-4480-8AE8-07406426E686}" srcOrd="0" destOrd="0" presId="urn:microsoft.com/office/officeart/2005/8/layout/venn2"/>
    <dgm:cxn modelId="{89E736DA-B01B-458C-8E7D-A7D4911434E9}" type="presParOf" srcId="{17667D7D-BD5E-4977-B134-351AF9798032}" destId="{B2C60817-02C2-4529-A46B-C49C1BDE1919}" srcOrd="1" destOrd="0" presId="urn:microsoft.com/office/officeart/2005/8/layout/venn2"/>
    <dgm:cxn modelId="{9F48FAFC-3EA6-45F1-AE2C-3048E43D192D}" type="presParOf" srcId="{3214C72E-4ECA-493F-96A4-8A7DC32E0DD2}" destId="{1069D7FE-242C-428E-9941-C6963410BF96}" srcOrd="2" destOrd="0" presId="urn:microsoft.com/office/officeart/2005/8/layout/venn2"/>
    <dgm:cxn modelId="{0C59C173-99B2-4BAD-AED4-3DB0A682A461}" type="presParOf" srcId="{1069D7FE-242C-428E-9941-C6963410BF96}" destId="{8365917F-C107-46CE-B466-1DD9CE36A4B4}" srcOrd="0" destOrd="0" presId="urn:microsoft.com/office/officeart/2005/8/layout/venn2"/>
    <dgm:cxn modelId="{35D5CABC-96C4-4FEB-9F56-B81C7090D3C4}" type="presParOf" srcId="{1069D7FE-242C-428E-9941-C6963410BF96}" destId="{2B4B9DF5-7CBF-46EC-BE2E-661EC2B4240C}"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A66CFF-741E-4E47-99B3-8B0353C35AEA}">
      <dsp:nvSpPr>
        <dsp:cNvPr id="0" name=""/>
        <dsp:cNvSpPr/>
      </dsp:nvSpPr>
      <dsp:spPr>
        <a:xfrm>
          <a:off x="3082131" y="0"/>
          <a:ext cx="4351338" cy="4351338"/>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376" tIns="341376" rIns="341376" bIns="341376" numCol="1" spcCol="1270" anchor="ctr" anchorCtr="0">
          <a:noAutofit/>
        </a:bodyPr>
        <a:lstStyle/>
        <a:p>
          <a:pPr marL="0" lvl="0" indent="0" algn="ctr" defTabSz="2133600">
            <a:lnSpc>
              <a:spcPct val="90000"/>
            </a:lnSpc>
            <a:spcBef>
              <a:spcPct val="0"/>
            </a:spcBef>
            <a:spcAft>
              <a:spcPct val="35000"/>
            </a:spcAft>
            <a:buNone/>
          </a:pPr>
          <a:r>
            <a:rPr lang="en-IN" sz="4800" kern="1200" dirty="0"/>
            <a:t>AI</a:t>
          </a:r>
        </a:p>
      </dsp:txBody>
      <dsp:txXfrm>
        <a:off x="4497403" y="217566"/>
        <a:ext cx="1520792" cy="652700"/>
      </dsp:txXfrm>
    </dsp:sp>
    <dsp:sp modelId="{AD021473-919E-4480-8AE8-07406426E686}">
      <dsp:nvSpPr>
        <dsp:cNvPr id="0" name=""/>
        <dsp:cNvSpPr/>
      </dsp:nvSpPr>
      <dsp:spPr>
        <a:xfrm>
          <a:off x="3626048" y="1087834"/>
          <a:ext cx="3263503" cy="3263503"/>
        </a:xfrm>
        <a:prstGeom prst="ellipse">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IN" sz="3200" kern="1200" dirty="0"/>
            <a:t>ML</a:t>
          </a:r>
        </a:p>
      </dsp:txBody>
      <dsp:txXfrm>
        <a:off x="4497403" y="1291803"/>
        <a:ext cx="1520792" cy="611906"/>
      </dsp:txXfrm>
    </dsp:sp>
    <dsp:sp modelId="{8365917F-C107-46CE-B466-1DD9CE36A4B4}">
      <dsp:nvSpPr>
        <dsp:cNvPr id="0" name=""/>
        <dsp:cNvSpPr/>
      </dsp:nvSpPr>
      <dsp:spPr>
        <a:xfrm>
          <a:off x="4169965" y="2175669"/>
          <a:ext cx="2175669" cy="2175669"/>
        </a:xfrm>
        <a:prstGeom prst="ellipse">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IN" sz="3200" kern="1200" dirty="0"/>
            <a:t>DL</a:t>
          </a:r>
        </a:p>
      </dsp:txBody>
      <dsp:txXfrm>
        <a:off x="4488584" y="2719586"/>
        <a:ext cx="1538430" cy="1087834"/>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1-05-29T17:44:52.81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13345 7598 0,'-18'0'235,"18"16"-220,-16-16-15,16 35 16,0-19-16,0 1 16,0 0-16,0 0 15,16 16 1,2-16 0,-18 0-1,17 0 1,-1-17-16,-16 17 15,17 0-15,0-1 16,0 2 0,0-1-16,16-1 15,-15 18-15,15 0 16,-16-1-16,17-16 16,-1 17-16,-16-17 15,17-1-15,-17 1 16,0-17-1,17 0 1,-34 18-16,33-18 16,-16 0-16,-1 0 31,2 0-31,-1-85 31,-1 68-31,-16-33 16,17 16-16,-17 17 15,0-16-15,0 16 16,0-17-16,0 0 16,0 17-1,0 0-15,0 0 63,0 1-63,-33-1 15,16 0-15,-1 0 16,2 0-16,-1 1 16,-16-1-1,-1-1-15,17-15 16,-17 16-16,0 17 16,1-17-16,15 0 15,2 1-15,-1 16 16,0 0 78,1 0-79,-2 0 16,18 16-15,-16-16-16,-1 17 0,17 0 78,0 0-78</inkml:trace>
  <inkml:trace contextRef="#ctx0" brushRef="#br0" timeOffset="2855.18">14912 8474 0,'0'17'203,"0"0"-188,0 0-15,0 16 16,0-16-16,0 0 16,0 0-16,0 0 15,0-1-15,0 2 16,17-1-1,-17-1-15,17 1 16,-17 17-16,16-1 16,-16 1-1,17-17-15,1-17 16,-2 34-16,-16-18 16,17-16-16,16 18 15,-15 15-15,-1-16 16,-1-17-16,1 0 78,-1 0-78,19-33 16,-19-2-16,19 19 15,-35-1-15,16-17 16,1 34-16,-17-17 78,0-16-78,0 16 16,0 0-16,0 0 15,0 0-15,0 1 16,-17-1-1,17-1-15,-16 2 16,16-1 0,-18 0-16,1 17 15,17-17 17,-16 0-17,-1 1 1,-1 16 15,-15-17-15,17 17-16,-1-17 15,17 0-15,-18 17 16,2 0-16,-1 0 78,-16 0-78,33 17 16,0 0-1,-18 0-15,1-1 16,17 1-16,0 0 16,0 0 77,0 0-77,0-1 0</inkml:trace>
  <inkml:trace contextRef="#ctx0" brushRef="#br0" timeOffset="4677.91">16513 9452 0,'17'0'47,"-1"0"0,-16 17-47,17-17 15,-17 16-15,0 1 16,0 0-16,0 0 16,0 0-16,0-1 15,18 1 1,-18 0-1,0 0 1,0 0-16,16-17 16,-16 17-1,17-17 1,0 0 0,-1 0-1,2 0-15,-1 0 16,-1-17-1,-16 0 1,17 17-16,0-17 16,0 0-1,0 0 17,-17 1-32,16 16 15,-16-17-15,17 0 31,-17 0-31,18-16 16,-18 16 0,0-1-16,0 2 15,0-1 1,0 0-16,0-17 16,0 1-1,-18-1-15,18 17 31,-50 0-15,33 1 0,-17 16-16,18 0 15,-1 0 1,-1 0 0,-15 0-1,16 16-15,1 1 16,-19 0-16,19-17 15,16 17 1,-17 0 0,1 0-1,16-1-15,-18 1 16,18 0 0,0 0-1,0 0 1,0-1-16,0 2 15,18-1 1,-2-1-16,1 1 16,-1-17 46,-16-17-31,0 34-15,-33 17-16</inkml:trace>
  <inkml:trace contextRef="#ctx0" brushRef="#br0" timeOffset="9751.79">19327 9469 0,'0'16'172,"0"1"-156,0 0-1,0 0-15,0 0 16,0 16 0,0 1-1,0-17-15,0 0 16,0-1-1,0 2-15,0-1 16,0-1-16,18-16 16,-18 17-16,16 0 15,-16 0-15,0 16 16,0-16 0,17-17-1,-17 17 1,16-17-16,-16 17 15,17-17-15,-17 17 32,34-17-32,-17 0 15,0 0 1,0 0 0,-17-34-16,0 0 15,17 1 1,-17 16-16,17 0 15,-17 0-15,16 1 16,-16-1-16,0-1 16,17-15-1,-17 16 1,0 0 0,0 0-16,0 0 15,17 17-15,-17-16 31,0-1-15,0 0 0,0 0-1,-17 0-15,-16 1 16,33-1-16,-17-1 16,17 2-16,-17 16 125,0 0-63,-17 0-46,18 16-1,-2-16-15,1 18 16,1-1-16,-1-17 16,1 0-1,-2 0 95</inkml:trace>
  <inkml:trace contextRef="#ctx0" brushRef="#br0" timeOffset="12573.14">20001 10934 0,'0'35'125,"0"-2"-109,0-17-1,17 19-15,-17-2 0,17-33 16,-17 34-16,17-17 16,0 0-16,0 17 15,-17-18 1,0 1-1,16-17-15,1 0 16,1 0-16,-2 0 16,1 0-1,16 0 1,-15 0-16,-2-17 47,1-17-32,-17 18-15,17-1 16,-17 0 0,0 0-16,0 0 31,0-16-31,0-2 16,0 19-1,0-1 1,0 1-16,0-1 15,-17-17-15,0 34 16,17-17 0,0 0-1,-16 17-15,-19-17 16,19 17 0,-17 0-16,-2 0 31,19 0-31,-1 0 15,0 0 1,0 17 0,-17 0-16,0 0 15,18-17-15,-18 16 16,18 2-16,-2-18 16,18 17-16,-17-17 15,-16 16 1,16 17-1,-17 2-15,1-19 16,-1 18-16,0 0 16,18-1-16,-19 18 15</inkml:trace>
  <inkml:trace contextRef="#ctx0" brushRef="#br0" timeOffset="15889.77">20288 12282 0,'17'35'109,"-17"-2"-93,0-16-16,17 17 16,-1-1-16,-16-15 15,0 15-15,17 0 16,1-33-16,-18 18 15,16 15-15,17 18 16,-16-34 0,1-1-16,-2 1 15,18-17 1,-34 18-16,34-18 16,-1 0-16,-16 0 15,17 0-15,-1 0 16,-16-35 15,-17 19-31,0-19 16,0 2-16,0-18 15,0 18-15,-17-18 16,1 34-16,-18-16 16,17-1-16,17 17 15,-17 17-15,1-33 16,-18-1-1,17 0-15,-17 18 16,18-2-16,-19 2 16,19-18-1,-17 34-15,33-17 16,-18 17-16,1 0 78,-16 17-15,16 0-63,17 0 15,-34-1-15,34 2 16,-17-2-16,17 1 15,-16 0-15,16-1 32</inkml:trace>
  <inkml:trace contextRef="#ctx0" brushRef="#br0" timeOffset="18496.4">22310 10462 0,'0'18'78,"0"-1"-78,0-1 31,0 1-31,0 0 16,17 50-1,0-67 1,0 0 46,16 0-46,-16 0-16,0-17 31,0 1-15,0 16 0,-17-17-16,0 0 15,0 0-15,0 0 16,0 1-1,0-1 17,0-1-17,0 2 1,0-18 0,0 18-1,0-2 1,0 2-16,0-18 15,0 17 1,0 0 0,0 0-1,0 1 48,0-19-48,0 19 1,-17 16 0,0 0 77,17-17-77,-17 17 31,0 0-16,1 17-31,-1-1 16,0 2-16,0 15 15,0-16-15,17 17 16,-17 0-16,17-18 16,-16 2-1,16-2 1,0 1-16,0 0 16,0-1-16,0 2 15,0-1-15,0-1 16,0 1-1</inkml:trace>
  <inkml:trace contextRef="#ctx0" brushRef="#br0" timeOffset="20814.09">23777 9216 0,'0'17'172,"0"-1"-172,0 1 15,0 17 1,0-17-16,0 0 16,16-17-1,17 16 1,-15-16-16,15 0 16,1 17-16,-17-17 15,17 0-15,-18 0 47,1 0-31,17 0-1,-17 0 1,-17-17-16,16 17 31,-16-16-15,18-1-16,-18 0 15,0 0-15,0 0 16,0 0-16,0 1 16,0-1-16,0-17 15,0 17-15,0-16 16,-18 15-16,2-15 16,16 16-1,0 0-15,-33 17 110,15 17-64,18 0-30,-17-17 47,1 17-63,-1 17 15,0-17 1,-17 16-16,34-17 15,-17 2-15,1 15 16,16-16-16,0 17 16,0-17-16</inkml:trace>
  <inkml:trace contextRef="#ctx0" brushRef="#br0" timeOffset="22194.14">25192 12198 0,'0'34'94,"0"0"-94,-17 0 16,17-17-16,-17 16 15,17-16-15,0 0 16,0 16-1,0-16-15,0 17 16,17 0-16,0-18 16,0 19-16,0-2 15,-17-17-15,33 2 16,1-1-16,-17-1 16,17-16-16,-1 0 15,-16 17-15,0-17 16,17 0-16,-18 0 15,18 0-15,-17-17 16,0 17-16,16-16 16,2-1-16,-19-1 15,17-15 1,-15 0 0,-1-1-16,-1 17 15,-16-16 1,0 15-16,0-15 15,0-1-15,0 17 16,0-16-16,0-2 16,0 19-16,-16-18 15,-1 0-15,-1 18 16,18-18-16,-16 0 16,-17 1-16,16 16 15,-17-17-15,17 0 16,0 0-16,-17 34 15,1-16-15,33-1 16,-17 17 31,0 0-47,0 0 16,0 0-1,1 0-15,16 17 47,-17-17-31,17 16-16</inkml:trace>
  <inkml:trace contextRef="#ctx0" brushRef="#br0" timeOffset="23314.12">26237 10429 0,'-17'0'16,"0"0"15,0 17-31,0-1 16,17 19-16,0-2 15,-16-16-15,16 17 16,-17-1-16,17-16 16,0 17-16,0-17 15,0-1-15,0 19 16,0-19 0,0 17-16,17-15 15,-1 15-15,18 1 16,0-17-16,-1 0 15,-15 16-15,15-33 16,-16 18-16,-1-18 16,19 0-1,-35-18 1,16 18-16,1 0 16,0-16-16,-17-1 15,0 0-15,0 0 16,17 0-16,0 0 15,-17-16-15,0 15 32,0-15-32,0 17 15,0-19-15,0 19 16,-34-18-16,0 0 16,1 1-16,15 16 15,-15-17 1,0 1-16,-2-2 15,19 2-15,-18 33 16,0-17-16,1 1 0,33-2 16,-18 18-16,2 0 78,-1 0-63,-34 18-15,35-18 16,-18 16 0,0 18-16</inkml:trace>
  <inkml:trace contextRef="#ctx0" brushRef="#br0" timeOffset="41072.18">11845 3722 0,'17'0'110,"0"16"-79,-17 1-31,0 17 16,16 0-16,1-17 15,-17 17-15,0-18 16,0 18-16,0 0 15,17-34 1,-17 16-16,0 19 16,0-19-16,17 18 15,-17 0-15,17-18 16,-17 18-16,16 0 0,-16-1 16,0-16-1,0 1-15,0 15 16,0 0-1,0-15 1,0-2-16,0 1 16,18 0-16,-18 17 15,0-1 1,0 2-16,17-2 16,-17 0-1,0-15 1,0-2-16,0 1 15,0 0 1,0 17-16,0-1 16,0-16-16,0 17 15,0-17-15,0 16 16,0 1-16,0-17 16,0 17-16,0 0 15,0-18 1,0 1-16,0 17 15,0-17 1,0 16-16,0 1 16,0-17-16,0 17 15,0-17-15,0 16 16,0 1-16,0-17 16,0 16-16,0 2 15,0-19-15,0 17 0,0-15 16,0 15-16,0 1 15,-17-17 1,17 17-16,0-1 16,-18-15-16,2 15 15,-1 0-15,17-15 16,-34 15-16,34 1 16,-17-17-16,1 16 15,-1 1-15,0 0 16,0-18-1,17 52-15,0-51 16,-17 17-16,0-1 16,17-16-16,0 17 15,0-17-15,-16 16 16,-1 1-16,-1 17 16,18-18-16,-16 18 15,-1-17-15,17 17 16,0-18-1,-17-17-15,0 19 16,17-2-16,0-16 16,0 17-16,0-1 15,17-16-15,-17 17 16,17 17-16,-17-34 16,17 16-16,-17 1 15,0-17-15,16 16 16,-16 1-16,0-17 15,18 84 1,-18-67-16,17 33 16,-17 17-16,0-50 15,16 50-15,-16 1 16,34 15-16,-17 19 16,-17-2-16,0-15 15,0 50-15,-17-18 16,0-15-16,-33 99 15,32-151 1,18 1-16,-50 0 16,50 16-16,-17-17 15,17-33-15,-33 84 16,16-34-16,0 34 16,-17 17-16,-16-17 15,32-34-15,-15 17 16,17-50-16,-1-18 15,-17 18 1,-34 67-16,51-34 16,1-33-1,16 0-15,0 15 16,0 19-16,-17 0 16,17-1-16,0-17 15,0-16-15,0-17 16,0 16-16,0-16 15,0-17 1,0 16-16,0 1 16,0-17-16,0 16 0,0 18 15,0-18-15,17 18 16,-17-18-16,16 2 16,-16 32-16,0 1 15,0-2-15,17-48 16,0 32-16,0-16 15,-17-17 1,17 67-16,0-33 16,-1 50-16,2-17 15,15 17-15,-16-17 16,34 51-16,-51-102 16,16 18-16,-16-17 15,0-17-15,17 17 16,-17 0-16,0-1 15,17 0 1,-17 2-16,0-19 16,17 18-16,17 17 15,-34-17-15,0-18 16,0 18-16,0 0 16,0-17-16,0 33 15,0-16-15,0 17 16,0-1-16,0 34 15,0-17 1,16 1-16,1-17 16,0-18-16,17 68 15,-18-17-15,2-16 16,-1 16-16,-1 18 16,1-52-16,-17 17 15,34 1-15,-34-1 16,17-33-16,-17 67 15,33 0 1,-33-17-16,17 34 16,34 34-16,-51-101 15,0-18-15,0 1 16,0-1-16,16-16 16,-16 1-16,0 15 15,0-16-15,0 34 16,0 16-16,0 17 15,0-50 1,0 0-16,0-17 16,0-1-16,0 1 15,0 0-15,-16-17 235,-1 0-204,17-17-31,-17 17 62,0 0-46,17 17-16,-17 0 16,1-17-16</inkml:trace>
  <inkml:trace contextRef="#ctx0" brushRef="#br0" timeOffset="43335.84">10800 14305 0,'0'0'0,"17"0"31,0 0-15,16 17-16,1-1 16,-17 2-16,16-1 15,2-1-15,-19-16 16,35 0-16,33 0 16,34 0-16,17 0 15,17 34-15,67-17 16,-68 16-16,-66-33 15,-18 0-15,-17 0 16,-33 0-16,34 0 16,-18 0-16,35 0 15,-1 0-15,-33 0 16,51 0-16,-35 0 16,68 0-16,51 0 15,32-33-15,-32 16 16,0-33-16,-1 15 15,-16 19-15,-34-18 16,-34 34 0,-17 0-16,1 0 15,33 17-15,169 0 16,-136-17-16,1 0 16,17 0-16,-34-50 15,0 15-15,17-14 16,-51 31-16,34 1 15,-34 17-15,18-16 16,-18 16 0,33 0-16,-32 0 15,33 0-15,219 0 16,-169 0-16,-33 0 16,17 0-16,17 0 15,-34 0-15,-18 0 16,2 0-16,-35 0 15,0 0-15,-34 0 16,-16-17 0,-17 17-16,50 0 15,34 0-15,18 0 16,15 0-16,68 0 0,-33 17 16,-51-1-16,-33-16 15,-36 0-15,-14 0 16,-2 0-1,18 0-15,-1 0 16,68 17 0,34 17-16,16 16 15,1 1-15,151 0 16,-202-18-16,-51-33 16,1 17-16,-34-17 15,-18 0-15,69 17 16,15 17-16,-15-18 15,33 1-15,51 1 16,-1-18 0,35 0-16,15 0 15,-49 0-15,0 0 16,-52 0-16,2 16 16,-35-16-16,33 0 0,-33 0 15,68 0-15,-33 0 16,49 0-16,-33-16 15,-17-2-15,0 18 16,0 0 0,0 0-16,0 0 15,0 18-15,16-2 16,18 1-16,-17-17 16,-18 0-16,70 0 15,-120 0-15,-17-17 16,51 17-16,-16 0 15,-1 0 1,0 0-16,34 0 16,0 0-16,16 0 15,36 0-15,15 0 16,-50-16-16,101-35 16,-186 51-16,-16 0 15,16 0-15,1 0 16,17-17-16,-19 17 15,53-17 1,-18-17-16,1 34 16,-18 0-16,-34 0 15,-16 0-15,34 0 16,-34 0-16,17 0 16,-1 0-16,-16 0 15,67 0-15,-50 0 16,16-16-16,-15-1 15,-35-1 64,49 2-79,-14-1 15,-19 17-15,1 0 16,0-17-16,0 17 62,0 0-62,0 0 16,33 0-16,-16 0 16,17 0-16,-1 0 15,-16 0-15,-17 0 16,17 17-16,-1-17 15,-16 0-15,17 17 16,-17-17-16,-1 0 31,1 0-15,0 16-16,17-16 16,-18 0-16</inkml:trace>
  <inkml:trace contextRef="#ctx0" brushRef="#br0" timeOffset="59079.52">26793 14794 0,'17'0'16,"17"16"-1,-1 18 1,0 17-16,2-17 16,-19-1-16,18 18 15,0 0-15,17 16 16,-1 0-16,-16 0 15,-1-32-15,1-2 16,0 0-16,-1-15 16,-33-1-16,0-1 125</inkml:trace>
  <inkml:trace contextRef="#ctx0" brushRef="#br0" timeOffset="60341.71">27281 15029 0,'-16'-16'110,"16"-1"-95,-17 1-15,0-2 16,17 1 0,-34 52 265,1-19-281,15 17 15,2-16-15,-1 17 16,0-17 0,1 17-16,-2-17 15,18 16-15,-33 2 16,16-19-16,-17 17 16,17 2-16,1-2 15,-1 0 1,17-15-16,-18-18 15,18 17-15,0-1 16,0 1-16,-16 0 16,16 17-16,-17-34 15,17 33-15,-17-33 16,17 34-16,0 0 16,-16-18-16,-2 18 15,18 0-15,-16-34 16,16 17-16,0 0 15,-17-17-15,17 17 16,0 16-16,-17-15 16,0 15-16,17 0 15,-17-15-15</inkml:trace>
  <inkml:trace contextRef="#ctx0" brushRef="#br0" timeOffset="62007.36">10530 4109 0,'17'0'63,"0"0"-63,0 0 15,0 0 1,0 17-16,-1 0 16,19 0-16,-2 0 15,1 0 1,-17-1-16,-1 1 16,1-17-16,0 34 15,17-17-15,-1 0 16,-16-17-16,-17 34 15,34-1 1,-17-16 0,-1-17-16,2 0 15,-18 17-15,17-17 16,-1 17-16,-16 0 16</inkml:trace>
  <inkml:trace contextRef="#ctx0" brushRef="#br0" timeOffset="63189.89">11053 4076 0,'-17'0'47,"0"17"-16,-16 16-31,33 1 16,-35-17-16,35 16 15,-16 2-15,-1-2 16,0-16 62,17-1-78,0 18 16,-17 0-1,0 0 1,17-1-16,0-16 16,-16 1-16,16 15 15,-17-17-15,0 19 16,0-2-16,0-16 16,17 17-16,-17-1 15,1 1-15,16-17 16,-17 16-16,17-16 15,-18 17-15,18-17 16,0 0-16,-16-17 16,16 17-16,0 0 15,0 0 1,0-1 93,0 1-93,0 0 15,0 0-31,-17 0 16,17-1-1,0 1-15,-16-17 16</inkml:trace>
  <inkml:trace contextRef="#ctx0" brushRef="#br1" timeOffset="154013.84">13463 7514 0,'16'16'16,"2"-16"46,-18 17-15,16-17-47,1 17 16,-17 0-1,17 0-15,-1-17 16,-16 16-16,18 19 0,-1-35 15,-17 16-15,16 1 110,1 0-95,17 17 1,-17-1-16,0-33 16,-17 34-16,16-17 15,18 0-15,-34-1 16,17 2-16,16-1 16,-15-1-16,15 18 15,1 0-15,0-18 16,-18 18-16,19-17 15,-2 0-15,0 0 16,-15-1-16,15 1 16,0 1-1,2-2-15,-35 1 16,16-17-16,1 0 16,0 16-1,0 2 1,0-1-16,0-17 15,-1 0-15,2 16 16,-1 1 0,-1-17-16,1 0 15,-1 17 1,-16 0 0,18-17-16,-18 17 15,17-17 1,-1 0-16,35 50 31,-34-50-31,16 17 16,-15 17-16,15-18 15,-16 2-15,17-1 16,-1 16-16,-16-16 16,17 17-16,-1-1 15,2-33-15,-19 34 16,18 0-16,0 0 15,-1-17-15,-16-1 16,17 18-16,-1-17 16,2 0-16,15 16 15,-16-33 1,-17 34-16,-1-17 16,17-17-16,-33 17 15,18-17-15,15 16 16,-33 2-16,17-18 15,17 17-15,-17-1 16,0 1-16,17-1 16,-18-16-1,1 18-15,0-1 16,17-1 0,-17-16-16,16 17 15,1-17-15,-17 17 16,0 0-16,17-17 15,-34 17-15,33-17 16,0 0-16,-15 17 16,15-1-16,1 2 15,-17-1 1,51 16-16,-35-17 16,-16 2-16,17-1 15,-1-1-15,1 1 16,0-17-1,-1 17 1,-15-17-16,-2 17 16,1 0-16,16 0 15,-15-17-15,15 16 16,0 1-16,-15 0 16,15 0-16,-16-17 15,1 0 32,-18 17 0,16-17-31,34 16 155,18 2-155,-34-18 265,16 17-281,1-17 16,-18 16-16,18-16 16,-34 0-16,17 0 15,-17 0-15,-1 0 16,1 0 78,0 0-79,0 0 1,16 0-16,-16 0 15,34 0-15,-18 0 16,2 17-16,-2-17 16,-16 0-16,0 0 15,0 0-15,-1 0 32,-16 17 124,17-17-125,1 0-31,15 0 16,0 0-16,-15 0 31,-2 17-31,1-17 16,0 0-1,-17 17-15,17-17 16,0 16 31,16-16-32,2 0 1,-19 0-16,1 17 16,16-17-16,-15 0 15,15 17-15,0-17 16,-33 17-16,35-17 15,-19 0-15,1 0 16,17 0-16,-17 0 16,34 0-16,15 0 15,2 0-15,-34 0 16,16 17-16,-16 0 16,-17-17-16,0 0 15,-1 0-15,-16 16 16,18-16-16,-1 0 15,-1 0-15,1 0 16,17 0-16,-17 0 16,-1 0-16,1 0 15,1 0 1,15 0-16,-16 0 16,-1 0-16,18 0 0,-34 18 15,17-18-15,17 0 16,-17 0-1,0 0-15,-1 0 79,1 0-64,1 0-15,-2 0 16,1 0-1,-17 17-15,16-17 16,1 0-16,1 0 16,-2 0-16,1 0 15,0 0-15,17 0 16,-17 16 0,34-16 15,-18 0-31,-17 0 0,1 0 15,1 0 64,-2 0-64,1 0 1,0 0-16,-1 0 31,2 0-31,-1 0 109,-1 0-93,1 0-16,0 17 94,0-17-79,0 0-15,16 0 16,-15 0-16,-2 0 109,1 0-93,0 0-16,-1 0 16,2 0-16,-2 0 15,1 0-15,0 0 16,0 0 62,0 0-62,0 0-1,-1 0-15,1 0 203,1 0-203,-2 0 16,1 0 47,0 0-63,-1 0 15,2 0 79,-2 0-63,1 0-31,0 0 94,0 0-78,0 0-1,0 0 1,-17 17 187,0 0-125,16-17-78,1 0 16,1 0-1,-18 17-15,0-1 172,16-16-156,1 17-16,-17 0 15,33-17 1,-33 17-16,18-17 16,-18 17-16,0 0 15,0-1 32,16-16-16,1 18-15,-17-1-16,17-1 31,-17 1-15,0-1-16,17-16 16,-17 18-1,17-1-15,-17-1 16,0 1-1,0 0 1,17-17 62,-1 17-62,-16 17-16,0-18 15,17 2 79,0 15-78,0-16-1,-17-1-15,17 19 16,-1-19-16,-16 1 16,17 0-16,-17 0 15,18-17 48,-2 17-48,1 0-15,0-1 32,0 18-17,0-17 1,0 16-16,-1-33 16,-16 18-16,17-1 15,-17-1 16,17-16 32,-17 17-47,17 0-1,-17 0-15,17-17 16,-17 17-16,16-1 109,19 1-93,-19 0-1,-16 0-15,17 0 16,-17 0 0,17-17-16,-1 0 15,-16 16 48,0 2-48,18-1 1,-2-1-16,-16 1 0,17-1 16,-17 2-1,0-1 1,17-1 93,0 1-77,-17 0-32,0 0 15,0 0 1,17 0-1,0-17 64,-17 16-64,16 2-15,-16-1 47,17-1-31,1-16-1,-18 33 1,0-15-16,0-1 16,16-1-16,-16 1 15,17 0-15,-17 0 16,0 0-16,16 0 15,-16 17-15,0-18 16,0 1 0,17 0-1,-17-1 1,0 2-16,0-1 16,0-1-1,18 1 1,-18 0-1,0 0-15,0 0 16,0-1-16,0 1 16,16 17-16,-16 0 15,17-34-15,-17 34 16,0-17-16,17-17 16,-17 16-16,0 1 15,0 0 1,0 17-16,0-18 15,0 19-15,17-2 16,-17-16 0,0-1 15,0 2-15,17-1-16,-17-1 31,0 1-31,0-1 15,0 2-15,0-1 16,17-17-16,-17 33 16,0-16-16,16 17 15,-16-17 1,0-1 0,17 2-16,-17-2 15,0 1 1,0 0-16,18-1 15,-18 2-15,0-1 16,16-1 0,-16 18-16,17-34 15,-17 17 1,0 0-16,0 16 16,0-15-16,0-2 15,0 1-15,16 0 16,-16-1-1,0 2 1,17-18 0,-17 17-16,0-1 15,0 1 1,18-17-16,-2 0 47,-16 17-32,17 0-15,-17 16 16,17-16 125,0-17-126,-17 18-15,17-18 16,-17 16 62,17-16 31,-1 0 16,1 0-109,17-16-16,-17 16 16,-17-18-16,16 1 93,19-16-93,-19 33 16,1-34-16,0 1 16,17 16-16,-34-1 15,16-15 1,18 16-16,-17 1 16,-17-2-1,0 2-15,17 16 16,0-17-16,-17 0 15,16 17-15,-16-17 16,17 0 0,1 17-1,-18-17-15,0 1 16,16 16 78,1 0-1,0 0-77,0-17 93,0 17-109,-1-34 16,18 0-16,-17 18 16,0 16-16,-17-18 15,17 2-15,-1 16 47,1 0-16,-17-17-15,18-17-16,-2 17 16,17-16-16,-33 16 15,18-1 1,-1 18-16,-17-16 16,0-1-16,16 1 15,1-1 1,0-1-16,0-15 15,-17 0-15,17 15 16,16 1-16,-33 1 16,17-1-16,0 0 15,0 0-15,-17 0 16,33 1-16,-16-1 16,1-1-16,-2 2 15,18-18-15,0 0 16,-1 1-16,-16-1 15,17 17-15,-1-16 16,-16-2-16,17 2 16,-17 16-16,17-17 15,-17 18-15,-1-1 16,-16 0 0,17 17-16,0-34 78,17 17-78,-34-16 15,33-1-15,-16 1 16,17 33-16,-34-17 0,0-1 16,0 2-1,17 16-15,-1-17 16,2 17-1,-18-17 1,17 0 218,-1-17-218,1 34 0,-17-16 109,17-1-110,-17-1-15,17 18 16,-17-16 140,17-1-156,0 17 16,-17-16-16,0-1 15,16 17 1,-16-18 93,17 18-109,-17-16 16,18 16-16,-18-17 16,16 17-16,1 0 15,-1-17 1,2 0-16,-1 0 0,-1 17 31,1 0 47,0-17-78,17 1 16,-17-1-16,-1 17 16,-16-17-16,17 17 31,0-17 16,0 17-32,0-33 1,-1 16-16,2 17 16,-1-18-1,-17 2-15,16-1 16,18 17-16,-34-17 15,17 1-15,0-2 16,-1 18-16,-16-16 16,17 16-16,0 0 15,-17-17-15,17 17 16,0-17-16,0 17 16,-1-17-16,1 17 15,1-17-15,-2 0 16,18 1-16,-17 16 15,0-17 1,-1 17 0,1-18-16,0 2 15,0 16-15,0-17 16,16-16-16,-16-1 16,1 34-16,15 0 15,-33-17-15,16 0 16,19 0-16,-19 0 15,1 0 1,0 17-16,-17-16 16,17 16-1,0-17 1,0-1-16,-1 2 16,18-1-16,-17-16 15,0-1-15,-1 34 0,2-17 16,-1 0-1,-17 0-15,16 0 16,1-16-16,0 33 16,0-34-16,0 17 15,0 17-15,-17-17 16,16 1-16,1 16 78,0-35-78,-17 19 16,17 16-16,0-17 15,-17 0 1,16 17 109,-16-17-125,18 0 16,-18 0-1,17 17 1,-1-16 46,1-1-46,0 0 15,0 17-15,-17-17-1,0 0-15,17 17 16,-1 0 0,-16-16-16,17 16 15,-17-17 17,17 17-17,0 0-15,-17-18 16,17 18-16,0 0 15,-1-16 1,-16-1-16,18 17 16,-1 0-1,-17-17-15,0 0 63,16 17-63,1-17 15,-1 1-15,2-1 16,-1 17 0,-17-17 15,16 17-31,-16-17 16,17 17-1,0 0 1,-17-17-1,17 17-15,0 0 16,-17-17 0,17 17-16,-1 0 15,-16-16-15,17 16 78,1 0-62,15 0 0,-17 16 124,-16 1-140,0 0 16,18-17 0,-18 17-16,0 0 15,17 0 1,-1-1-16,1 1 15,-17 0 1,0 0 0,0 0-1,17-1-15,-17 19 16,17-35 0,-17 33-16,0 1 15,17-34 1,-17 17-16,0-1 15,17 1 1,-17 0-16,0 0 16,16 0-1,-16 0-15,0-1 16,0 2 0,0-1-16,0-1 15,17 1 1,-17 0-1,0 0-15,0 0 16,0-1-16,17 1 16,-17 0-16,0 0 15,0 0-15,0 0 16,0-1 0,0 2-1,0-1-15,17 16 16,-17-17-16,0 19 15,0-19-15,17 1 16,-17 17-16,16-34 16,-16 17-16,0 0 0,0 17 15,18-34 1,-18 33-16,17-33 16,-17 17-16,16-1 15,-16 2 1,0-1-16,17 16 15,0 1-15,0-17 16,-17 16-16,17-15 0,-17-2 16,0 1-16,0 0 15,16 17-15,18-17 16,-17 16-16,0-16 16,-17 17-1,33-18-15,-15 18 16,-1-34-16,-17 17 15,0 0-15,16 0 16,-16-1-16,34 2 16,-17-1-16,0 16 15,-1 1-15,18-17 16,-34-1-16,17 1 16,-17 0-1,17 17-15,0-17 16,-17-1-16,16 2 15,19-1-15,-19-1 16,-16 17-16,33 2 16,-15-2-16,-1-33 15,-1 34-15,1-17 16,0 0-16,-17 17 16,17-34-1,0 33-15,0-16 16,-17-1-1,0 2-15,16-1 16,2 16-16,-2-16 16,1 17-16,0-1 15,-17-15-15,16-2 16,-16 18-16,0-18 0,18 2 16,-18 15-1,0 1 1,0-17-16,17 16 15,-17 2-15,16-19 16,-16 18-16,0 0 16,17-34-16,-17 33 15,0-16-15,17 17 16,0-1-16,-17-16 16,0 17-16,0 0 15,17-18-15,-17 2 16,0-2-16,17 1 15,-17 0 17,16-1-32,-16 2 15,0-1 1,17-17-16,-17 16 16,0 1-1,0 0 1,17-17-1,0 17-15,-17 0 16,0 0-16,17-17 16,-17 16-1,16 2 1,-16-2 0,0 1-1,0 0 1,18-17-16,-18 16 15,17 2-15,-1-1 16,-16-1 0,0 1 31,17-17-32,0 17 1,-17 0-16,0 16 15,17-16 1,0-17 62,-1 0 16,1 0-32,0 0-46,0-33 0,0 16-16,16-17 15,-15 1-15,-1 16 16,-1-1 0,-16 2-16,17-1 15,-17 0 1,16 1-16,-16-2 15,0-15-15,0 16 16,0 0-16,18 0 16,-18 0-16,17 1 15,-17-1-15,0-1 16,16 2 0,-16-1-16,17 0 31,0 1-31,-17-2 15,17 2-15,0-18 16,0 17-16,-1-17 16,2 18-16,-18-19 15,17 35-15,-17-33 16,16 0-16,1 33 16,-17-34-16,0 17 15,16 0 1,2 1-16,-1-2 15,-17-15-15,0-1 0,16 17 16,1 0-16,0-16 16,0-1-1,0 0-15,16 34 16,-15-16-16,-18-2 16,33 1-16,-16 1 15,-17-1 1,34 0-16,-17 17 15,-1-34-15,18 1 0,0 15 16,-18 2-16,19-18 16,-2 0-16,-16 1 15,-1 16-15,2-17 16,-1 17-16,16 1 16,-16-1-1,-17-1-15,17 2 16,-17-1-16,17 17 15,-17-16-15,16-1 16,1 17-16,17-68 16,-17 51-16,0 0 15,-1-16-15,2 16 16,-1-1 0,-17 2-16,0-1 15,0 1 1,16 16-16,-16-17 15,17-1-15,-17 2 94,-17 16-47,1 0 47,-1 0-79,-1 16 1,2-16 0,-1 0 234,0 18-235,0-18 157,0 17-62,0-1-110,1 1 15,-1 17-15,-17-1 16</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1-05-29T18:39:34.67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brush xml:id="br2">
      <inkml:brushProperty name="width" value="0.05292" units="cm"/>
      <inkml:brushProperty name="height" value="0.05292" units="cm"/>
      <inkml:brushProperty name="color" value="#00B050"/>
    </inkml:brush>
  </inkml:definitions>
  <inkml:trace contextRef="#ctx0" brushRef="#br0">5592 11624 0,'35'18'32,"0"-1"-17,-17 1 1,-1 0 0,1-18-16,0 17 15,-1 1-15,19-1 16,-19 1-16,18 17 15,1-17 1,-1 17-16,-17 1 0,17-1 16,0-17-16,0 17 15,-17 0-15,0-35 16,-1 0 31,1 0-32,0-18-15,17-17 16,0 0-16,1 0 16,-36-1-1,0 19 1,0-19-16,0 1 16,0 17-16,0 1 15,-18-18 63,0 17-78,18 0 63,0 36-1,0 0-62,0 34 16,0 1-16,0-17 16,0-1-16,0 36 15,0-19-15,0 19 16,0 17-16,0 0 15,0-17-15,0 17 16,0 0-16,-17 1 16,-1 34-16,-35 71 15,18-18-15,-18-17 16,18-35-16,-1-71 16,19-36-16,-1-34 62,-17-142-62,17 0 16,-35-17-16,36 52 15,17 36-15,0-18 16,0 71-16,0-18 16,0 0-16,17 18 15,1-1-15,-1 1 16,19 18-1,-36-1-15,17 18 16,1 0 15,35 0-15,35 18-16,36-1 16,-1 1-16,1-18 15,-1 35-15,-17-35 16,-71 0-16,0 0 15,-17 0 17,0 0 30,-18-18 1,-18 1-48,0-36-15,-17 18 16,17-1-16,1 36 16,-18 0-16</inkml:trace>
  <inkml:trace contextRef="#ctx0" brushRef="#br0" timeOffset="728.39">6985 11942 0,'0'-18'94,"18"18"-79,17 0 1,-17 0-16,17 0 16,-18 0-16,1 0 15,0 0-15,-1 0 110,1 0-95,-36 0 79</inkml:trace>
  <inkml:trace contextRef="#ctx0" brushRef="#br0" timeOffset="2155.06">7038 12224 0,'18'0'141,"17"0"-141,-18 0 63,1 0 15,0 0-63,-1 0 48,1 0 15,0 0 78,-18 17-15</inkml:trace>
  <inkml:trace contextRef="#ctx0" brushRef="#br0" timeOffset="3659.53">7620 12012 0,'0'35'125,"0"1"-109,0-1 0,0-17-16,0-1 15,0 18 1,18-35 0,-18 36-16,17-19 15,19 19 1,-36-19-16,17 1 15,18 0-15,-17-1 16,17 18-16,-17-35 16,0 0-16,-1 18 15,1-18 1,0 18 0,17-18-16,0 0 15,-17 0 1,17-18-1,0 18-15,-17-18 16,0 18-16,-1-17 16,1-1-16,0 1 15,-1 17-15,-17-36 16,0 1 0,0 17-16,0 1 15,0-19-15,0 19 16,0-1-16,0 1 15,0-1-15,0 0 16,0 1-16,-17-1 16,-1 0-1,18-17-15,-18 35 16,1-18-16,17 1 16,-18-1-16,0 18 15,1-17 1,-1 17-1,0 0 1,1 0-16,-19 0 16,1 0-16,18 0 15,-19 0-15,19 0 16,-19 0-16,19 0 16,-1 0 62,-17 0-63,0 0 1,17 0-16,18 17 16,0 1-16,-18-18 15,1 17 95,17 1-95,0 17 1,53 1-16</inkml:trace>
  <inkml:trace contextRef="#ctx0" brushRef="#br0" timeOffset="4724.67">8502 12100 0,'-18'18'125,"18"0"-94,18-36 31,0 0-62,-18 1 32,0-1-17,0 0-15,-18 18 125,18 18-125,0 0 16</inkml:trace>
  <inkml:trace contextRef="#ctx0" brushRef="#br0" timeOffset="5736.31">8996 11765 0,'-18'0'31,"-17"18"-15,35-1-16,-35 1 15,17 0-15,18-1 16,-18 1-16,1 17 15,-1 1 1,0-19-16,18 18 0,-17 1 16,17-19-16,0 19 15,0-19-15,0 1 16,0 0-16,0-1 16,0 1-1,0-1-15,0 1 16,0 0-16,0-1 15,35 19-15,-17-1 16,17 0-16,-17 0 16,-1-35-16,19 18 15,-36 0-15,17-18 32,1-36-32,-1 1 15,-17 18 1,0-1-16,0-17 15,0-1 1,0 1 0,0 17-16,0 1 15,0-1-15,-17 1 0,17-19 16,-18 36-16,1 0 31,-1 0-15,-17 0 140,-1 0-140,19 0-16,-19 0 15,1 36-15,18-36 16,-1 17-16</inkml:trace>
  <inkml:trace contextRef="#ctx0" brushRef="#br0" timeOffset="6824">10107 11695 0,'0'0'0,"0"-18"15,-18 18 32,1 0 0,-1 0-47,1 0 16,-1 35-16,-17-17 15,-1-1-15,19 19 16,-1-1-16,18-17 15,-18 17-15,18 0 16,-17-17-16,17 17 16,-18 0-16,18-17 15,0 17-15,0-17 16,0 0 0,0-1-16,18 1 15,-1 17 1,1-35-16,0 35 15,17-17-15,0-18 16,-17 0-16,17 0 16,-17 0-16,17-35 15,-17 17-15,-1-17 16,1 17-16,-18 1 16,0-1-16,0 0 31,-35 18-16,17 0-15,-17 0 16,-18 18-16,35 17 16</inkml:trace>
  <inkml:trace contextRef="#ctx0" brushRef="#br0" timeOffset="7793.68">9366 11730 0,'18'0'32,"17"0"-32,-17 0 15,17 0-15,0 17 16,-17-17-16,17 18 15,-17-18-15,0 0 16,-18 18-16,35 17 63,0-17-63,-17-1 15,-1-17-15,19 36 16,-36-1-16,35-17 15,-17 17-15,-1 0 16,1-17-16,-1 17 16,-17 0-16,0-17 15,0 17 1,0-17-16,0 17 16,0 0-16,0-17 15,-17 17 1,17 1-16,0-19 15,-18 18-15,18-17 16,-17 0-16,17-1 16,-18-17 62,0 0-78,1 0 62,-1 0-46,0 0-16,1 0 16,-19 0-16,1-17 15,18-1-15,-19 18 16,19 0-16,-19 0 15</inkml:trace>
  <inkml:trace contextRef="#ctx0" brushRef="#br0" timeOffset="8837.65">10636 11553 0,'0'0'0,"18"0"15,-18 18-15,18-18 63,-1 35-47,18 36-16,1 17 15,-19-53-15,1 1 16,0 17-16,-1-36 15,-17 19-15,0-1 16,18-18-16,-18 19 16,0-1-16,18-17 15,-18 17-15,0 0 16,17-17-16,1 17 16,-18 0-16,17-17 15,-17 0-15,18-1 16,-18 1-1,0 0-15,0-1 16,-35-17 109,17 0-109,1-35-16,-19 0 15</inkml:trace>
  <inkml:trace contextRef="#ctx0" brushRef="#br0" timeOffset="10050.75">10530 12030 0,'18'0'109,"17"0"-93,-17 0-16,17 0 16,1 0-16,-19 0 15,18 0-15,-17 0 0,17 0 16,1 0-16,-19 0 31,1 0-15,17 0-1,0 0-15,-17 0 16,0 0 0,-1 0 109,19 0-110,-19 0 32</inkml:trace>
  <inkml:trace contextRef="#ctx0" brushRef="#br0" timeOffset="11266.45">11448 11942 0,'17'0'78,"1"17"0,17 18-78,-17 18 16,-1-17-16,-17-19 16,18 19-16,-18-19 15,18 18-15,-1 1 16,1-1-16,0-35 15,-18 18-15,35 17 16,0-17-16,-17-18 16,-1 0-16,19 0 15,-19 0-15,19-36 16,-1 1-16,0 0 16,-17 17-16,0-35 15,17 18-15,-18 0 16,1 17-1,0-17-15,-18 17 16,0 0-16,0-17 16,0 0-16,-36 35 0,-16-71 15,34 54 1,-17-1-16,-1 0 16,19 18-16,-36 0 15,0-17-15,35 17 16,1 0-1,-19 0-15,1 0 16,17 0-16,-17 0 16,0 0-16,0 17 15,35 1-15,-18-18 16,-17 18-16,17-1 16,0 1-1,18 0-15,-17-18 16,17 35-16,-18-17 15,0-18-15,18 35 16,0-18 0,0 1-16,-17-18 15,17 18-15,0-1 16,0 1-16,0 0 16,0-1-1</inkml:trace>
  <inkml:trace contextRef="#ctx0" brushRef="#br0" timeOffset="12122.67">12330 11924 0,'-18'0'31,"18"18"173,0-1-189,-35 18 79,17 1-78</inkml:trace>
  <inkml:trace contextRef="#ctx0" brushRef="#br0" timeOffset="13418.33">12577 11624 0,'17'-18'172,"1"18"-172,-18-17 16,35 17-16,-17 0 16,-1 0-1,1 0 63,0 17-62,-1 19 0,-17-19-16,0 1 15,0 0-15,-17-1 16,-1 18-16,-17 1 15,-1 17-15,1-18 16,0-17-16,35-1 16,-35 19-16,17-36 15,18 35-15,-18-35 16,18 17-16,-17-17 31,52-17 47,-35-1-62,35 18-16,-17 0 16,17-17-16,0-1 15,-17 18-15,17-18 16,-17 18-16,0 0 15,-1 18 17,1-18-32,-18 18 15,18-1-15,-1-17 16,-17 35-16,18 1 16,-18-19-16,0 19 15,0-1-15,0-17 16,0 17-1,0-18-15,0 19 0,-18-1 16,1-35 0,17 35-16,-18 1 0,-17-19 15,-1 18-15,-17 18 16,18-17-16,0-1 16,0 0-16,-1-17 15,1 0-15,17-18 16,1 17-1,-1-17-15,-17 0 16,0 18-16,17-18 16,-17 0-16,-1 0 15,36-18-15,-35 1 16,0 17-16,17-18 16,-17-17-16,0-1 15,-54 19-15,19 17 16,35 17-1,-1 1-15</inkml:trace>
  <inkml:trace contextRef="#ctx0" brushRef="#br0" timeOffset="15692.16">10530 12065 0,'18'0'16,"17"0"0,-17 0-1,0 0 1,-1 0-16,1 0 31,0 0-31,-1 0 16,18 0-16,1 0 15,-1 0 1,-17 0-16,17-18 16,-17 18-16,-1 0 15,1 0 1,-1 0-1,-17-17-15,18 17 16,0 0-16,-1 0 16,1 0-16,0-18 15,-1 18 1,1 0 15,0 0-15,-1 0-1,1 0-15,-18-18 16,-18 18 468,1 0-452,-1 0-17,0 0-15,1 0 110,-1 0 15,0 0-94,1 0-31,-1 0 16,0 0-16,1 0 15,-1 0-15,1 0 172,-1 0-156,0 0 62,1 18-63</inkml:trace>
  <inkml:trace contextRef="#ctx0" brushRef="#br0" timeOffset="23033.78">19103 10548 0,'0'18'203,"0"-1"-203,0 1 16,0 0-16,0-1 78,0 1-63,0 17-15,0-17 16,0 17-16,0-17 16,0 17-1,0-17 1,0-1-16,0 1 16,0 0-16,0-1 31,0 1-31,18-1 15,-18 1 1,0 0-16,0 17 16,17-17-16,-17-1 15,0 1 1,0 0 0,0-1-1,18 1-15,-1 35 16,-17-18-1,0-17-15,18 17 16,-18-17 0,0 17-16,0 0 15,0-17-15,0 35 16,0-36-16,0 1 16,18 0-16,-18-1 15,0 19-15,0-19 16,0 18-16,0-17 15,0 0-15,0 17 16,17 0 0,-17 1-16,0-19 15,0 18-15,0-17 16,0 0-16,0 17 16,18-17-16,-18 17 15,0 18-15,18-35 16,-18 34-16,0 1 15,17 0-15,1 18 16,-18-36-16,18 0 16,-18-17-1,0 17-15,0-17 0,0 17 16,0 0-16,17-17 16,-17 17-16,0 1 15,0-19-15,0 19 16,0-19-16,0 19 15,0-1-15,0-18 16,0 1 0,0 0-16,0-1 15,0 1 1,0 0-16,0 17 16,0-17-16,0 17 15,0 0-15,0-17 16,0 17-16,18-17 15,-18 17-15,0 0 16,17-35 0,-17 35-16,0-17 15,0 17-15,0 1 16,18-19-16,-18 19 16,0-1-16,0-17 15,0 17-15,18 0 16,-18 0-16,0-17 15,0 17-15,0-17 16,0 0 0,0-1-16,0 1 15,0 17 1,0 0 0,0 1-16,0-1 15,0-17 1,0 17-16,0 0 15,0-17-15,0 17 16,0 0-16,0-17 16,0 17-16,0-17 15,0 17-15,0 0 16,0-17 0,17 0-16,-17-1 15,0 1-15,0 17 16,0 1-1,18-1 1,-18-18-16,0 19 16,0-19-1,0 1-15,0 17 16,0-17-16,0 17 16,0 0-16,0-17 15,0 17 1,0-17-16,0 17 15,0-17-15,0 0 16,0-1-16,-18 1 16,18 0-1,0-1-15,-17-17 16,17 18-16,0-1 16,0 1-16,-18 17 15,18-17 1,0 17-16,0 1 15,-18-19-15,18 18 16,0-17 0,0 0 46,-17-1-31,-1 1-15,18 0 0,0-1-1,-17-17-15,17 18 16,-18 0-16,0-1 16,18 1-1,0-1-15,-17 19 16,17-1-1,0-17-15,0 17 16,0-17-16,0 17 16,0 0-16,0-17 15,0 17-15,17 0 16,-17-17-16,0 0 16,0-1-16,0 1 15,0 17 1,0-17-1,0-1-15,0 1 16,0 17-16,0-17 16,0 0-16,0 17 15,0-17-15,0-1 16,0 1-16,0-1 16,0 19-16,0-19 15,0 1-15,0 0 16,0-1-16,-17 19 15,34-36 610,1 0-578,0 0-31,70 0 0,35 0-16,-70 0 15,-18 0-15,1-18 16,-19 18-16,1-18 94,35 18-79,17 0-15,-34 0 16,-1 18-16,-17-18 15,17 0-15,0 0 16,0 18-16,1-18 16,-19 17-16,19-17 15,-19 0-15,1 0 78,53 18-62,-36 0-16,0-1 16,0-17-16,-17 0 15,17 0-15,-17 0 16,35 18-16,0-18 16,35 0-16,-18 0 15,-17 0-15,0 0 16,0 0-16,-35 0 15,0 0-15,-1 0 16,18 0 47,36 0-63,17 0 15,0 0 1,-17-18-16,-1 18 0,1-17 15,-36 17-15,36 0 16,-18-18-16,0 18 16,-18 0-16,0-18 15,-17 18 1,17 0 0,-17-17-16,17 17 0,18 0 15,-18-18-15,18 18 16,0-18-16,18 1 15,-18-1-15,0 0 16,-1 1-16,1 17 16,-35-18-1,17 0-15,1 1 16,16-1-16,37-17 16,34 17-16,1-35 15,-19 18-15,-16 17 16,-36-17-16,-18 18 15,0-19-15,0 36 16,71-35-16,-18 35 16,18 0-1,0 0-15,-53 0 16,0-18-16,0 18 16,-36 0-16,19 0 15,17 0-15,-36 0 16,19 0-16,-1 0 15,18 0-15,-18 0 0,0 0 16,1 0 0,-1 0-16,0 0 15,36 0-15,-18 18 16,35 0-16,-18-1 16,-17-17-16,-35 0 15,17 18-15,0-18 16,-17 18-16,17-18 15,-17 0-15,17 17 16,1-17-16,34 0 16,-17 0-1,35 18-15,106-1 16,-123 1-16,-54-18 16,36 0-16,-17 0 15,-19 0-15,19 0 16,17 0-16,-18 0 15,18 0-15,-18 0 16,18-18 0,-35 18-16,-1 0 15,18 0-15,-17-17 16,0 17-16,17 0 16,-17 0-16,35 0 15,17 0-15,1-18 16,17 1-16,-53-1 15,-17 18 95,-71 70-1,0-34-93,18-1-16</inkml:trace>
  <inkml:trace contextRef="#ctx0" brushRef="#br0" timeOffset="26988.82">19173 14076 0,'18'0'218,"0"0"-202,17-18 0,-17 18-1,-1 0 1,1 0-16,0 0 16,-1 0-16,1 0 15,-1 0 16,19-17-31,-19 17 16,1 0-16,0 0 16,-1 0-1,1 0 1,0 0-16,-1 0 16,1 0-16,0 0 78,-1 0-63,1 0 173,-1 0-173,1 0-15,0 0 32</inkml:trace>
  <inkml:trace contextRef="#ctx0" brushRef="#br0" timeOffset="28193.94">18803 13899 0,'0'18'125,"0"0"-78,0-1-31,18-17-1,-18 18 1,17 0 46,-17-1-46,0 1 15,0 0-31,0-1 31,18-17-31,-18 18 16,18-18 47,-18 17-32,-18 1 141</inkml:trace>
  <inkml:trace contextRef="#ctx0" brushRef="#br0" timeOffset="33188.75">19244 15716 0,'0'-17'16,"-18"17"156,-17 0-172,17 0 31,1 0 63,-18 0-32,17 0-62,0 0 31,1 0 63,-1 0-63,0 0-15,1 0 62,-19 17-62,19-17-1,-1 0-15,1 0 16,-1 0-16,0 0 16,1 0-16,-1 0 15,0 0 1,1 0 0,-19 0-1,19 0 1,-19 0-1,1 0 1,18 0-16,-1 0 31,0 18-31,1-18 16,-1 0 0,0 0-16,1 0 15,-19 0 1,1 0-1,18 0-15,-19 0 16,19 0-16,-1 0 16,-17 0-16,17 0 15,0 0 1,1 0 0,17 18-16,-18-18 15,-17 0-15,0 0 16,17 0-1,0 17 1,-17-17-16,17 0 0,1 0 16,-1 0-1,0 0 1,1 0-16,-1 0 16,1 0-16,-1 0 15,0 0-15,1 0 16,-1 0-16,-17-17 15,17 17 1,0 0 0,-17 0-16,0 17 15,17-17 1,-17 0 0,0 0-16,17 18 15,-70-1 1,35 1-16,-18-18 15,18 18-15,1-18 16,34 17-16,0-17 16,1 0 31,17 18-47,-36-18 15,1 18 1,17-18-16,1 17 0,-18 1 15,17 0 1,0-18-16,-17 0 16,17 0-16,-17 17 0,17-17 15,1 18 1,-18-18 0,17 0-16,-17 17 15,-18 1 1,17 0-16,19-18 15,-19 0-15,1 0 16,18 0-16,-19 0 16,1 0-16,17 0 15,-17 0-15,17 0 16,-17 0-16,0 0 16,-18 0-16,-18 0 15,1-18-15,17 0 16,35 18-16,1 0 15,-1 0-15,18-17 16,-18 17-16,1 0 16,-1 0-16,0-18 15,-17 18-15,0-17 16,17-1 0,-17 0-16,0 1 15,-1-1-15,36 0 16,-17 18-16,-18 0 15,-1-17 1,19 17-16,-19-18 0,1 18 16,17-18-16,-17 18 15,18 0-15,-1 0 16,-17 0 0,-1 0-16,19 0 15,-19 0-15,1 0 16,0-17-16,-18 17 15,18 0-15,-36-18 16,53 18 0,1 0-1,-1 0-15,1 0 16,-19 0-16,19 0 16,-19 0-16,1 0 15,17 0-15,-17 0 16,18 0-16,-19 0 15,1 0-15,17 0 16,-17 0-16,0 0 16,-1 0-16,1 0 15,18 0-15,-1 0 16,0 0 0,1 0-16,-1 0 15,0 0-15,1 0 16,-19 0-16,19 0 15,-18 0-15,-1 0 16,19 0-16,-19 0 16,-17 0-16,18 0 15,0 0 1,17 0-16,1 0 16,-1 0-1,0 0-15,1 0 16,-1 0-16,-17 0 15,-1 0 1,19 0-16,-18 0 16,17 0-16,-17 0 15,-1 0-15,19 0 16,-1 0 0,0 0 30,1 0-30,-1 0-16,-17 0 16,0 0-16,-1 0 15,19 0 1,-1 0-16,0 0 16,-17 0-1,18 0-15,-1 0 16,-17 0-16,-1 0 15,1 0-15,-18 0 16,35 0 0,-34 18-16,34-18 0,0 0 15,18 17-15,-17-17 16,-1 0 0,18 18-16,-18-18 78,1 0-31,-1 0-32,18 18 1,-35-1-16,0 1 15,17-18-15,-17 18 16,-1-18-16,19 17 16,-19-17-16,19 0 109,-1 0 16,-17 36-125</inkml:trace>
  <inkml:trace contextRef="#ctx0" brushRef="#br0" timeOffset="35421.96">17568 15610 0,'0'18'203,"0"0"-187,-17-1-16,17 1 16,0 0-1,-18-18 17,18 17-17,0 1 16,0 0-31,0-1 16,0 1 15,0-1-15,0 1-16,0 0 16,0-1-1,0 1 1,-18 17-16,18-17 15,0 0 1,0-1 0,0 1 46,-17-18 173,17 17-220,-18-17 1,18 18-16,0 17 15,18-17-15</inkml:trace>
  <inkml:trace contextRef="#ctx0" brushRef="#br0" timeOffset="38552.47">21237 15540 0,'0'17'187,"0"1"-171,0 17-16,0-17 15,0 0 1,0-1 31,18 1-32,-18 0 1,0-1-16,17-17 16,-17 18-16,0 0 15,0-1 1,0 1 0,0-1-16,0 1 31,0 0-31,0-1 140,0 1-140,0 0 125,0-1-109,18 1 31,-18 0-16,18-18-31,-18 17 31,17-17 204,-17 18-220,0 17-15,0-17 16</inkml:trace>
  <inkml:trace contextRef="#ctx0" brushRef="#br0" timeOffset="39789.21">21396 16492 0,'18'0'63,"-1"18"-32,-17 17-31,0-17 16,18 17-16,-18 0 15,0 1 1,0-19 0,0 1 46,18 0-46,-18-1 265,0 1-281,0 0 16,17 17-1,-17 0-15,0-17 0,0 17 16,0-17 0,-17-18 155</inkml:trace>
  <inkml:trace contextRef="#ctx0" brushRef="#br0" timeOffset="41407.43">23636 15240 0,'18'0'78,"-1"0"-46,1 0-32,-18 18 0,18-1 15,-1 1-15,1 0 16,-18-1-16,0 1 15,0-1 1,18 1-16,-18 0 16,0 17-16,17-17 15,-17 17-15,0-17 16,18-1 0,-18 1-16,17-1 31,-17 1-31,18 0 47,-18-1-32,0 1 1,0 0 0,0-1-1,0 1 1,0 0-16,0-1 15,0 1 1,0 0-16,0-1 16,0 1-16,0-1 15,-18-17 142,1 0-142,-1 36-15,18-1 16,0-17-16</inkml:trace>
  <inkml:trace contextRef="#ctx0" brushRef="#br0" timeOffset="43202.07">23671 16245 0,'0'0'0,"18"0"15,0-17 1,-1-1 0,1 18-1,0 0 1,-18-18-16,17 18 16,-17-17-16,18 17 15,17 0-15,-35-18 16,18 18-16,17 0 15,-17 0-15,-1 0 16,1-17 0,0 17-16,-1 0 31,1 0-31,0 0 31,-1 35-15,-17-18-1,0 19-15,0-19 16,0 19-16,0-19 16,0 1-16,0 0 31,0-1-31,-35 19 16,17-1-16,1-18 15,-1 1-15,-17 0 16,17-1-16,18 1 15,-18-18 32,1 18-31,17-1-16,-18-17 16,0 18-16,1-18 15,-1 0 16,1 0 1,-1 0-1,0 0-31,1 0 16,-1 0 62,0-18-63,18 1-15,18-1 32,-18 0-32,35 18 0,1-17 15,-19 17 1,1 0-1,-1 0-15,19 0 16,-19 0 0,1 0-1,0 17-15,-18 1 16,35-18-16,0 0 16,-35 18-16,18-1 15,17 1-15,-17-18 16,17 18-16,0-1 15,1 1-15,-1 17 16,0-17-16,0 17 16,-17-35-16,0 0 15,-1 18-15,1-18 32,0 17-17,-1-17-15,1 0 16,0 18-16,-1 0 15,1-1 1,-1-17 0,1 35 109</inkml:trace>
  <inkml:trace contextRef="#ctx0" brushRef="#br0" timeOffset="44588.3">25788 15240 0,'0'18'141,"18"17"-141,-18-17 15,0-1 1,0 1-16,0-1 16,17 19-16,-17-1 15,0-17 1,0 17 0,18 0-16,-18 0 15,18-35 1,-18 18-1,0 0-15,0-1 16,0 1-16,0 0 16,0-1-1,0 19 1,0-19 0,0 1-16,0 0 15,0 17 1,0-18-16,0 1 15,0 0 1,-18-18 109,0 0-109,18 17-16,-17 19 15</inkml:trace>
  <inkml:trace contextRef="#ctx0" brushRef="#br0" timeOffset="46324.92">25823 16192 0,'0'0'0,"0"-17"79,18-1-33,0 18-30,-18-17 0,17 17-16,1-18 15,0 18 1,-1 0 0,1 0-16,-1 0 15,1 0-15,0 0 16,-1 0-1,19 0-15,-19 0 16,19 0-16,-1 0 16,-18 18 15,1-18-15,-18 17-1,0 1 16,-35 17-15,35 0-16,-35-17 16,17 0-16,0 17 15,1-35-15,-19 35 16,19-35-16,-1 36 16,0-36-16,1 17 15,17 1-15,0-1 16,-18-17-16,1 0 15,17 18 1,-18 0 31,0-1-31,36-17 93,17-35-93,-17 35-1,70-35 1,-70 35-1,17 0-15,-17 0 16,17 0 0,-18 0-1,19 0-15,-36 17 16,35-17-16,-17 18 16,-1-18-16,1 0 15,0 18-15,-1-1 16,1 1-1,-18 0 1,0-1-16,17 1 16,-17 17-1,0-17-15,0 17 16,0 0-16,-17-17 16,17 17-16,0 1 15,-18-36-15,1 17 16,-1 1-1,0-1 1,1 1-16,17 0 16,-36-1-16,1 19 15,0-1-15,-36-17 16,-17 17-16,18-35 16,-1 0-16,36 0 15,-1 0-15,19 0 16,17 18 140,-36-1-156,1 1 16</inkml:trace>
  <inkml:trace contextRef="#ctx0" brushRef="#br0" timeOffset="47804.77">17216 16669 0,'0'-18'78,"17"18"-62,1 0-16,-1 0 15,1 0 1,17 0-16,-17 0 16,17 0-16,-17 0 15,0 0 1,-1 0-16,1 0 15,17 0 32,-17 0-31,17 0-16,0 0 16,-17 0-16,17 0 15,-17 0 32,0 0-31,-18 18 93</inkml:trace>
  <inkml:trace contextRef="#ctx0" brushRef="#br0" timeOffset="48780.1">17974 16439 0,'0'36'94,"0"-19"-79,0 1-15,0 0 16,0 17 0,0-17-16,0 17 15,0 0-15,0-17 16,18 17-16,-18-17 16,0-1-16,0 19 62,0-19-62,0 1 31,0-1-31,0 1 32,-18-18 233,18 18-265,-18-1 16</inkml:trace>
  <inkml:trace contextRef="#ctx0" brushRef="#br0" timeOffset="50079.68">15363 15681 0,'18'0'78,"-18"18"-62,0 17-1,0-17 1,0-1-16,0 1 16,18 17-16,-18-17 15,0 17-15,0 0 16,17-17-16,-17 17 15,0-17-15,18-18 16,-18 17-16,0 1 16,0 0-1,0 17 1,0-17 0,18-18-1,-18 17 1,0 1 140</inkml:trace>
  <inkml:trace contextRef="#ctx0" brushRef="#br0" timeOffset="51087.48">14993 16792 0,'18'0'15,"17"0"79,-17 0-94,17 0 16,-17 0-1,-1 0-15,18 0 16,-17 0-16,0 0 15,-1 0 1,1-17 62,17-1-62,-17 18-16,0 0 15,-1 0 1,-17 18 140</inkml:trace>
  <inkml:trace contextRef="#ctx0" brushRef="#br0" timeOffset="52286.95">15522 16545 0,'18'-17'32,"-1"17"-32,19 0 15,-19 0-15,19 0 16,-19 0-16,1 0 15,17 0 1,-17 0-16,-18 17 16,18 1-1,-1 0-15,1-1 16,-1 18 0,-17-17-16,18 0 15,-18 17 1,0 0-1,0 1 1,0-1-16,0-18 16,0 1-16,-18 17 15,-17-17-15,18 17 16,17 1-16,-18-19 16,0 1-16,1-18 15,17 18-15,-18-18 16,0 0-1,1 0 32,17-18 0,-18 18-31,36 0 46,17 0-46,-17 0-16,17 0 16,-17 0-16,17 0 15,0 0 1,-17 0-16,17 0 15,0 0-15,-35 18 16,36-1-16,-19-17 47,1 18-31,17-1-1,-17-17-15,-36 0 141,0 36-141,18-1 15</inkml:trace>
  <inkml:trace contextRef="#ctx0" brushRef="#br0" timeOffset="53497.2">13476 15681 0,'0'18'31,"0"-1"-15,0 1 0,0 0-1,0-1 1,0 18-16,0-17 16,0 17-16,18 18 15,-1-17-15,-17-19 31,-17-17 141,17 18-156,0 17 0</inkml:trace>
  <inkml:trace contextRef="#ctx0" brushRef="#br0" timeOffset="54670.84">12435 17092 0,'0'0'0,"18"0"15,-18-18 1,18 18 109,-1 0-109,19 18-16,-1 17 15,18-35-15,-18 36 16,-17-19-16,17-17 16,-17 0-16,-18 18 171</inkml:trace>
  <inkml:trace contextRef="#ctx0" brushRef="#br0" timeOffset="55697.8">13017 16933 0,'18'0'15,"0"0"1,-1 0-16,19-17 16,-1 17-16,-17 0 15,17 0-15,-17 0 16,17 0-16,-18 0 16,1 0-1,-18 17 32,0 1-31,0 17-16,-18 1 15,18-19 1,0 1-16,0-36 109,18 18-93,0 0-16,17 18 16,-17-1-16,17 1 15,-17-18 1,-18 18 15,17-18-31,-17 35 16,0-17-1,0 17-15,0-17 16,0 17-16,-35 0 16,0 0-16,-1-17 15,1 17-15,0-17 16,17-18-16,1 0 15,-1 0 1,0 0 0,1 0-1,-19-18-15,1 1 16,17 17 0,1-18-16,-1 18 15,0 0 16,1 0-31,-1 18 16,18 17-16,18 0 16</inkml:trace>
  <inkml:trace contextRef="#ctx0" brushRef="#br0" timeOffset="59141.38">19297 15787 0,'18'0'188,"-18"17"-172,0 19-1,17-19 1,-17 1-1,0 0-15,0-1 16,18-17 0,-18 18 15,0 0 47,0-1-62,0 1 15,0-1-15,0 1-1,0 0 1,0-1-1,0 1 1,-18-18 15,18 18-15,0 17-16,-17-17 16,17-1-1,0 1 1,0-1-1,0 1-15,0 0 16,0-1 0,-18-17-1,18 18-15,0 0 16,0-1-16,-18-17 16,18 36-16,0-19 15,0 1-15,0 17 16,0-17-16,0-1 15,0 1 1,0 17-16,-17-35 16,17 18-16,0 0 15,0-1 1,0 19-16,0-19 16,0 18-16,0 1 15,0-19-15,0 1 16,0 0-16,0-1 15,0 1-15,0 0 16,0 17-16,0-18 16,0 19-16,0-19 15,0 1-15,0 17 16,0-17 0,0 17-16,0-17 15,0 0-15,0 17 16,17-18-16,-17 1 15,0 17-15,18-35 16,-18 18 0,0 0-16,0-1 15,0 1 1,18 0 0,-18-1-1,0 18-15,0-17 16,0 17-16,0 1 15,0-1 1,0-17 0,0-1-16,0 1 15,17-18 1,-17 17-16,0 1 16,0 0-16,0-1 15,18 1-15,-18 17 16,0-17-16,0 0 15,0-1-15,0 19 16,0-19 0,0 1-16,0-1 15,0 1 1,0 0 0,0 17-16,0-17 15,0 17-15,0-17 16,17-1-16,-17 1 15,0-1-15,0 1 16,0 0-16,0-1 16,0 19-1,0-19-15,0 1 16,0 17 0,0-17-16,0 17 15,0-17-15,0 17 16,0-17-16,0-1 15,0 19-15,0-19 16,0 1-16,0 17 16,18-35-16,-18 35 15,0 1-15,0-19 16,18 19-16,-18-19 16,0 19-1,0-19-15,0 18 16,0 1-16,0-19 15,0 19-15,0-19 16,0 19-16,0-19 16,0 18-1,0-17-15,0 0 16,0-1 0,0 1-1,0 17 1,-18 1-1,18-19 1,0 1 0,0 0-1,-18-18-15,18 17 16,-17-17 109,-36 18-109,35-1-1</inkml:trace>
  <inkml:trace contextRef="#ctx0" brushRef="#br0" timeOffset="60968.09">19138 17304 0,'18'0'32,"-1"0"-17,1 0 63,0 0-78,17 0 16,0 0 0,-17-18-1,0 18-15,-1 0 16,1 0-1,-1 0 1,1 0-16,0 0 94,-18 18-79,-18-18 142,-17 35-142,35-17-15</inkml:trace>
  <inkml:trace contextRef="#ctx0" brushRef="#br0" timeOffset="61645.48">19667 17427 0,'18'0'63,"0"0"-47,-1 0-1,71 0 1,-70 0-16,0 18 78,-1-18-62</inkml:trace>
  <inkml:trace contextRef="#ctx0" brushRef="#br0" timeOffset="62432.13">20002 17216 0,'18'0'0,"0"0"31,-1 0 32,1 35-48,-18-18-15,0 1 16,18 17-16,-18 1 16,0-19 15,0 1-31,0 0 15,17-1 1,-17 1-16,18-1 16,0 1-1,-18 0 32,0-1-31,0 1 93,0 0-93,0 17-16,0 0 15,0 1-15,-18-1 16</inkml:trace>
  <inkml:trace contextRef="#ctx0" brushRef="#br0" timeOffset="64236.15">19244 18750 0,'18'-18'109,"-1"18"-93,1 0 47,0 0-1,-1 0-15,1 0-31,17 0-16,-17 0 15,-1 0 1,1 0 62,0 0-62,-1 0 77,1 0-30,0 0-48,-1 0 1,19 0 0,-19 0-16</inkml:trace>
  <inkml:trace contextRef="#ctx0" brushRef="#br0" timeOffset="65392.86">19791 18715 0,'17'0'125,"1"0"-125,0 0 16,-1 0-16,1 0 15,0-18 1,-1 18-16,19 0 0,-19 0 16,1 0-16,-1-17 15,1 17-15,0 0 16</inkml:trace>
  <inkml:trace contextRef="#ctx0" brushRef="#br0" timeOffset="66664.63">20197 18486 0,'0'-18'16,"17"0"-1,1 1-15,-1 17 16,1-36 0,0 19-16,17 17 15,-17 0 1,-18-18 31,17 18-32,1 0 1,-18 35 15,0 18-15,0-35-16,0 0 15,0-1 1,0 1 0,-18-18-16,1 35 15,17-17-15,-18-18 16,0 17-16,18 19 16,-17-36-16,-1 17 0,0 1 15,18 0 1,-17-18-16,17 17 15,-18 1-15,36-18 172,-18-18-172,35 18 16,-17 0 0,-1 0-1,1 0-15,17 18 16,-17-18-1,0 0-15,17 0 16,-18 0-16,19 0 16,-1 17-16,-17 1 15,17 0-15,0-1 16,-17 1-16,-18 0 16,0 17 140,-18 0-141</inkml:trace>
  <inkml:trace contextRef="#ctx0" brushRef="#br0" timeOffset="73920.32">19103 12506 0,'18'0'62,"17"0"-46,-18 0-16,1 0 15,0 0-15,-1 0 16,1 0-16,0 0 16,17 0-1,-17 0 1,-1 0-1,18 0-15,1 0 16,-1 0 0,-17 0-1,-18-18 1,17 18 62,1 0-78,0 0 16,-1 0-1,-34 0 188</inkml:trace>
  <inkml:trace contextRef="#ctx0" brushRef="#br0" timeOffset="76770.78">18380 12453 0,'0'-18'94,"17"18"-78,1 0-16,17-17 15,-17 17-15,17 0 16,-17 0 0,-1 0-16,19 0 15,-19 0 1,1 17 0,-18 1-1,18-18-15,-18 18 16,0-1 46,0 19-62,0-19 16,-18 19-16,18-1 16,-35 0-16,17-17 15,0 17-15,1 0 16,-1-35-1,18 18-15,-17 0 16,-1-1-16,0-17 16,-17 18-1,17-1-15,-17 1 16,17-18-16,-17 18 16,0-18-16,17 0 15,-17 0-15,17 0 16,18-18 46,-17 0-46,17 1 0,0-1-16,0 1 15,17 17 16,1 0-31,0-18 16,17 0 0,0 18-1,-17 0 1,17 0-16,-17 0 16,-1 0-16,19 0 15,-19 0-15,19 0 16,-1 18-16,-18 0 15,1-18 1,0 17 0,-18 1-1,17-18 1,1 17 0,0-17-16,17 18 15,-17 0-15,-18-1 16,17-17-1,1 18 48,-1 0-47,1-18-1,-36 0 95,1 0-95,-1 17 1</inkml:trace>
  <inkml:trace contextRef="#ctx0" brushRef="#br1" timeOffset="101320.25">19438 15011 0,'-18'-18'172,"1"0"-172,-1 1 16,0 17 109,1 0-94,-1 0-31,1 0 16,-1 0 77,0 0-61,1 0-32,-19 0 15,19 0 1,-1 0 203,18 17-188,-18 19-15,18-19-1,0 1 16,0 0 79,0-1-95,0 1 1,0 17-16,18-35 0,-18 18 16,0-1-1,0 1 1,0 0 0,18-18-16,-1 17 15,-17 1-15,0 0 16,18-18-16,-18 17 15,18-17 32,-18 18 63,17-18-110,19 0 15,-19 0 1,1 0 15,-1 0-15,-17-18-1,18 1 1,-18-1 0,0 0-16,18 1 31,-18-1-31,0 0 16,0 1-1,0-36 1,0 35-1,0 1-15,0-1 16,0 0 109,-18 1-109,18-1 202,-53 18-218,36 0 16,-36 0-16,17 0 16</inkml:trace>
  <inkml:trace contextRef="#ctx0" brushRef="#br1" timeOffset="131927.87">21043 14182 0,'-17'0'344,"17"17"-297,0 1-32,17-18 251,1 0-250,-18 18-1,17-18 1,1 0 78,-36-18 359,18 0-438,-35 1 1,18-1-16,17 0 31,-18 18 188,0 18-203,18 0-1,0 17-15,-17-17 16,17-1 0,0 1 109,0-1-125,17 1 31,-17 0-16,18-18-15,0 0 63,17 0-63,0-18 16,0 18-1,-17 0 1,0-18-1,-1 18 17,-17-17 124,-17 17-78,17-18-78,-18 18 31,0 0-31,-17 0 16,17-17-16,1 17 16,-18-18-1,17 0 235,0 1-234,-35 17-1,0-36-15,18 19 16</inkml:trace>
  <inkml:trace contextRef="#ctx0" brushRef="#br2" timeOffset="145533.91">19279 15205 0,'0'0'0,"18"-18"0,0 18 16,-1 0 0,-17-18 15,35 18-15,-35-17-1,18 17-15,0 0 31,-1 0-31,-17-18 16,18 18 0,0-17-16,-1 17 15,-17-18-15,18 18 16,17 0-16,-17 0 16,0 0-16,-1-18 15,1 18-15,17-17 16,-17 17-1,17-18-15,-17 18 16,17-18-16,0 18 16,-17-17-16,17-1 15,0 0-15,1 1 16,-19 17 0,19-18-1,-1 18 1,-18 0-16,19-18 15,-1 1-15,-17-1 16,-1 18-16,1-17 16,0-1-16,-1 0 15,19 1-15,-1-1 16,0 0 0,-35 1-16,35 17 15,-17 0-15,17-18 16,-17 18-1,-18-18-15,18 1 16,17 17-16,-18 0 16,1-18-16,0 18 15,-1-17-15,19-1 16,-19 18-16,19-18 16,-1 18-16,-18 0 15,19-17-15,-19-1 16,1 0-16,0 18 15,-1 0-15,-17-17 16,36-1-16,-19 18 16,1 0-1,0 0-15,-1 0 16,1-18-16,-1 18 16,1 0-16,0 0 15,-1-17-15,1-1 16,17-17-16,1 35 15,-19-35-15,1 17 16,-1 18-16,1-18 16,0 1 15,-1-1-15,1 0-16,17 1 15,1-1-15,-19 0 16,1 1-16,-1 17 15,1-18-15,17 1 94,1 17-94,-36-18 16,17 18-16,1 0 15,-18-18 1,18 18-16,-1-17 16,1 17-16,-18-18 15,18 18-15,-1 0 16,1-35 0,-1 35-16,1-18 15,0 0-15,17 1 16,-17 17-1,-1 0-15,1-18 16,17 1 0,-35-1-16,35 18 15,-17-18-15,-18 1 16,35-1-16,1 18 16,-19 0-16,19-18 15,-1-17-15,-18 35 16,19-35-16,-1 17 15,0 1-15,-17 17 16,17-18-16,1 18 16,-36-18-1,17 1-15,1 17 16,-1 0-16,19-18 16,-1 0-16,-35 1 0,35-1 15,1 18-15,-19 0 16,18-18-16,1-17 15,-19 17-15,1 1 16,0 17-16,-1 0 16,-17-35-1,36 35-15,-1-18 16,-35 0-16,17 18 16,19 0-16,-19-17 15,36-19-15,-35 36 16,0-17-1,17-1 1,-17 0-16,-1 18 16,18-17-16,-17 17 15,0-18-15,17-17 16,0 17-16,-17 18 16,17 0-16,0 0 15,-17-17-15,0 17 16,-1 0-16,1-18 15,0 0-15,17 18 16,-17 0-16,17-17 16,0 17-1,-17-18-15,17 18 16,-17 0-16,-1 0 16,19-18-16,-19 1 15,19-1-15,34 1 16,-70-1-16,18 18 15,17-18-15,0 1 16,-17 17 0,17-18-1,0 0-15,-17 1 16,0-1-16,-1 18 16,1-18-16,17 1 15,1-1-15,-19-17 16,18 35-16,1-18 15,-19 18-15,19-17 16,-1 17-16,-35-18 16,35 0-16,1 1 15,-1-1 1,0 0-16,-17 1 16,17-1-16,-17 18 15,-1 0-15,-17-18 16,18 18-16,-18-17 15,18 17-15,-36 0 94,-35 0-78,18 17-16</inkml:trace>
  <inkml:trace contextRef="#ctx0" brushRef="#br2" timeOffset="162899.84">19191 15169 0,'-18'0'16,"1"0"78</inkml:trace>
  <inkml:trace contextRef="#ctx0" brushRef="#br2" timeOffset="-168808.2">19297 15258 0,'-18'17'156,"-17"-17"-156,17 18 0,1-18 15,-1 18 1,0-18-16,1 0 63,-1 17-17,18 1-30,-17-1-16,-1-17 16,0 18 140,1 0-156,-1-18 16,18 17-1,-18-17-15,1 18 16,17 0 31,-18-18-32,0 0 1,1 17-16,-1 1 141,1-18-141,17 18 15,-18-18-15,0 17 16,1-17-16,17 18 15,-18-18 1,0 0 15,18 17 16,0 1-16,-17-18-15,-1 0-16,0 18 78,18-1-62,-17-17-16,-1 18 15,0 0 110,1-1-109,-1-17 62,1 0-78,-1 0 31,18 18 157,-35-18-172,17 0-16,0 0 15,1 0-15,-1 0 16,0 0 249,1 0-265,-1 0 16</inkml:trace>
  <inkml:trace contextRef="#ctx0" brushRef="#br2" timeOffset="-165765.75">18556 15575 0,'18'0'31,"-1"35"94,-17-17-110,0 17-15,0 1 16,0-1 0,0-17-1,0 17-15,0 0 16,0-17 0,0-1-1,0 1-15,0 0 16,0 17-1,0-17 17,0-1-32,0 1 15,0-1 1,0 1 0</inkml:trace>
  <inkml:trace contextRef="#ctx0" brushRef="#br2" timeOffset="-163206.06">18397 16387 0,'0'17'172,"0"1"-125,18-18-31,0 17 15,17 19-15,0-36-16,-17 17 15,-1 1-15,1-18 16,0 18-16,-1-18 31,1 0-31,0 0 16,-1 0-16,1-18 15,0 18 1,-1-18-16,-17 1 31,18-1-15,-1 18-16,1-18 15,-18 1-15,18-1 16,-18 1-16,0-1 16,0 0-1,0 1 1,0-1-16,0 0 16,0 1-16,0-19 15,0 19 1,0-1-16,0 0 15,-18 18 1,0 0 93,1 0-93,-1 0 0,1 0-16,-1 0 31,0 0-15,1 0-16,-1 0 156,18 18-141,-35 0-15,35-1 32,-18 1-17,0-18 1,18 18 15,-17-1-31,-1 1 16,1-18-1,17 18 64,0-1-64</inkml:trace>
  <inkml:trace contextRef="#ctx0" brushRef="#br2" timeOffset="-161958.89">18856 16387 0</inkml:trace>
  <inkml:trace contextRef="#ctx0" brushRef="#br2" timeOffset="-160733.4">18979 16175 0,'18'0'203,"-18"-18"-187,18 18-16,-18-17 125,17-1-79,1 18 126</inkml:trace>
  <inkml:trace contextRef="#ctx0" brushRef="#br2" timeOffset="-159167.25">18979 16210 0,'18'0'16,"-18"-18"15,18 18 47,-1 0 0,1-17-62,35-1-1,-18 18-15</inkml:trace>
  <inkml:trace contextRef="#ctx0" brushRef="#br2" timeOffset="-157079.25">18962 16245 0,'-18'0'47,"18"18"78,0 35-110,0-18 1,0-17 0,18-18 218,-1 0-203,1 0 16,17 0-16,-17 0-31,0 0 16,-1 0 62,-17 18-47,18 17-15,0-18-16,-18 19 16,0-19-16,0 19 15,0-19 1,0 1-16,-18 17 15,0-17-15,1-18 16,-1 17-16,18 1 16,-18-18 31,1 0-47,-19 18 15,19-18-15,-1 0 16,18-18 124</inkml:trace>
  <inkml:trace contextRef="#ctx0" brushRef="#br2" timeOffset="-154905.02">18274 16334 0,'18'0'125,"-1"0"-109,1 0-16,17 0 16,-17 0-1,-1 0 1,-17-18 78,-17 18 15,-1 0-93,0 18-16,18-1 15,-35 1-15,18-18 16,-1 18-1,0-18 95,1 0-16,17 17-94,-18-17 109,0 0-78,36 0 250,0-17-281,-1 17 0,-17-18 16,18 18 62,0 0 0,-1 0-62,1 0 0,-1 0-1</inkml:trace>
  <inkml:trace contextRef="#ctx0" brushRef="#br2" timeOffset="-122672.29">21255 14640 0,'0'18'172,"0"0"-172,0-1 16,-18 18 0,18 1-16,0-19 15,0 1 32,0 0-31,18 17-1,-1 0 1,1-17-16,0 17 16,-1 0-16,1-17 15,0-18-15,-18 18 16,17-18-16,1 17 15,0-17 1,-1 18-16,1-18 16,0 0 31,17 18-47,-18-18 15,19 17-15,-19-17 16,19 18-16,-1 0 15,-17-18-15,-18 17 32</inkml:trace>
  <inkml:trace contextRef="#ctx0" brushRef="#br2" timeOffset="-121887.47">21713 14640 0,'18'0'94,"0"36"-78,-1-19-16,1 18 15,-18-17-15,18 0 16,-18 17-16,0-17 15,17-18-15,-17 17 0,0 1 16,18 0 62,-53-18 0,35 17-62</inkml:trace>
  <inkml:trace contextRef="#ctx0" brushRef="#br2" timeOffset="-120198.66">22066 14781 0,'-17'0'312,"17"18"-108,17 0-204,1-18 15,0 17 16,-18 1-15,0 0-16,17 17 16,-17 0-16,0-17 15,0-1-15,0 1 16,0 0 0,0-1-1,-17-17 126,17-17-141</inkml:trace>
  <inkml:trace contextRef="#ctx0" brushRef="#br2" timeOffset="-118823.84">22154 14482 0,'0'17'140,"0"1"-140,18-1 16,-18 19-16,18-19 16,-18 19-16,17-19 15,-17 1 1,18-18 62,0 0-62,-1 0-1,1-18 16,17 1-31,-35-1 16,35-17-16,-35-1 0,18 1 16,-18 18-16,0-1 15,0 0 1,0 1 0,0-1-16,-18 0 15,1 1-15,-1-1 16,1-17-1,-1 35-15,18-18 16,-18 18 0,18-18-16,-17 18 47,-1 0 15,0 0-46,1 18-16,17 0 15,0-1 1,-18 1-16,18 0 16,-18-18-1,18 17 32,0 1-16,0 0-31,0-1 16,0 1-16,18-18 16,-18 18 155</inkml:trace>
  <inkml:trace contextRef="#ctx0" brushRef="#br2" timeOffset="-117467.14">22560 14464 0,'-18'0'203</inkml:trace>
  <inkml:trace contextRef="#ctx0" brushRef="#br2" timeOffset="-114550.49">22860 14182 0,'0'0'0,"-18"0"94,1 0-79,-1 0 1,0 0-16,1 17 16,-18-17-1,17 18 1,18 0 31,0-1 0,0 1-16,18-18-16,-1 0 1,1 0 62,-1-18 141,1 1-203,0 17 30,-1 0-30,-34 0 203,-1 0-204,0 0 1,1 0 0,-1 0 15,-17 0-31,17 0 16,1 0-1,34 35 141,-17-18-140,18 19-16,17-1 16,-35-17-16,0-1 15,18 1-15,-1-18 110,-17 18-63,18-1-32,17-17 1,-35 18-16,18-18 31,0 0-15,-1 0 31,1-18-47,-18 1 46,0-1 33,-18 0-64,18 1 1,0-1-16,-17 18 15,17-35-15,0 17 16,17 18 172,1 0-173,0 0 32,-1 35-31,18-17-16,1 17 15,-1 18-15,-17-17 16,-1-19-16,1 18 16,0 1-16,-18-19 15,17 1-15,-17 0 47,0-1-31,-17 1-16,-1 17 15,0-17-15,-17 17 16,17-17 0,18-1-16,-17-17 15,-19 0 1,19 0-1,-1 0-15,-17 0 16,0-17 0,17-1-16,-17 0 15,17 18-15,0 0 16,1 0-16,-1-17 16,18-1 77,-17 1 1,-1 17-94,0 0 16</inkml:trace>
  <inkml:trace contextRef="#ctx0" brushRef="#br2" timeOffset="-113355.06">23036 14058 0,'18'35'125,"-18"-17"-125,35 17 16,1 1-16,-1-1 16,-18 0-16,-17-17 15,18-1-15,-18 1 16,18-18-16,-18 18 16,17-1-16,-17 1 15,0 0-15,18-1 16,0 1-16,-18 17 15,0-17 1,17-18-16,-17 18 16,0-1-1,18 1-15,-18-1 16,0 1-16,18-18 16,-18 35-16,0-17 15,0 17 1,0-17-16,17 0 47,-17-1-32,-17-17 267,-36 0-282,-18 35 15,18 1-15</inkml:trace>
  <inkml:trace contextRef="#ctx0" brushRef="#br2" timeOffset="-104574.63">18909 15258 0,'18'0'203,"-1"-18"-203,1 18 16,-1 0 0,1-18-1,0 18 1,-1 0-1,1 0 95,0 0-95,17-17 1,-17 17-16,-1 0 16,1 0-16,-1 0 15,1 0-15,0 0 16,-1 0 0,1 0-1,17 0 1,-17 0-1,0 0 1,17 0-16,0 17 16,-17-17-1,-1 0-15,19 18 16,-19-18 0,1 0-16,0 0 15,17 0 1,0 0-1,-17 0-15,-1 0 16,1 0 0,0 0-1,-1 0-15,1 0 16,0 0 0,17 0-16,-17 0 0,17 0 15,0 0-15,-17 0 16,-1 0-1,1 0 126,0 0-141,-1 0 16</inkml:trace>
  <inkml:trace contextRef="#ctx0" brushRef="#br2" timeOffset="-103223.02">19685 15311 0,'18'0'78,"-18"17"-62,35 1-16,0 17 16,-35-17-1,18-1-15,17-17 16,-35 18 0,35 0-16,-17-1 15,0-17 1,-1 0-1,1 0-15,0 0 16,-1 0 0,-17-17-16,18 17 31,-18-36-15,17 19-16,-17-1 15,0 0-15,0 1 16,0-1 15,0 1-31,-17 17 16,-18-36-1,17 19-15,0-1 16,1 18-16,-1-18 16,-17 18 46,17 0-62,0 0 16,-17 0-1,35 18 17,0 0 77,0-1-93,-35 19-1,17-1-15</inkml:trace>
  <inkml:trace contextRef="#ctx0" brushRef="#br2" timeOffset="-101975.28">20161 15346 0,'18'0'156,"0"0"-62,-1 0-79,1 0 63</inkml:trace>
  <inkml:trace contextRef="#ctx0" brushRef="#br2" timeOffset="-100398.27">20373 15187 0,'0'-18'31,"0"1"31,18-1-46,17-17 0,0 0-16,-17 17 15,-1 18-15,1-18 16,0 18 15,-18 18 94,0 17-125,0-17 16,-71 70-1,53-70 1,-17-1-16,18 1 16,-1 0-1,18-1 48,18-17 77,-1-17-140,1 17 32,35 0-17,-36 0 1,1 0-16,0 0 16,-1 0-16,1 0 31,-18 17-31,0 1 15,18-18 1,-18 18 0,0 17-1,0-18 1,0 1 0,0 0-16,0-1 15,0 1-15,-18 0 16,18-1-16,-35 1 15,-1 0-15,19-18 16,-19 17 0,19-17 15,-1 0-15,1 0-16,-1 0 15,0 0 48,18 18 77</inkml:trace>
  <inkml:trace contextRef="#ctx0" brushRef="#br2" timeOffset="-84695.63">25135 10460 0,'0'17'125,"36"-17"-109,-1 18-16,0-18 16,1-18-16,-1 1 15,-18-36 1,1 35-16,0 1 15,-18-1 1,0 0-16,0 1 16,-18 34 109,-17 19-110,17-36-15,18 35 16,-17 0-16,-1-35 109,0-17-93,18-1 0,-17 18 77,17 18-15,0-1-78,0 1 32,17-18-17,1 0-15,35 0 16,-18-18 0,18-17-16,-18 17 15,1-17-15,-1 0 16,-18-1-16,19 19 15,-19 17-15,-34-18 110,-19 18-95,1 0-15,18 0 16,-1 18 47,18-1-48,0 1-15,0 0 16,18-1-1,-1 1-15,1 0 16,-1-1-16,19 1 16,-19-18-1,1 0-15,0 0 47,-1-18-31,1-17-16,-18 17 15,0-17 1,-18-18 0,1 53 46,-1 0-46,0 18-1,1-1 1,17 1 0</inkml:trace>
  <inkml:trace contextRef="#ctx0" brushRef="#br2" timeOffset="-84111.45">25329 10336 0,'0'36'31,"18"-36"63</inkml:trace>
  <inkml:trace contextRef="#ctx0" brushRef="#br2" timeOffset="-81576.83">24112 12823 0,'0'-17'16,"0"-1"31,18 18-32,0-35 1,-1 17-16,1 1 16,0-1-16,-1 18 15,1-18 1,-1 18-16,1 0 15,0 0 1,-1-17 0,19-1-16,-1 0 15,-17 1-15,17 17 16,0-18-16,-17 1 16,17-1-16,-17 18 15,-1 0-15,1-35 16,17 35-1,-17 0-15,17-18 16,0-17-16,18-18 16,-17 35-16,-1 18 15,-17-18-15,17 18 16,0-17-16,-17 17 16,-1 0-16,19 0 15,-19-18-15,19 18 16,-1 0-16,-18-17 15,19-1 1,-1 0-16,18 1 16,-18-1-16,-17 0 15,17 1-15,0-1 16,1 0-16,-19 18 16,1 0-16,0-17 15,17-18-15,0 17 16,0 0-16,-17 18 15,17-35 1,-17 17-16,0 1 16,17-1-16,0 18 0,0-35 15,-17 17-15,17-17 16,1 0-16,17 17 16,-18-53-16,-17 36 15,17 0-15,0 17 16,-17 1-1,-1 17-15,1-18 16,0-17-16,17-1 16,0 1-16,-17 35 15,-18-18-15,17 1 16,1-1-16,0 18 16,-1 0-1,1-35-15,17 17 16,1 1-16,-1 17 15,-18-36 1,1 36-16,0-35 16,-1 35-16,1 0 15,0-18-15,-1 1 16,19-1-16,-19 1 16,1-1-1,0 0-15,-1 1 16,1-1-16,-1 0 15,1 1 1,0-1-16,-1 0 16,19 1-16,-1-19 15,-17 36-15,17-35 16,0 18-16,-17 17 16,-18-36-16,35 1 15,-17 17-15,17-17 16,0 17-1,-17-17-15,17 0 16,0 17-16,1-17 16,-19 0-16,19-1 15,-1 1-15,0 35 0,-17-17 16,17-1-16,0 0 16,1 1-16,-19-19 15,1 36-15,17 0 16,-35-17-1,18 17 1,-1-18-16,-34 18 94,-36 0-94,18 0 15,-18 35-15</inkml:trace>
  <inkml:trace contextRef="#ctx0" brushRef="#br2" timeOffset="-80146.46">23901 10777 0,'0'0'0,"17"-17"0,1-19 16,17 36 0,-17-35-16,-18 0 15,35 0-15,0 17 16,-17 0-16,0-17 16,35 17-16,-18 18 15,-17 0-15,17 0 0,18 0 31,-18 0-31,-17 0 47,-18 18-31,0 0 0,-36 35-16,36-18 15,-70 35 1,52-52-16,-35 53 15,18-36 1,17-17-16,-17-1 16,35 1-16,-18-18 47,1 0-16,34 0-16,1-18 1,17 1-16,-17 17 16,17 0-16,1 0 15,-19 17-15,18 1 16,1 17-16,-19-35 16,-17 18-16,36-1 15,-19 19 1,-17-19-16,18 19 15,-18-1 1,0-18-16,0 19 16,-18-1-16,-17-17 15,0-1-15,17 1 0,-52 0 16,52-18 0,-17 0-16,17 0 15,0 0-15,1 0 16,-1 0-16,18-18 15,-18 0 1,18 1-16,0-19 16,0 1-16,18 17 15,17 1-15,-17-18 0</inkml:trace>
  <inkml:trace contextRef="#ctx0" brushRef="#br2" timeOffset="-79497.58">24853 11024 0,'-17'0'31,"-1"0"-31,0 36 63,1-19-63,17 18 15,-18 1-15,0-19 16,18 19 0,0-19-16,0 1 15,0 17-15,-17-35 16,-1 0 46,-17 0-30,0 0-32</inkml:trace>
  <inkml:trace contextRef="#ctx0" brushRef="#br2" timeOffset="-78087.56">24977 10689 0,'17'-17'16,"19"17"0,-36-18-16,17 18 15,18-18-15,-17 18 16,17-17-16,1 17 16,-19-18-16,19 18 15,-19 0-15,1 0 16,0 0-1,-1 0 1,1 18 15,-18 17-15,0-17-16,0-1 16,-18 18-16,-17 1 15,17-1-15,-17 0 16,0-35-16,35 18 15,-18-18 1,36 0 93,-1 0-93,1 0 0,0 0-16,-1 0 15,1 18-15,0-18 16,-1 0 0,-17 17-16,0 1 15,18-1-15,-18 1 16,17 0-16,-17-1 15,0 19-15,0-19 16,-17 19 0,-18-1-1,-1 0-15,19-17 0,-19-1 16,1 1-16,17-18 16,-17 18-16,17-18 15,1 17 1,-1-17-16,1 0 47,-1 0 0,0 0-47,1-35 0,-19 17 15,19 1 1,17-1-16,0 0 0</inkml:trace>
  <inkml:trace contextRef="#ctx0" brushRef="#br2" timeOffset="-77388.96">25576 10513 0,'18'0'15,"-18"17"-15,18-17 16,-18 18-16,0 0 16,0-1-16,17 1 15,1 17-15,0 1 16,17 16-16,-18 1 16,-17-35-16,18 35 15,-18 0-15,0-18 16,0 18-16,0-18 15,0-17-15,-35 35 16,0 0 0,-1-18-16,-17 18 15,0-18-15,36-17 16,-18 17-16,-1 0 16,19-35-16,-1 0 31,-17 0-31,-1 0 15,19 0 1,-18 0-16,-1-17 16,-17-1-16,0 18 15,0 0-15,18 0 16,0 0-16</inkml:trace>
  <inkml:trace contextRef="#ctx0" brushRef="#br2" timeOffset="-76453.34">23760 10672 0,'0'35'31,"0"0"-31,-18-17 16,0 17-16,1 0 15,-1-17-15,0 17 16,18 0-16,-17 18 16,17-35-16,0 17 15,0-17-15,0 17 16,0 0-16,0-17 15,0 17-15,0-17 16,17 35-16,-17-18 16,36 1-16,-1-19 15,0 18-15,0 1 16,-17-19-16,17 19 16,1-19-16,-19-17 15,19 0 1,-19 0-16,19 0 15,-1-17-15,-18-19 16,19 19 0,-1-1-16,-17 18 15,-18-18-15,0 1 78</inkml:trace>
  <inkml:trace contextRef="#ctx0" brushRef="#br2" timeOffset="-73135.42">21061 13758 0,'17'0'78,"1"0"-78,-18-17 62,0-1-62,0 0 16</inkml:trace>
  <inkml:trace contextRef="#ctx0" brushRef="#br2" timeOffset="-72924.47">21096 13688 0,'18'0'31,"-1"0"-15,1 17-16,-18 1 16,18-18-1,-1 18-15,1-18 16,-18 17-16,18-17 16</inkml:trace>
  <inkml:trace contextRef="#ctx0" brushRef="#br2" timeOffset="-70193.08">21167 13635 0,'17'0'31,"-17"17"0,18-17-15,0 0 47,-1 0-48,1 0 1,-18-17 46,0-1-46,0 1-16,-18-1 16,1 18 15,-1 0-16,0 0-15,1 0 16,-1 0 0,0 0-16,18 18 15,0-1-15,0 1 78,0-1-31,18-17-31,0 36-16,17-19 16,-17 1-16,-1-18 15,1 0 32,-1 0-31,-17-18-16,0 1 15,0-1 1,0 0 15,-17 18 0,-1 0-15,1 0 0,-1 0-1,0 0 1,1 0 0,17 18-1,0 0 32,0-1-47,17 1 31,1-18-31,17 0 16,-17 0-16,17 0 16,0 0-16,-17 0 15,0 0-15,-1 0 16,-17-18 62,-17 1-62,-1 17-16,18-18 15,-18 18-15,18-18 16,-17 18-1,-1 0 1,0 0-16,1 0 16,17 18-1,-18 0 48,1-1-48</inkml:trace>
  <inkml:trace contextRef="#ctx0" brushRef="#br2" timeOffset="-69427.11">21449 13035 0,'18'0'94,"-1"35"-79,1 1-15,-18-19 16,0 19-16,17-1 16,1-17-16,0 17 15,-18 0-15,17-17 16,19 17 0,-19 0-16,-17 1 15,18-19-15,17 1 16,-17-1-16,-1 1 15,1 0 1,0-18-16,-1 0 16,1 17-16,0-17 15,-1 0-15,1 0 16,0 0-16,-1-17 16,1-1-1,-18 0-15,0 1 16,0-1-1,0 1-15,-35-1 16,17 0-16,-17 18 16</inkml:trace>
  <inkml:trace contextRef="#ctx0" brushRef="#br2" timeOffset="-68869.3">21802 12912 0,'17'0'15,"1"0"-15,-18 17 16,18-17 0,-1 18-16,1 0 15,17-1-15,0 18 16,1 1-16,-19-36 16,19 35-16,-19 0 15,1-17-15,0-18 16,-54 0 62,19 0-62</inkml:trace>
  <inkml:trace contextRef="#ctx0" brushRef="#br2" timeOffset="-68373.16">22472 12929 0,'0'18'32,"0"17"-17,0-17 1,0-1 0,0 1-16,-18-18 15,1 18 1,-1-1-16,0 1 15,1 0-15,-1-1 16,0 1-16,1 17 16,17-17-16,-18 0 15,1-18 1,17-36 0</inkml:trace>
  <inkml:trace contextRef="#ctx0" brushRef="#br2" timeOffset="-67736.96">22578 12488 0,'17'0'78,"19"36"-78,-19-1 16,54 35-1,-71-52 79,0 0-78,0-1-1,-18 1 1,1-18 0,-1 0-16,0 0 15</inkml:trace>
  <inkml:trace contextRef="#ctx0" brushRef="#br2" timeOffset="-66849.5">22842 12065 0,'36'0'32,"-19"0"-17,1 18 48,0-1-63,-18 1 15,35 0-15,0 17 16,0 18-16,-17-18 16,0-17-16,-1 17 15,1 0-15,0-17 16,-18-1-16,0 1 15,0 0-15,17 17 16,-17 0-16,18 1 16,-1 17-16,-17-1 15,18-16-15,0-19 16,-1 1 0,-17 0-16,0-1 15,0 1-15,-17-18 16,-1 35-16,0-35 15,1 0-15,-1 18 16,1-18-16,-1 0 109,0 0-93,1 0 47,17 17-48</inkml:trace>
  <inkml:trace contextRef="#ctx0" brushRef="#br2" timeOffset="-24962.5">15205 17498 0,'0'17'156,"0"19"-156,0-19 16,0 1-16,0 17 16,0-17-16,0 17 15,0 0-15,0-17 16,0 17-16,0-17 15,0 17 1,0 1 0,0-19-16,0 1 15,0-1-15,0 1 16,0 17-16,17 1 16,-17-19-16,18 1 15,0 0-15,-18-1 16,17-17-16,19 0 15,-36 18 1,17-1-16,18-17 16,-17 0-1,0 0-15,-1 0 16,-17-17 0</inkml:trace>
  <inkml:trace contextRef="#ctx0" brushRef="#br2" timeOffset="-24098.16">15557 17780 0,'18'0'31,"0"0"-31,-1 0 16,1 0-16,0 0 16,-1 0-1,-17-18 1,18 18-16,0 0 31,-1 0-15,1-17-16,0 17 31,-1 0 31,-52 0 48</inkml:trace>
  <inkml:trace contextRef="#ctx0" brushRef="#br2" timeOffset="-22689.41">15963 17533 0,'18'-18'15,"-1"18"1,-17-17-16,18 17 31,0 0 47,-18 17-62,17-17-16,-17 18 16,18 17-1,-18-17-15,0 0 16,0-1-16,0 1 16,0 0-1,-18-1 1,18 18-1,-17-17 1,17 0 0,-18-18-16,0 0 62,1 0-31,-1 0 16,1-18 0,34 18 47,1 0-94,-1 0 16,1 0-1,0 0-15,-1 0 16,1 18-1,0-18 1,-1 17 15,1-17-15,-18 18-16,18-18 16,-18 18-1,17-18-15,1 0 78,-18 17-62</inkml:trace>
  <inkml:trace contextRef="#ctx0" brushRef="#br2" timeOffset="-21600.09">16457 17762 0,'0'18'141,"-18"-18"-110,1 0-15,-1 0-1,18-18-15,0 1 31,0-1 48,18 18-48,-1 18-16,-17-1 1,0 19-16,0-19 16,0 1-16,0 0 15,0-1-15,0 1 16,0-1-16,-17-17 16,17 18-1,-18-18-15,1 0 16,-1 0 93,0 0-93</inkml:trace>
  <inkml:trace contextRef="#ctx0" brushRef="#br2" timeOffset="-20612.91">16528 17709 0,'0'-17'94,"17"17"-78,1-18-1,0 18-15,-1 0 47,18 0-31,-17 0 15,17-17-15,-17 17-16,0 0 15,-1-18 1,1 18 62,-18 18 78</inkml:trace>
  <inkml:trace contextRef="#ctx0" brushRef="#br2" timeOffset="-18150.71">17145 17286 0,'0'-18'31,"18"18"156,-1 0-187,1 18 16,-18 0-16,18-1 16,-18 1-16,17-18 15,-17 18-15,0-1 16,0 1-1,0 0-15,0-1 16,0 1-16,18 17 16,-18 0-1,0-17-15,0 0 16,0-1-16,0 1 16,0 0-16,0-1 15,0 1-15,0 0 16,0-1-1,0 1 17,0-1-32,0 1 15,-18-18-15,18 18 16,0-1 0,-17 1-1,17 17 1,0-17-1,0 0-15,0-1 16,0 1-16,0-1 16,-36-17 62,19 18-78,17 0 15,-18-18 1,0 0 109,-17 0-109,0 0-16,17-18 15,-17 0-15</inkml:trace>
  <inkml:trace contextRef="#ctx0" brushRef="#br2" timeOffset="-10294">17022 17762 0</inkml:trace>
  <inkml:trace contextRef="#ctx0" brushRef="#br2" timeOffset="-330.27">16916 17339 0,'0'18'219,"17"-1"-219,-17 19 16,18-1-16,0-18 15,-18 1-15,0 0 16,0-1 0,17 1-1,-17 17 1,0-17-16,18 17 16,-18-17-16,18 17 15,-18-17-15,0-1 110,0 1-95,0 0 1,0-1-1,0 1-15,0-36 235</inkml:trace>
  <inkml:trace contextRef="#ctx0" brushRef="#br2" timeOffset="11440.16">15716 17427 0,'18'0'156,"0"0"-156,17 0 16,-18 0 0,1 0-16,0 0 15,-18-17-15,35-1 16,-17 0-16,-18 1 15,0-1 1,-18 18 62,0 0-78,1-18 16,-1 18-16,0 0 15,1 0 1,17 18 78,0 17-94,0-17 15,0 0-15,0-1 32,17 1-32,1-18 31,0 0-31,-1 0 16,-17-18-16,18 18 15,0-17 1,-18-1-1,17 18-15,1 0 32,-18-18-17,0 1 17,0 34 61,-18-17-77,18 18 93,18 0-93,0-18 0,-1 0-16,1 0 15,-1 0-15,1 0 16,-18-18 15,0 0-31,0 1 16,0-19-16,0 19 15,0-1-15,-18 0 16,1 18-16,17-17 16,-35-18-16,17 35 15,-17-18-15,17 18 16,0 0-16,1 0 15,-19 0-15,19 0 32,-1 0-32,18 18 31,0-1-31,-17 1 31,17 17-31,0 0 16,0-17-1,0 17 1,0-17-16,17 0 16,-17-1-16,18 1 15,-1-18 1,-52 0 171,18 0-171</inkml:trace>
  <inkml:trace contextRef="#ctx0" brushRef="#br2" timeOffset="21286.67">18591 15804 0,'-17'0'16,"-1"0"15,0 0 63,1 0 62,-1 0-140,18 18 46,-17-18-46,-1 0 0,0 0-1,1 0-15,17 18 16,-18-18-16,0 0 15,1 17 79,-1-17-78,0 0-1,1 0 1,-1 0 0,18 18-1,-35-18 1,17 0-16,1 0 16,-1 0-16,0 0 15,1 0-15,-1 18 16,-17-1-16,17 1 15,0-18-15,1 0 0,-18 18 32,-1-18-32,19 17 0,-1 1 31,0-1-31,1-17 16,-1 18-16,0-18 15,1 0 1,-1 18-16,1-18 0,-1 17 15,0-17 1,-17 0-16,0 18 16,17-18-1,0 18-15,1-18 16,17 17-16,-18-17 16,1 0-16,17 18 15,-18 0-15,0-1 16,1-17-16,-1 0 15,18 18-15,-18-18 16,1 0-16,17 17 266,-18 1-141,0-18-125,18 18 15,-35-1 1,17-17-16,1 18 16,-1 0-16,1-18 15,-1 35-15,0-35 16,1 0-16,-19 18 15,19-1-15,-1 1 16,-17-18-16,17 35 16,1-17-16,-1-1 15,-17-17-15,-1 36 16,1-19-16,17 1 16,-17 0-16,0 17 15,17-35 1,-17 18-16,0-1 0,-1 1 15,36-1-15,-35 1 16,0-18-16,35 18 16,-35-1-1,17-17-15,0 18 16,1-18-16,-1 18 16,-17 17-16,17-17 15,0-18-15,1 0 16,-1 17-16,1-17 15,-19 18-15,1-1 16,-18 1-16,18-18 16,17 0-1,-17 18-15,0-1 16,-1-17-16,1 18 16,-18 0-16,18-1 15,17 1-15,-17-18 16,17 0-16,1 0 15,-1 0-15,0 18 16,1-18-16,-1 0 16,-17 0-1,0 17 1,17-17-16,-17 0 16,17 0-16,0 0 15,-17 0-15,35 18 16,-18-18-16,1 0 15,-1 0-15,-17 18 16,17-18-16,-17 0 16,17 0 31,1 0 31,-1 0-16,0 0-31,-17 0-15,17 17-16,-17-17 16,0 0-16,17 18 15,1-18-15,-19 0 16,19 0-16,-1 17 16,0-17-16,-17 18 15,18-18-15,-1 0 16,-35 0-16,18 18 15,17-18-15,-17 17 16,0-17-16,17 18 16,-17-18-16,-1 18 15,19-18 1,-19 17-16,-17 1 16,1 17-16,-1-17 0,-18-1 15,36 1-15,0-18 16,35 18-16,-18-18 15,-17 0-15,35 17 16,-36-17-16,19 0 16,-1 0-1,0 0 1,1 18 15,-71 0-15,70-18-1,0 0-15,1 0 16,-1 0-16,-17 17 16,-1-17-16,19 18 15,-18-18-15,-1 18 16,19 17-16,-36-18 16,17 1-16,1 0 15,18-1-15,-19 1 16,1 0-16,17-18 15,-17 17-15,17-17 16,1 0-16,-18 18 16,-1 0-16,36-1 15,-17 1 1,-19-18-16,19 0 0,-1 0 16,0 18-16,1-1 15,-19-17 1,19 18-16,-1-18 15,1 0 64,-1 0 61</inkml:trace>
  <inkml:trace contextRef="#ctx0" brushRef="#br2" timeOffset="26834.46">15893 17198 0,'0'18'78,"-18"-1"-78,0 1 16,18-1-16,0 1 31,0 0-16,0-1-15,0 19 16,0-19-16,0 1 16,0 0-16,0-1 15,18-17 1,-18 18-16,18-18 16,-1 17-1,1-17 1,17 0-16,-17 0 15,-1 0 48,-17-17-32,0-1-15,-17 1-1,17-1 64,-18 18-79,-17 0 15,0 0 1,17 0-16,0 18 15,1-1-15,-1-17 16,18 18 62,0-1-78,0 1 16,18-18-16,-1 0 15,1 0 32,17-35-47,1 0 16,-1 35-16,-18 0 0,-17-18 16,0 0-1,18 1-15,0 17 16,-18-18-16,0 0 15,0-17 1,0 17 0,0 1 15,-18-1-31,0 18 156,18 18-140,0-1-1,0 1-15,0 0 16</inkml:trace>
  <inkml:trace contextRef="#ctx0" brushRef="#br2" timeOffset="43190.71">25506 10425 0,'17'0'46,"1"0"-30,0 0 78,-1 0-63,-17-18 16,0 0-47,-17 1 16,-1-1-16,0-17 15,1 35 1,17-18-1,0 36 79,17 35-78,-17-36-1,18 36-15,17-18 16,-17 1-16,17-19 16,-35 1-16,18-18 62,0 0-62,-1-18 16,-17-17-16,18 0 15,-18 17-15,0-17 16,0 0 0,0 52 140,0 19-156,0-19 16,0 18-16,0-17 15,0 0 1,17-18-16,-17-18 47,0-17-32,0 17-15,-17-17 16,-1 0-16,18 17 16,-17 0-16,17 1 15,-18 17 32,18 17 16,18 19-48,-1-1-15,-17-17 16,0-54 62,0 1-62,-17 17-16,-1 1 15,18-1-15,-18 18 16,18-18-16,0 36 125,0 0-110,0 17-15,0-17 16,18-18-16,-18-18 109,-18-17-109,1 35 16,17-36-16</inkml:trace>
  <inkml:trace contextRef="#ctx0" brushRef="#br2" timeOffset="43456.49">25612 10266 0,'-18'17'47,"18"1"-32,0 17-15,0 1 16,35 17-16,-17-18 16,0-35-16,-18 17 15,17-17-15,-17-17 63,0-1-32</inkml:trace>
  <inkml:trace contextRef="#ctx0" brushRef="#br2" timeOffset="44784.5">21184 13652 0,'0'18'78,"0"17"-78,18-17 16,0-18-16,-1 0 62,18 0-62,-35-18 16,18 18-16,17-17 16,-17-1-16,0 0 15,-1 1-15,-17-1 31,-17 18-15,17-17-16,-36 17 16,19 0 46</inkml:trace>
  <inkml:trace contextRef="#ctx0" brushRef="#br2" timeOffset="46357.58">15804 17268 0,'18'0'94,"-18"-17"93,18 17-140,-1 0-31,-17-18 31,0 1-1,18 17 48,17 0-94,-35-18 16,18 18-16</inkml:trace>
  <inkml:trace contextRef="#ctx0" brushRef="#br2" timeOffset="52623.54">19015 11042 0,'17'0'79,"1"0"-64,0 0-15,-1 0 16,1 0-16,35 0 15,-36 0 1,19 0-16,-1 0 16,-17 0-16,17 0 15,-17 0-15,17 0 16,0 0-16,0 0 16,-17 0-1,0 0 16,-1 0-31,-17-18 16,18 18-16,0 0 47,-1-17-31,-34-1 109</inkml:trace>
  <inkml:trace contextRef="#ctx0" brushRef="#br2" timeOffset="54600.39">18362 10954 0,'18'0'62,"-1"-18"1,-17 0-48,36 18-15,-19 0 16,19 0-16,-1-17 16,-18 17-16,19 0 15,-19 0 32,1 0-31,-18 17 46,0 19-46,0-1-1,0-17-15,0 17 16,-18 0-16,-17-17 16,0 17-16,17-17 15,1-1-15,-1-17 16,0 18-16,18 0 16,-17-1-16,-1 1 15,18 0 1,-18-1-1,1-17-15,-1 18 16,18 0 0,35-18 124,-17 0-124,17 0-16,-17 0 16,0-18-16,-1 18 15,1 0-15,17 0 16,-17 0-16,-1 18 15,1-18-15,17 0 16,-35 35-16,36-18 16,-19 1-16,1 0 15,-18-1-15,0 1 16,0 0 0,0-1-1,17 1-15,-17 0 16,0 17-1,0-18-15,0 1 16,-35 0-16,0-1 16,17 1-16,-17 0 15,0-18-15,17 0 16,-52 0 0,52 0-16,-17 0 15,17 0-15,-17 0 16,-1 17-16,19-17 15,-18 0-15,17 0 16,0 0-16,-17 0 16,17 0-16,-17 0 15,17 0 1,1 0-16,-1 0 94,18-17-94,-18-19 15,18 1-15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70524E-1A25-4575-8B2F-EB3F7647643C}" type="datetimeFigureOut">
              <a:rPr lang="en-IN" smtClean="0"/>
              <a:t>24-08-2025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C27635-6AA7-4679-BA91-BC6CFED38C01}" type="slidenum">
              <a:rPr lang="en-IN" smtClean="0"/>
              <a:t>‹#›</a:t>
            </a:fld>
            <a:endParaRPr lang="en-IN"/>
          </a:p>
        </p:txBody>
      </p:sp>
    </p:spTree>
    <p:extLst>
      <p:ext uri="{BB962C8B-B14F-4D97-AF65-F5344CB8AC3E}">
        <p14:creationId xmlns:p14="http://schemas.microsoft.com/office/powerpoint/2010/main" val="2500988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Ans: The distribution will be smooth. We could even compute 95% confidence interval, which was not possible with just 3 sample means.</a:t>
            </a:r>
          </a:p>
        </p:txBody>
      </p:sp>
      <p:sp>
        <p:nvSpPr>
          <p:cNvPr id="4" name="Slide Number Placeholder 3"/>
          <p:cNvSpPr>
            <a:spLocks noGrp="1"/>
          </p:cNvSpPr>
          <p:nvPr>
            <p:ph type="sldNum" sz="quarter" idx="5"/>
          </p:nvPr>
        </p:nvSpPr>
        <p:spPr/>
        <p:txBody>
          <a:bodyPr/>
          <a:lstStyle/>
          <a:p>
            <a:fld id="{12C27635-6AA7-4679-BA91-BC6CFED38C01}" type="slidenum">
              <a:rPr lang="en-IN" smtClean="0"/>
              <a:t>11</a:t>
            </a:fld>
            <a:endParaRPr lang="en-IN"/>
          </a:p>
        </p:txBody>
      </p:sp>
    </p:spTree>
    <p:extLst>
      <p:ext uri="{BB962C8B-B14F-4D97-AF65-F5344CB8AC3E}">
        <p14:creationId xmlns:p14="http://schemas.microsoft.com/office/powerpoint/2010/main" val="2690401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Draw a line through the points and show the positive errors and negative errors. </a:t>
            </a:r>
          </a:p>
          <a:p>
            <a:r>
              <a:rPr lang="en-IN" dirty="0"/>
              <a:t>If these errors are summed to get the total error, errors may cancel out each other.</a:t>
            </a:r>
          </a:p>
          <a:p>
            <a:r>
              <a:rPr lang="en-IN" dirty="0"/>
              <a:t>Therefore, square of the errors is taken in count.</a:t>
            </a:r>
          </a:p>
          <a:p>
            <a:r>
              <a:rPr lang="en-IN" dirty="0"/>
              <a:t>A line that passes (or may be not) through these points and yet produces minimum (least) squares of error is called a regression line.</a:t>
            </a:r>
          </a:p>
          <a:p>
            <a:r>
              <a:rPr lang="en-IN" dirty="0"/>
              <a:t>This process of finding the line with least squares (sum) is called method of least square (OLS).</a:t>
            </a:r>
          </a:p>
          <a:p>
            <a:r>
              <a:rPr lang="en-IN" dirty="0"/>
              <a:t>Parameters of regression line can be found out using Normal Equation (or through other optimization techniques like Gradient Descent).</a:t>
            </a:r>
          </a:p>
          <a:p>
            <a:r>
              <a:rPr lang="en-IN" dirty="0"/>
              <a:t>OLS is our cost or objective function that we have to optimize.</a:t>
            </a:r>
          </a:p>
        </p:txBody>
      </p:sp>
      <p:sp>
        <p:nvSpPr>
          <p:cNvPr id="4" name="Slide Number Placeholder 3"/>
          <p:cNvSpPr>
            <a:spLocks noGrp="1"/>
          </p:cNvSpPr>
          <p:nvPr>
            <p:ph type="sldNum" sz="quarter" idx="5"/>
          </p:nvPr>
        </p:nvSpPr>
        <p:spPr/>
        <p:txBody>
          <a:bodyPr/>
          <a:lstStyle/>
          <a:p>
            <a:fld id="{70DFA4F8-EA56-4628-98E5-697B5C919D57}" type="slidenum">
              <a:rPr lang="en-IN" smtClean="0"/>
              <a:t>13</a:t>
            </a:fld>
            <a:endParaRPr lang="en-IN"/>
          </a:p>
        </p:txBody>
      </p:sp>
    </p:spTree>
    <p:extLst>
      <p:ext uri="{BB962C8B-B14F-4D97-AF65-F5344CB8AC3E}">
        <p14:creationId xmlns:p14="http://schemas.microsoft.com/office/powerpoint/2010/main" val="1790830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sum(x)=2 sum(x^2)=14 sum(y)=2 sum(</a:t>
            </a:r>
            <a:r>
              <a:rPr lang="en-IN" dirty="0" err="1"/>
              <a:t>xy</a:t>
            </a:r>
            <a:r>
              <a:rPr lang="en-IN" dirty="0"/>
              <a:t>)=9 </a:t>
            </a:r>
          </a:p>
          <a:p>
            <a:r>
              <a:rPr lang="en-IN" dirty="0"/>
              <a:t>a=3*9-4/3*14-4=23/38   </a:t>
            </a:r>
          </a:p>
          <a:p>
            <a:r>
              <a:rPr lang="en-IN" dirty="0"/>
              <a:t>c=1/3(2-23/38*2)=1/3(2-46/38)=1/3(30/38)=1/3(15/19)=5/19</a:t>
            </a:r>
          </a:p>
        </p:txBody>
      </p:sp>
      <p:sp>
        <p:nvSpPr>
          <p:cNvPr id="4" name="Slide Number Placeholder 3"/>
          <p:cNvSpPr>
            <a:spLocks noGrp="1"/>
          </p:cNvSpPr>
          <p:nvPr>
            <p:ph type="sldNum" sz="quarter" idx="5"/>
          </p:nvPr>
        </p:nvSpPr>
        <p:spPr/>
        <p:txBody>
          <a:bodyPr/>
          <a:lstStyle/>
          <a:p>
            <a:fld id="{70DFA4F8-EA56-4628-98E5-697B5C919D57}" type="slidenum">
              <a:rPr lang="en-IN" smtClean="0"/>
              <a:t>15</a:t>
            </a:fld>
            <a:endParaRPr lang="en-IN"/>
          </a:p>
        </p:txBody>
      </p:sp>
    </p:spTree>
    <p:extLst>
      <p:ext uri="{BB962C8B-B14F-4D97-AF65-F5344CB8AC3E}">
        <p14:creationId xmlns:p14="http://schemas.microsoft.com/office/powerpoint/2010/main" val="1828855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a=1.7, b=1.9</a:t>
            </a:r>
          </a:p>
        </p:txBody>
      </p:sp>
      <p:sp>
        <p:nvSpPr>
          <p:cNvPr id="4" name="Slide Number Placeholder 3"/>
          <p:cNvSpPr>
            <a:spLocks noGrp="1"/>
          </p:cNvSpPr>
          <p:nvPr>
            <p:ph type="sldNum" sz="quarter" idx="5"/>
          </p:nvPr>
        </p:nvSpPr>
        <p:spPr/>
        <p:txBody>
          <a:bodyPr/>
          <a:lstStyle/>
          <a:p>
            <a:fld id="{70DFA4F8-EA56-4628-98E5-697B5C919D57}" type="slidenum">
              <a:rPr lang="en-IN" smtClean="0"/>
              <a:t>16</a:t>
            </a:fld>
            <a:endParaRPr lang="en-IN"/>
          </a:p>
        </p:txBody>
      </p:sp>
    </p:spTree>
    <p:extLst>
      <p:ext uri="{BB962C8B-B14F-4D97-AF65-F5344CB8AC3E}">
        <p14:creationId xmlns:p14="http://schemas.microsoft.com/office/powerpoint/2010/main" val="4210997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Expense=3.75+0.75*Age</a:t>
            </a:r>
          </a:p>
          <a:p>
            <a:r>
              <a:rPr lang="en-IN" dirty="0"/>
              <a:t>6.75 lakh</a:t>
            </a:r>
          </a:p>
        </p:txBody>
      </p:sp>
      <p:sp>
        <p:nvSpPr>
          <p:cNvPr id="4" name="Slide Number Placeholder 3"/>
          <p:cNvSpPr>
            <a:spLocks noGrp="1"/>
          </p:cNvSpPr>
          <p:nvPr>
            <p:ph type="sldNum" sz="quarter" idx="5"/>
          </p:nvPr>
        </p:nvSpPr>
        <p:spPr/>
        <p:txBody>
          <a:bodyPr/>
          <a:lstStyle/>
          <a:p>
            <a:fld id="{70DFA4F8-EA56-4628-98E5-697B5C919D57}" type="slidenum">
              <a:rPr lang="en-IN" smtClean="0"/>
              <a:t>17</a:t>
            </a:fld>
            <a:endParaRPr lang="en-IN"/>
          </a:p>
        </p:txBody>
      </p:sp>
    </p:spTree>
    <p:extLst>
      <p:ext uri="{BB962C8B-B14F-4D97-AF65-F5344CB8AC3E}">
        <p14:creationId xmlns:p14="http://schemas.microsoft.com/office/powerpoint/2010/main" val="1746818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4C108-7423-770E-B9F9-3418712654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7CAA5B6-F814-DEBF-7B2D-69F856C4C9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5946708-215B-E24E-7334-9C5A45A36986}"/>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5" name="Footer Placeholder 4">
            <a:extLst>
              <a:ext uri="{FF2B5EF4-FFF2-40B4-BE49-F238E27FC236}">
                <a16:creationId xmlns:a16="http://schemas.microsoft.com/office/drawing/2014/main" id="{EEF92D19-8FD1-BD5C-25D5-A1561366AF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288DF2-5E9E-4C05-DDF6-71E70D75254C}"/>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1167868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96D3F-F905-605E-5FA5-801C921232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60A313-89C9-A129-3A6C-A5B35CD8F8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E0F804-698A-0BE1-3584-65051854D26C}"/>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5" name="Footer Placeholder 4">
            <a:extLst>
              <a:ext uri="{FF2B5EF4-FFF2-40B4-BE49-F238E27FC236}">
                <a16:creationId xmlns:a16="http://schemas.microsoft.com/office/drawing/2014/main" id="{4D9BCB01-F85B-540B-5B8B-C5370DCC3D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8D1E9E-4183-2350-E7CE-F2BDA9493AF8}"/>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2297401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61986-33C6-32F0-18C4-CAF49E2C9D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E2C6E46-FC5C-4692-6D41-F4D254CD01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498426-AD39-E06C-955F-77CACFD16298}"/>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5" name="Footer Placeholder 4">
            <a:extLst>
              <a:ext uri="{FF2B5EF4-FFF2-40B4-BE49-F238E27FC236}">
                <a16:creationId xmlns:a16="http://schemas.microsoft.com/office/drawing/2014/main" id="{01CB3DFF-2750-A521-D996-5841E788F4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45C342-51AC-A70F-D70E-23B5ADE4727A}"/>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553982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BEC8D-0C31-EE9C-2168-5E4EFCA262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C8602E-FCC3-557D-EBBC-148D328683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C969417-39B2-AD08-DD67-2F24170AF4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D63F58-E585-DC29-23FE-9AF47C9F88E4}"/>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6" name="Footer Placeholder 5">
            <a:extLst>
              <a:ext uri="{FF2B5EF4-FFF2-40B4-BE49-F238E27FC236}">
                <a16:creationId xmlns:a16="http://schemas.microsoft.com/office/drawing/2014/main" id="{990AB362-A37C-D43C-4EC7-A33FF2F495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68922C-DD9D-4290-441F-426BEA493107}"/>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144649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8C5D4-2DE4-4CCA-E467-5BA4883764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29BBA1-F25E-82F8-13A7-AFAE6C9C11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E2F4FE-5088-77D2-19C9-BF766543EE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ACE1B2-6C3D-B6AD-089D-4849CC205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1A2CDB-0A7C-E730-0B37-16D3BECB22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6738AB-5E4B-F5C2-A817-AF77DC9077FC}"/>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8" name="Footer Placeholder 7">
            <a:extLst>
              <a:ext uri="{FF2B5EF4-FFF2-40B4-BE49-F238E27FC236}">
                <a16:creationId xmlns:a16="http://schemas.microsoft.com/office/drawing/2014/main" id="{576BB782-3089-1EA7-4693-A9322690637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065B5-F8FB-91D3-E458-7D4EBAEEAC4C}"/>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650917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19B96-F60C-47D4-BC14-BE86AA989A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E2F77D-DDBD-93FF-16A9-BE3D4E8FFE9D}"/>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4" name="Footer Placeholder 3">
            <a:extLst>
              <a:ext uri="{FF2B5EF4-FFF2-40B4-BE49-F238E27FC236}">
                <a16:creationId xmlns:a16="http://schemas.microsoft.com/office/drawing/2014/main" id="{C4A6869C-3AAA-2AD2-43E9-C8910445A9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4B6FFE-CF5A-D209-25D0-553EDD9BB910}"/>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2761289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F64771-E26E-110F-DC7B-CF30B5798E21}"/>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3" name="Footer Placeholder 2">
            <a:extLst>
              <a:ext uri="{FF2B5EF4-FFF2-40B4-BE49-F238E27FC236}">
                <a16:creationId xmlns:a16="http://schemas.microsoft.com/office/drawing/2014/main" id="{2FF1A845-3706-781D-8F10-DD70C8954C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3103BD4-535E-0866-442E-60050FF0A779}"/>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1056512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10AEA-0ABE-50A0-D1EE-7A4726EF2B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375B532-D4EA-7A1E-C8A9-5FAFA457A5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CD0DFA0-BD84-8F02-CE3D-088A8AE26E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66227F-B2ED-338F-01B5-15AB4B9002F6}"/>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6" name="Footer Placeholder 5">
            <a:extLst>
              <a:ext uri="{FF2B5EF4-FFF2-40B4-BE49-F238E27FC236}">
                <a16:creationId xmlns:a16="http://schemas.microsoft.com/office/drawing/2014/main" id="{CD220CFE-8743-684E-22B4-C31573CCF0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5594E5-5285-5316-4890-9164B1E3AAF9}"/>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2203992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0119-3C2B-223A-6410-EF1D816EB2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3496CDE-5DB5-49F0-0E98-EA72FF20E9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25421E-2C8D-8217-A576-D0B133F30F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A3859C-5343-4035-F329-BD74DC1B4E9A}"/>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6" name="Footer Placeholder 5">
            <a:extLst>
              <a:ext uri="{FF2B5EF4-FFF2-40B4-BE49-F238E27FC236}">
                <a16:creationId xmlns:a16="http://schemas.microsoft.com/office/drawing/2014/main" id="{92813EC7-E22B-ED68-62E8-5A4C566610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2B6D8B-206E-743C-C067-0029F480B8D6}"/>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1262570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1F783-ADF2-6E09-5CDA-F88E068449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AD2451-635A-8E43-DF63-4C6026DFCC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FDAFD8-C4BD-535B-8AE3-8F4538EEB910}"/>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5" name="Footer Placeholder 4">
            <a:extLst>
              <a:ext uri="{FF2B5EF4-FFF2-40B4-BE49-F238E27FC236}">
                <a16:creationId xmlns:a16="http://schemas.microsoft.com/office/drawing/2014/main" id="{AC818FAF-4675-686F-5B00-6EB2A2C2F0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1F6F36-A2B0-7BE4-89D5-BEDF6574CE11}"/>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828009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2D2CF-EA0C-920F-95F3-57721B1B20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517060-57EE-0394-0AB4-A5854A7184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4C3CC7-44FA-B404-91EE-90AFC984AC36}"/>
              </a:ext>
            </a:extLst>
          </p:cNvPr>
          <p:cNvSpPr>
            <a:spLocks noGrp="1"/>
          </p:cNvSpPr>
          <p:nvPr>
            <p:ph type="dt" sz="half" idx="10"/>
          </p:nvPr>
        </p:nvSpPr>
        <p:spPr/>
        <p:txBody>
          <a:bodyPr/>
          <a:lstStyle/>
          <a:p>
            <a:fld id="{9BFB469B-3B03-48B0-8C6D-2A2898EC8FD5}" type="datetimeFigureOut">
              <a:rPr lang="en-IN" smtClean="0"/>
              <a:t>24-08-2025</a:t>
            </a:fld>
            <a:endParaRPr lang="en-IN"/>
          </a:p>
        </p:txBody>
      </p:sp>
      <p:sp>
        <p:nvSpPr>
          <p:cNvPr id="5" name="Footer Placeholder 4">
            <a:extLst>
              <a:ext uri="{FF2B5EF4-FFF2-40B4-BE49-F238E27FC236}">
                <a16:creationId xmlns:a16="http://schemas.microsoft.com/office/drawing/2014/main" id="{289963F4-1B38-1767-B7C7-9CEA0C868A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33AE52-4F46-DE29-BAEC-03DDC579327B}"/>
              </a:ext>
            </a:extLst>
          </p:cNvPr>
          <p:cNvSpPr>
            <a:spLocks noGrp="1"/>
          </p:cNvSpPr>
          <p:nvPr>
            <p:ph type="sldNum" sz="quarter" idx="12"/>
          </p:nvPr>
        </p:nvSpPr>
        <p:spPr/>
        <p:txBody>
          <a:bodyPr/>
          <a:lstStyle/>
          <a:p>
            <a:fld id="{7F69D80A-4EAA-4722-881D-45BC6C98CC7C}" type="slidenum">
              <a:rPr lang="en-IN" smtClean="0"/>
              <a:t>‹#›</a:t>
            </a:fld>
            <a:endParaRPr lang="en-IN"/>
          </a:p>
        </p:txBody>
      </p:sp>
    </p:spTree>
    <p:extLst>
      <p:ext uri="{BB962C8B-B14F-4D97-AF65-F5344CB8AC3E}">
        <p14:creationId xmlns:p14="http://schemas.microsoft.com/office/powerpoint/2010/main" val="495353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D97FD5-2623-C9DF-C5CD-62746CC552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420AE7-6772-4C94-F1EC-475C13E01A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A2FE65-E267-4508-8440-C4DA0ED0C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FB469B-3B03-48B0-8C6D-2A2898EC8FD5}" type="datetimeFigureOut">
              <a:rPr lang="en-IN" smtClean="0"/>
              <a:t>24-08-2025</a:t>
            </a:fld>
            <a:endParaRPr lang="en-IN"/>
          </a:p>
        </p:txBody>
      </p:sp>
      <p:sp>
        <p:nvSpPr>
          <p:cNvPr id="5" name="Footer Placeholder 4">
            <a:extLst>
              <a:ext uri="{FF2B5EF4-FFF2-40B4-BE49-F238E27FC236}">
                <a16:creationId xmlns:a16="http://schemas.microsoft.com/office/drawing/2014/main" id="{056926B4-3545-98D7-568F-8B4F3FD80A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F70AD7F-771D-026C-749F-DFA9387154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69D80A-4EAA-4722-881D-45BC6C98CC7C}" type="slidenum">
              <a:rPr lang="en-IN" smtClean="0"/>
              <a:t>‹#›</a:t>
            </a:fld>
            <a:endParaRPr lang="en-IN"/>
          </a:p>
        </p:txBody>
      </p:sp>
    </p:spTree>
    <p:extLst>
      <p:ext uri="{BB962C8B-B14F-4D97-AF65-F5344CB8AC3E}">
        <p14:creationId xmlns:p14="http://schemas.microsoft.com/office/powerpoint/2010/main" val="3938275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1286F-D246-6F29-DD08-DF874EF35DB0}"/>
              </a:ext>
            </a:extLst>
          </p:cNvPr>
          <p:cNvSpPr>
            <a:spLocks noGrp="1"/>
          </p:cNvSpPr>
          <p:nvPr>
            <p:ph type="ctrTitle"/>
          </p:nvPr>
        </p:nvSpPr>
        <p:spPr/>
        <p:txBody>
          <a:bodyPr/>
          <a:lstStyle/>
          <a:p>
            <a:r>
              <a:rPr lang="en-IN" dirty="0"/>
              <a:t>A review of Machine Learning</a:t>
            </a:r>
          </a:p>
        </p:txBody>
      </p:sp>
      <p:sp>
        <p:nvSpPr>
          <p:cNvPr id="3" name="Subtitle 2">
            <a:extLst>
              <a:ext uri="{FF2B5EF4-FFF2-40B4-BE49-F238E27FC236}">
                <a16:creationId xmlns:a16="http://schemas.microsoft.com/office/drawing/2014/main" id="{38EDE178-71CD-17CB-47A1-387C032091D4}"/>
              </a:ext>
            </a:extLst>
          </p:cNvPr>
          <p:cNvSpPr>
            <a:spLocks noGrp="1"/>
          </p:cNvSpPr>
          <p:nvPr>
            <p:ph type="subTitle" idx="1"/>
          </p:nvPr>
        </p:nvSpPr>
        <p:spPr/>
        <p:txBody>
          <a:bodyPr/>
          <a:lstStyle/>
          <a:p>
            <a:r>
              <a:rPr lang="en-IN" dirty="0"/>
              <a:t>Deep Learning-Odd Sem (2025)</a:t>
            </a:r>
          </a:p>
          <a:p>
            <a:r>
              <a:rPr lang="en-IN" dirty="0"/>
              <a:t>-Dr. Prateek Pandey</a:t>
            </a:r>
          </a:p>
        </p:txBody>
      </p:sp>
    </p:spTree>
    <p:extLst>
      <p:ext uri="{BB962C8B-B14F-4D97-AF65-F5344CB8AC3E}">
        <p14:creationId xmlns:p14="http://schemas.microsoft.com/office/powerpoint/2010/main" val="1815762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BCD2F-9F67-ECDC-BAC7-2AC2E395CAB2}"/>
              </a:ext>
            </a:extLst>
          </p:cNvPr>
          <p:cNvSpPr>
            <a:spLocks noGrp="1"/>
          </p:cNvSpPr>
          <p:nvPr>
            <p:ph type="title"/>
          </p:nvPr>
        </p:nvSpPr>
        <p:spPr/>
        <p:txBody>
          <a:bodyPr/>
          <a:lstStyle/>
          <a:p>
            <a:pPr algn="ctr"/>
            <a:r>
              <a:rPr lang="en-IN" dirty="0"/>
              <a:t>Machine Learning Definition</a:t>
            </a:r>
          </a:p>
        </p:txBody>
      </p:sp>
      <p:sp>
        <p:nvSpPr>
          <p:cNvPr id="3" name="Content Placeholder 2">
            <a:extLst>
              <a:ext uri="{FF2B5EF4-FFF2-40B4-BE49-F238E27FC236}">
                <a16:creationId xmlns:a16="http://schemas.microsoft.com/office/drawing/2014/main" id="{43B4FE48-E800-003C-3A23-601521E89BA2}"/>
              </a:ext>
            </a:extLst>
          </p:cNvPr>
          <p:cNvSpPr>
            <a:spLocks noGrp="1"/>
          </p:cNvSpPr>
          <p:nvPr>
            <p:ph idx="1"/>
          </p:nvPr>
        </p:nvSpPr>
        <p:spPr/>
        <p:txBody>
          <a:bodyPr/>
          <a:lstStyle/>
          <a:p>
            <a:pPr algn="just"/>
            <a:r>
              <a:rPr lang="en-US" dirty="0"/>
              <a:t>Machine learning is using algorithms to extract information from raw data and represent it in some type of model. We use this model to infer things about other data we have not yet modeled. </a:t>
            </a:r>
          </a:p>
          <a:p>
            <a:pPr algn="just"/>
            <a:r>
              <a:rPr lang="en-US" dirty="0"/>
              <a:t>Neural networks are one type of model for machine learning.</a:t>
            </a:r>
          </a:p>
          <a:p>
            <a:pPr algn="just"/>
            <a:endParaRPr lang="en-US" dirty="0"/>
          </a:p>
          <a:p>
            <a:pPr algn="just"/>
            <a:r>
              <a:rPr lang="en-US" dirty="0"/>
              <a:t>The field of study that gives computers the ability to learn without being explicitly programmed-Arthur Samuel</a:t>
            </a:r>
            <a:endParaRPr lang="en-IN" dirty="0"/>
          </a:p>
        </p:txBody>
      </p:sp>
    </p:spTree>
    <p:extLst>
      <p:ext uri="{BB962C8B-B14F-4D97-AF65-F5344CB8AC3E}">
        <p14:creationId xmlns:p14="http://schemas.microsoft.com/office/powerpoint/2010/main" val="170138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ED44F-8B03-407F-4062-DEA0D3723040}"/>
              </a:ext>
            </a:extLst>
          </p:cNvPr>
          <p:cNvSpPr>
            <a:spLocks noGrp="1"/>
          </p:cNvSpPr>
          <p:nvPr>
            <p:ph type="title"/>
          </p:nvPr>
        </p:nvSpPr>
        <p:spPr/>
        <p:txBody>
          <a:bodyPr/>
          <a:lstStyle/>
          <a:p>
            <a:pPr algn="ctr"/>
            <a:r>
              <a:rPr lang="en-IN" dirty="0"/>
              <a:t>The relationship between AI and DL</a:t>
            </a:r>
          </a:p>
        </p:txBody>
      </p:sp>
      <p:graphicFrame>
        <p:nvGraphicFramePr>
          <p:cNvPr id="4" name="Content Placeholder 3">
            <a:extLst>
              <a:ext uri="{FF2B5EF4-FFF2-40B4-BE49-F238E27FC236}">
                <a16:creationId xmlns:a16="http://schemas.microsoft.com/office/drawing/2014/main" id="{4C8A7DDE-BF86-A2FA-2D87-A34E068CC55F}"/>
              </a:ext>
            </a:extLst>
          </p:cNvPr>
          <p:cNvGraphicFramePr>
            <a:graphicFrameLocks noGrp="1"/>
          </p:cNvGraphicFramePr>
          <p:nvPr>
            <p:ph idx="1"/>
            <p:extLst>
              <p:ext uri="{D42A27DB-BD31-4B8C-83A1-F6EECF244321}">
                <p14:modId xmlns:p14="http://schemas.microsoft.com/office/powerpoint/2010/main" val="17156171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684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A587-D22B-FE97-DF9D-A3F9EAB31062}"/>
              </a:ext>
            </a:extLst>
          </p:cNvPr>
          <p:cNvSpPr>
            <a:spLocks noGrp="1"/>
          </p:cNvSpPr>
          <p:nvPr>
            <p:ph type="title"/>
          </p:nvPr>
        </p:nvSpPr>
        <p:spPr/>
        <p:txBody>
          <a:bodyPr/>
          <a:lstStyle/>
          <a:p>
            <a:pPr algn="ctr"/>
            <a:r>
              <a:rPr lang="en-IN" dirty="0"/>
              <a:t>Scalars, Vectors, Matrices and Tensors</a:t>
            </a:r>
          </a:p>
        </p:txBody>
      </p:sp>
      <p:sp>
        <p:nvSpPr>
          <p:cNvPr id="3" name="Content Placeholder 2">
            <a:extLst>
              <a:ext uri="{FF2B5EF4-FFF2-40B4-BE49-F238E27FC236}">
                <a16:creationId xmlns:a16="http://schemas.microsoft.com/office/drawing/2014/main" id="{4FD4701E-9C53-673F-4A2B-0056275730F9}"/>
              </a:ext>
            </a:extLst>
          </p:cNvPr>
          <p:cNvSpPr>
            <a:spLocks noGrp="1"/>
          </p:cNvSpPr>
          <p:nvPr>
            <p:ph idx="1"/>
          </p:nvPr>
        </p:nvSpPr>
        <p:spPr/>
        <p:txBody>
          <a:bodyPr/>
          <a:lstStyle/>
          <a:p>
            <a:r>
              <a:rPr lang="en-IN" dirty="0"/>
              <a:t>Scalars </a:t>
            </a:r>
            <a:r>
              <a:rPr lang="en-IN" dirty="0">
                <a:sym typeface="Wingdings" panose="05000000000000000000" pitchFamily="2" charset="2"/>
              </a:rPr>
              <a:t> Elements in a vector</a:t>
            </a:r>
          </a:p>
          <a:p>
            <a:r>
              <a:rPr lang="en-IN" dirty="0">
                <a:sym typeface="Wingdings" panose="05000000000000000000" pitchFamily="2" charset="2"/>
              </a:rPr>
              <a:t>Vector  an array of n numbers called ‘elements’ or ‘scalars’.</a:t>
            </a:r>
          </a:p>
          <a:p>
            <a:r>
              <a:rPr lang="en-IN" dirty="0">
                <a:sym typeface="Wingdings" panose="05000000000000000000" pitchFamily="2" charset="2"/>
              </a:rPr>
              <a:t>x=[x1, x2, x3, …]</a:t>
            </a:r>
          </a:p>
          <a:p>
            <a:r>
              <a:rPr lang="en-IN" dirty="0">
                <a:sym typeface="Wingdings" panose="05000000000000000000" pitchFamily="2" charset="2"/>
              </a:rPr>
              <a:t>Vectors also represent points in space.</a:t>
            </a:r>
          </a:p>
          <a:p>
            <a:r>
              <a:rPr lang="en-IN" dirty="0">
                <a:sym typeface="Wingdings" panose="05000000000000000000" pitchFamily="2" charset="2"/>
              </a:rPr>
              <a:t>Matrix a group of vectors, all have the same dimension. E.g. 3x3 matrix.</a:t>
            </a:r>
          </a:p>
          <a:p>
            <a:r>
              <a:rPr lang="en-IN" dirty="0">
                <a:sym typeface="Wingdings" panose="05000000000000000000" pitchFamily="2" charset="2"/>
              </a:rPr>
              <a:t>Tensors  An ‘n’ dimensional array. More general than a vector. It has a rank. Rank 0=scalar. Rank 1 = Vector, Rank 2= Matrix, Rank 3 or more = Tensor.</a:t>
            </a:r>
            <a:endParaRPr lang="en-IN" dirty="0"/>
          </a:p>
        </p:txBody>
      </p:sp>
    </p:spTree>
    <p:extLst>
      <p:ext uri="{BB962C8B-B14F-4D97-AF65-F5344CB8AC3E}">
        <p14:creationId xmlns:p14="http://schemas.microsoft.com/office/powerpoint/2010/main" val="363866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6D63-24A0-F4EB-8FE9-F9606C9749EE}"/>
              </a:ext>
            </a:extLst>
          </p:cNvPr>
          <p:cNvSpPr>
            <a:spLocks noGrp="1"/>
          </p:cNvSpPr>
          <p:nvPr>
            <p:ph type="title"/>
          </p:nvPr>
        </p:nvSpPr>
        <p:spPr/>
        <p:txBody>
          <a:bodyPr/>
          <a:lstStyle/>
          <a:p>
            <a:pPr algn="ctr"/>
            <a:r>
              <a:rPr lang="en-IN" dirty="0"/>
              <a:t>Hyperplane</a:t>
            </a:r>
          </a:p>
        </p:txBody>
      </p:sp>
      <p:sp>
        <p:nvSpPr>
          <p:cNvPr id="3" name="Content Placeholder 2">
            <a:extLst>
              <a:ext uri="{FF2B5EF4-FFF2-40B4-BE49-F238E27FC236}">
                <a16:creationId xmlns:a16="http://schemas.microsoft.com/office/drawing/2014/main" id="{27BCC6F0-55F5-1362-C991-45DA60F14607}"/>
              </a:ext>
            </a:extLst>
          </p:cNvPr>
          <p:cNvSpPr>
            <a:spLocks noGrp="1"/>
          </p:cNvSpPr>
          <p:nvPr>
            <p:ph idx="1"/>
          </p:nvPr>
        </p:nvSpPr>
        <p:spPr/>
        <p:txBody>
          <a:bodyPr/>
          <a:lstStyle/>
          <a:p>
            <a:r>
              <a:rPr lang="en-IN" dirty="0"/>
              <a:t>A hyperplane is a subspace of one-dimension less than its ambient space.</a:t>
            </a:r>
          </a:p>
          <a:p>
            <a:r>
              <a:rPr lang="en-IN" dirty="0"/>
              <a:t>In a 3-dimension space, a hyperplane would have 2 dimensions.</a:t>
            </a:r>
          </a:p>
          <a:p>
            <a:r>
              <a:rPr lang="en-IN" dirty="0"/>
              <a:t>In a 2D space, a hyperplane will have 1-D.</a:t>
            </a:r>
          </a:p>
          <a:p>
            <a:r>
              <a:rPr lang="en-IN" dirty="0"/>
              <a:t>A hyperplane is a mathematical construct that divides an n-dimensional space into separate parts, and therefore is useful in applications like classification.</a:t>
            </a:r>
          </a:p>
        </p:txBody>
      </p:sp>
    </p:spTree>
    <p:extLst>
      <p:ext uri="{BB962C8B-B14F-4D97-AF65-F5344CB8AC3E}">
        <p14:creationId xmlns:p14="http://schemas.microsoft.com/office/powerpoint/2010/main" val="3810040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3EB9C-427A-557E-1924-A65F06C1B627}"/>
              </a:ext>
            </a:extLst>
          </p:cNvPr>
          <p:cNvSpPr>
            <a:spLocks noGrp="1"/>
          </p:cNvSpPr>
          <p:nvPr>
            <p:ph type="title"/>
          </p:nvPr>
        </p:nvSpPr>
        <p:spPr/>
        <p:txBody>
          <a:bodyPr/>
          <a:lstStyle/>
          <a:p>
            <a:pPr algn="ctr"/>
            <a:r>
              <a:rPr lang="en-IN" dirty="0"/>
              <a:t>Linear Algebra Operations</a:t>
            </a:r>
          </a:p>
        </p:txBody>
      </p:sp>
      <p:sp>
        <p:nvSpPr>
          <p:cNvPr id="3" name="Content Placeholder 2">
            <a:extLst>
              <a:ext uri="{FF2B5EF4-FFF2-40B4-BE49-F238E27FC236}">
                <a16:creationId xmlns:a16="http://schemas.microsoft.com/office/drawing/2014/main" id="{F57088F4-D9CA-1145-6044-ACBBECF78885}"/>
              </a:ext>
            </a:extLst>
          </p:cNvPr>
          <p:cNvSpPr>
            <a:spLocks noGrp="1"/>
          </p:cNvSpPr>
          <p:nvPr>
            <p:ph idx="1"/>
          </p:nvPr>
        </p:nvSpPr>
        <p:spPr/>
        <p:txBody>
          <a:bodyPr>
            <a:normAutofit fontScale="92500" lnSpcReduction="20000"/>
          </a:bodyPr>
          <a:lstStyle/>
          <a:p>
            <a:r>
              <a:rPr lang="en-IN" dirty="0"/>
              <a:t>Dot Product: [1, 2, 3] . [1, 2, 3] = 1x1 + 2x2 + 3x3 = 14 (results in a value)</a:t>
            </a:r>
          </a:p>
          <a:p>
            <a:r>
              <a:rPr lang="en-IN" dirty="0"/>
              <a:t>Application: cosine similarity</a:t>
            </a:r>
          </a:p>
          <a:p>
            <a:r>
              <a:rPr lang="en-IN" dirty="0"/>
              <a:t>Element-wise product or Hadamard product: takes 2 vectors of the same length and produce a vector of the same length.</a:t>
            </a:r>
          </a:p>
          <a:p>
            <a:r>
              <a:rPr lang="en-IN" dirty="0"/>
              <a:t>[1, 2, 3] ⊙ [1, 2, 3] = [1.1, 2.2, 3.3] = [1, 4, 9]</a:t>
            </a:r>
          </a:p>
          <a:p>
            <a:r>
              <a:rPr lang="en-IN" dirty="0"/>
              <a:t>Application: LSTM, Transformers</a:t>
            </a:r>
          </a:p>
          <a:p>
            <a:r>
              <a:rPr lang="en-IN" dirty="0"/>
              <a:t>Tensor Product (Outer product): [1, 2, 3]</a:t>
            </a:r>
            <a:r>
              <a:rPr lang="en-IN" baseline="30000" dirty="0"/>
              <a:t>T</a:t>
            </a:r>
            <a:r>
              <a:rPr lang="en-IN" dirty="0"/>
              <a:t> ⊗ [4, 5] = [1.4   1.5]</a:t>
            </a:r>
            <a:endParaRPr lang="en-IN" baseline="-25000" dirty="0"/>
          </a:p>
          <a:p>
            <a:r>
              <a:rPr lang="en-IN" dirty="0"/>
              <a:t>                                                                                             [2.4   2.5 ]</a:t>
            </a:r>
          </a:p>
          <a:p>
            <a:r>
              <a:rPr lang="en-IN" dirty="0"/>
              <a:t>                                                                                             [ 3.4   3.5]</a:t>
            </a:r>
            <a:r>
              <a:rPr lang="en-IN" baseline="-25000" dirty="0"/>
              <a:t>3x2</a:t>
            </a:r>
          </a:p>
          <a:p>
            <a:r>
              <a:rPr lang="en-IN" dirty="0"/>
              <a:t>Application: combining text and image, audio and video etc. i.e. fusing representations from different modalities.</a:t>
            </a:r>
          </a:p>
        </p:txBody>
      </p:sp>
    </p:spTree>
    <p:extLst>
      <p:ext uri="{BB962C8B-B14F-4D97-AF65-F5344CB8AC3E}">
        <p14:creationId xmlns:p14="http://schemas.microsoft.com/office/powerpoint/2010/main" val="2947827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4588-E128-3E05-B820-5D4491D1BA2F}"/>
              </a:ext>
            </a:extLst>
          </p:cNvPr>
          <p:cNvSpPr>
            <a:spLocks noGrp="1"/>
          </p:cNvSpPr>
          <p:nvPr>
            <p:ph type="title"/>
          </p:nvPr>
        </p:nvSpPr>
        <p:spPr/>
        <p:txBody>
          <a:bodyPr/>
          <a:lstStyle/>
          <a:p>
            <a:pPr algn="ctr"/>
            <a:r>
              <a:rPr lang="en-IN" dirty="0"/>
              <a:t>Learning Algorithm</a:t>
            </a:r>
          </a:p>
        </p:txBody>
      </p:sp>
      <p:sp>
        <p:nvSpPr>
          <p:cNvPr id="3" name="Content Placeholder 2">
            <a:extLst>
              <a:ext uri="{FF2B5EF4-FFF2-40B4-BE49-F238E27FC236}">
                <a16:creationId xmlns:a16="http://schemas.microsoft.com/office/drawing/2014/main" id="{181D9493-41C4-91CD-C81C-0566BBD738B9}"/>
              </a:ext>
            </a:extLst>
          </p:cNvPr>
          <p:cNvSpPr>
            <a:spLocks noGrp="1"/>
          </p:cNvSpPr>
          <p:nvPr>
            <p:ph idx="1"/>
          </p:nvPr>
        </p:nvSpPr>
        <p:spPr/>
        <p:txBody>
          <a:bodyPr/>
          <a:lstStyle/>
          <a:p>
            <a:r>
              <a:rPr lang="en-IN" dirty="0"/>
              <a:t>Entire procedure by which an ML model:</a:t>
            </a:r>
          </a:p>
          <a:p>
            <a:pPr lvl="1"/>
            <a:r>
              <a:rPr lang="en-IN" sz="2800" dirty="0"/>
              <a:t>selects a hypothesis function (y=</a:t>
            </a:r>
            <a:r>
              <a:rPr lang="en-IN" sz="2800" dirty="0" err="1"/>
              <a:t>mx+c</a:t>
            </a:r>
            <a:r>
              <a:rPr lang="en-IN" sz="2800" dirty="0"/>
              <a:t>)</a:t>
            </a:r>
          </a:p>
          <a:p>
            <a:pPr lvl="1"/>
            <a:r>
              <a:rPr lang="en-IN" sz="2800" dirty="0"/>
              <a:t>measures its performance using a cost function (MSE)</a:t>
            </a:r>
          </a:p>
          <a:p>
            <a:pPr lvl="1"/>
            <a:r>
              <a:rPr lang="en-IN" sz="2800" dirty="0"/>
              <a:t>updates parameter to improve performance using an optimization method (GD)</a:t>
            </a:r>
          </a:p>
        </p:txBody>
      </p:sp>
    </p:spTree>
    <p:extLst>
      <p:ext uri="{BB962C8B-B14F-4D97-AF65-F5344CB8AC3E}">
        <p14:creationId xmlns:p14="http://schemas.microsoft.com/office/powerpoint/2010/main" val="2521370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3991B-25AA-8A58-9481-DA694DB35D7B}"/>
              </a:ext>
            </a:extLst>
          </p:cNvPr>
          <p:cNvSpPr>
            <a:spLocks noGrp="1"/>
          </p:cNvSpPr>
          <p:nvPr>
            <p:ph type="title"/>
          </p:nvPr>
        </p:nvSpPr>
        <p:spPr/>
        <p:txBody>
          <a:bodyPr/>
          <a:lstStyle/>
          <a:p>
            <a:pPr algn="ctr"/>
            <a:r>
              <a:rPr lang="en-IN" dirty="0"/>
              <a:t>Mean Square Error</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C3FC7DE-2514-76BF-1F4E-E6ED6CCA1A85}"/>
                  </a:ext>
                </a:extLst>
              </p:cNvPr>
              <p:cNvSpPr>
                <a:spLocks noGrp="1"/>
              </p:cNvSpPr>
              <p:nvPr>
                <p:ph idx="1"/>
              </p:nvPr>
            </p:nvSpPr>
            <p:spPr/>
            <p:txBody>
              <a:bodyPr>
                <a:normAutofit fontScale="92500" lnSpcReduction="20000"/>
              </a:bodyPr>
              <a:lstStyle/>
              <a:p>
                <a:pPr marL="0" indent="0">
                  <a:buNone/>
                </a:pPr>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𝐽</m:t>
                      </m:r>
                      <m:d>
                        <m:dPr>
                          <m:ctrlPr>
                            <a:rPr lang="en-IN" b="0" i="1" smtClean="0">
                              <a:latin typeface="Cambria Math" panose="02040503050406030204" pitchFamily="18" charset="0"/>
                            </a:rPr>
                          </m:ctrlPr>
                        </m:dPr>
                        <m:e>
                          <m:r>
                            <a:rPr lang="en-IN" b="0" i="1" smtClean="0">
                              <a:latin typeface="Cambria Math" panose="02040503050406030204" pitchFamily="18" charset="0"/>
                            </a:rPr>
                            <m:t>𝜃</m:t>
                          </m:r>
                        </m:e>
                      </m:d>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m:t>
                          </m:r>
                        </m:num>
                        <m:den>
                          <m:r>
                            <a:rPr lang="en-IN" b="0" i="1" smtClean="0">
                              <a:latin typeface="Cambria Math" panose="02040503050406030204" pitchFamily="18" charset="0"/>
                            </a:rPr>
                            <m:t>2</m:t>
                          </m:r>
                          <m:r>
                            <a:rPr lang="en-IN" b="0" i="1" smtClean="0">
                              <a:latin typeface="Cambria Math" panose="02040503050406030204" pitchFamily="18" charset="0"/>
                            </a:rPr>
                            <m:t>𝑛</m:t>
                          </m:r>
                        </m:den>
                      </m:f>
                      <m:nary>
                        <m:naryPr>
                          <m:chr m:val="∑"/>
                          <m:ctrlPr>
                            <a:rPr lang="en-IN" i="1" smtClean="0">
                              <a:latin typeface="Cambria Math" panose="02040503050406030204" pitchFamily="18" charset="0"/>
                            </a:rPr>
                          </m:ctrlPr>
                        </m:naryPr>
                        <m:sub>
                          <m:r>
                            <m:rPr>
                              <m:brk m:alnAt="23"/>
                            </m:rPr>
                            <a:rPr lang="en-IN" b="0" i="1" smtClean="0">
                              <a:latin typeface="Cambria Math" panose="02040503050406030204" pitchFamily="18" charset="0"/>
                            </a:rPr>
                            <m:t>𝑖</m:t>
                          </m:r>
                          <m:r>
                            <a:rPr lang="en-IN" b="0" i="1" smtClean="0">
                              <a:latin typeface="Cambria Math" panose="02040503050406030204" pitchFamily="18" charset="0"/>
                            </a:rPr>
                            <m:t>=1</m:t>
                          </m:r>
                        </m:sub>
                        <m:sup>
                          <m:r>
                            <a:rPr lang="en-IN" b="0" i="1" smtClean="0">
                              <a:latin typeface="Cambria Math" panose="02040503050406030204" pitchFamily="18" charset="0"/>
                            </a:rPr>
                            <m:t>𝑛</m:t>
                          </m:r>
                        </m:sup>
                        <m:e>
                          <m:sSup>
                            <m:sSupPr>
                              <m:ctrlPr>
                                <a:rPr lang="en-IN" i="1">
                                  <a:latin typeface="Cambria Math" panose="02040503050406030204" pitchFamily="18" charset="0"/>
                                </a:rPr>
                              </m:ctrlPr>
                            </m:sSupPr>
                            <m:e>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𝑦</m:t>
                                      </m:r>
                                    </m:e>
                                    <m:sub>
                                      <m:r>
                                        <a:rPr lang="en-IN" i="1">
                                          <a:latin typeface="Cambria Math" panose="02040503050406030204" pitchFamily="18" charset="0"/>
                                        </a:rPr>
                                        <m:t>𝑖</m:t>
                                      </m:r>
                                    </m:sub>
                                  </m:sSub>
                                  <m:r>
                                    <a:rPr lang="en-IN" i="1">
                                      <a:latin typeface="Cambria Math" panose="02040503050406030204" pitchFamily="18" charset="0"/>
                                    </a:rPr>
                                    <m:t>− </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b="0" i="1" smtClean="0">
                                              <a:latin typeface="Cambria Math" panose="02040503050406030204" pitchFamily="18" charset="0"/>
                                            </a:rPr>
                                            <m:t>𝑦</m:t>
                                          </m:r>
                                        </m:e>
                                        <m:sub>
                                          <m:r>
                                            <a:rPr lang="en-IN" i="1">
                                              <a:latin typeface="Cambria Math" panose="02040503050406030204" pitchFamily="18" charset="0"/>
                                            </a:rPr>
                                            <m:t>𝑖</m:t>
                                          </m:r>
                                        </m:sub>
                                      </m:sSub>
                                    </m:e>
                                  </m:acc>
                                </m:e>
                              </m:d>
                            </m:e>
                            <m:sup>
                              <m:r>
                                <a:rPr lang="en-IN" i="1">
                                  <a:latin typeface="Cambria Math" panose="02040503050406030204" pitchFamily="18" charset="0"/>
                                </a:rPr>
                                <m:t>2</m:t>
                              </m:r>
                            </m:sup>
                          </m:sSup>
                        </m:e>
                      </m:nary>
                    </m:oMath>
                  </m:oMathPara>
                </a14:m>
                <a:endParaRPr lang="en-IN" i="1" dirty="0">
                  <a:latin typeface="Cambria Math" panose="02040503050406030204" pitchFamily="18" charset="0"/>
                </a:endParaRPr>
              </a:p>
              <a:p>
                <a:r>
                  <a:rPr lang="en-US" dirty="0"/>
                  <a:t>Where:</a:t>
                </a:r>
              </a:p>
              <a:p>
                <a:r>
                  <a:rPr lang="en-US" dirty="0"/>
                  <a:t>n = number of data points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𝑦</m:t>
                        </m:r>
                      </m:e>
                      <m:sub>
                        <m:r>
                          <a:rPr lang="en-IN" b="0" i="1" smtClean="0">
                            <a:latin typeface="Cambria Math" panose="02040503050406030204" pitchFamily="18" charset="0"/>
                          </a:rPr>
                          <m:t>𝑖</m:t>
                        </m:r>
                      </m:sub>
                    </m:sSub>
                  </m:oMath>
                </a14:m>
                <a:r>
                  <a:rPr lang="en-US" dirty="0"/>
                  <a:t>​ = actual value</a:t>
                </a:r>
              </a:p>
              <a:p>
                <a14:m>
                  <m:oMath xmlns:m="http://schemas.openxmlformats.org/officeDocument/2006/math">
                    <m:sSub>
                      <m:sSubPr>
                        <m:ctrlPr>
                          <a:rPr lang="en-IN" b="0" i="1" smtClean="0">
                            <a:latin typeface="Cambria Math" panose="02040503050406030204" pitchFamily="18" charset="0"/>
                          </a:rPr>
                        </m:ctrlPr>
                      </m:sSubPr>
                      <m:e>
                        <m:acc>
                          <m:accPr>
                            <m:chr m:val="̂"/>
                            <m:ctrlPr>
                              <a:rPr lang="en-IN" b="0" i="1" smtClean="0">
                                <a:latin typeface="Cambria Math" panose="02040503050406030204" pitchFamily="18" charset="0"/>
                              </a:rPr>
                            </m:ctrlPr>
                          </m:accPr>
                          <m:e>
                            <m:r>
                              <a:rPr lang="en-IN" b="0" i="1" smtClean="0">
                                <a:latin typeface="Cambria Math" panose="02040503050406030204" pitchFamily="18" charset="0"/>
                              </a:rPr>
                              <m:t>𝑦</m:t>
                            </m:r>
                          </m:e>
                        </m:acc>
                      </m:e>
                      <m:sub>
                        <m:r>
                          <a:rPr lang="en-IN" b="0" i="1" smtClean="0">
                            <a:latin typeface="Cambria Math" panose="02040503050406030204" pitchFamily="18" charset="0"/>
                          </a:rPr>
                          <m:t>𝑖</m:t>
                        </m:r>
                      </m:sub>
                    </m:sSub>
                  </m:oMath>
                </a14:m>
                <a:r>
                  <a:rPr lang="en-US" dirty="0"/>
                  <a:t>​ = predicted value</a:t>
                </a:r>
              </a:p>
              <a:p>
                <a14:m>
                  <m:oMath xmlns:m="http://schemas.openxmlformats.org/officeDocument/2006/math">
                    <m:r>
                      <a:rPr lang="en-IN">
                        <a:latin typeface="Cambria Math" panose="02040503050406030204" pitchFamily="18" charset="0"/>
                      </a:rPr>
                      <m:t>𝐽</m:t>
                    </m:r>
                    <m:d>
                      <m:dPr>
                        <m:ctrlPr>
                          <a:rPr lang="en-IN" i="1">
                            <a:latin typeface="Cambria Math" panose="02040503050406030204" pitchFamily="18" charset="0"/>
                          </a:rPr>
                        </m:ctrlPr>
                      </m:dPr>
                      <m:e>
                        <m:r>
                          <a:rPr lang="en-IN">
                            <a:latin typeface="Cambria Math" panose="02040503050406030204" pitchFamily="18" charset="0"/>
                          </a:rPr>
                          <m:t>𝜃</m:t>
                        </m:r>
                      </m:e>
                    </m:d>
                  </m:oMath>
                </a14:m>
                <a:r>
                  <a:rPr lang="en-IN" dirty="0"/>
                  <a:t> = cost to be minimized</a:t>
                </a:r>
              </a:p>
              <a:p>
                <a:r>
                  <a:rPr lang="en-IN" dirty="0"/>
                  <a:t>1/n reflects the average error per example</a:t>
                </a:r>
              </a:p>
              <a:p>
                <a:r>
                  <a:rPr lang="en-IN" dirty="0"/>
                  <a:t>½ is for convenience</a:t>
                </a:r>
              </a:p>
            </p:txBody>
          </p:sp>
        </mc:Choice>
        <mc:Fallback xmlns="">
          <p:sp>
            <p:nvSpPr>
              <p:cNvPr id="3" name="Content Placeholder 2">
                <a:extLst>
                  <a:ext uri="{FF2B5EF4-FFF2-40B4-BE49-F238E27FC236}">
                    <a16:creationId xmlns:a16="http://schemas.microsoft.com/office/drawing/2014/main" id="{FC3FC7DE-2514-76BF-1F4E-E6ED6CCA1A85}"/>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en-IN">
                    <a:noFill/>
                  </a:rPr>
                  <a:t> </a:t>
                </a:r>
              </a:p>
            </p:txBody>
          </p:sp>
        </mc:Fallback>
      </mc:AlternateContent>
    </p:spTree>
    <p:extLst>
      <p:ext uri="{BB962C8B-B14F-4D97-AF65-F5344CB8AC3E}">
        <p14:creationId xmlns:p14="http://schemas.microsoft.com/office/powerpoint/2010/main" val="1830956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DECA-7C0B-74FF-69F7-355835366C4D}"/>
              </a:ext>
            </a:extLst>
          </p:cNvPr>
          <p:cNvSpPr>
            <a:spLocks noGrp="1"/>
          </p:cNvSpPr>
          <p:nvPr>
            <p:ph type="title"/>
          </p:nvPr>
        </p:nvSpPr>
        <p:spPr/>
        <p:txBody>
          <a:bodyPr/>
          <a:lstStyle/>
          <a:p>
            <a:pPr algn="ctr"/>
            <a:r>
              <a:rPr lang="en-IN" dirty="0"/>
              <a:t>Training, Testing and Validation</a:t>
            </a:r>
          </a:p>
        </p:txBody>
      </p:sp>
      <p:sp>
        <p:nvSpPr>
          <p:cNvPr id="3" name="Content Placeholder 2">
            <a:extLst>
              <a:ext uri="{FF2B5EF4-FFF2-40B4-BE49-F238E27FC236}">
                <a16:creationId xmlns:a16="http://schemas.microsoft.com/office/drawing/2014/main" id="{3EF634CC-1D80-E8F8-2504-3777917E496A}"/>
              </a:ext>
            </a:extLst>
          </p:cNvPr>
          <p:cNvSpPr>
            <a:spLocks noGrp="1"/>
          </p:cNvSpPr>
          <p:nvPr>
            <p:ph idx="1"/>
          </p:nvPr>
        </p:nvSpPr>
        <p:spPr/>
        <p:txBody>
          <a:bodyPr>
            <a:normAutofit/>
          </a:bodyPr>
          <a:lstStyle/>
          <a:p>
            <a:r>
              <a:rPr lang="en-IN" dirty="0"/>
              <a:t>The dataset is split into three parts to evaluate and build reliable models.</a:t>
            </a:r>
          </a:p>
          <a:p>
            <a:r>
              <a:rPr lang="en-IN" dirty="0"/>
              <a:t>Training (60-80%)  Validation (10-20%) Testing (10-20%)</a:t>
            </a:r>
          </a:p>
          <a:p>
            <a:r>
              <a:rPr lang="en-IN" dirty="0"/>
              <a:t>Training for learning parameters- a student learning from notes</a:t>
            </a:r>
          </a:p>
          <a:p>
            <a:r>
              <a:rPr lang="en-IN" dirty="0"/>
              <a:t>Validation for hyperparameter tuning or </a:t>
            </a:r>
          </a:p>
          <a:p>
            <a:pPr lvl="2"/>
            <a:r>
              <a:rPr lang="en-IN" dirty="0"/>
              <a:t>monitor overfitting </a:t>
            </a:r>
          </a:p>
          <a:p>
            <a:pPr lvl="2"/>
            <a:r>
              <a:rPr lang="en-IN" dirty="0"/>
              <a:t>helps decide when to stop training </a:t>
            </a:r>
          </a:p>
          <a:p>
            <a:pPr lvl="2"/>
            <a:r>
              <a:rPr lang="en-IN" dirty="0"/>
              <a:t>evaluate performance after each epoch</a:t>
            </a:r>
          </a:p>
          <a:p>
            <a:pPr lvl="2"/>
            <a:r>
              <a:rPr lang="en-IN" dirty="0"/>
              <a:t>Mock tests</a:t>
            </a:r>
          </a:p>
          <a:p>
            <a:r>
              <a:rPr lang="en-IN" dirty="0"/>
              <a:t>Testing- the real test-final exams</a:t>
            </a:r>
          </a:p>
        </p:txBody>
      </p:sp>
    </p:spTree>
    <p:extLst>
      <p:ext uri="{BB962C8B-B14F-4D97-AF65-F5344CB8AC3E}">
        <p14:creationId xmlns:p14="http://schemas.microsoft.com/office/powerpoint/2010/main" val="259029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CB915-92BC-BF6C-3EE3-9D555DF5ADA6}"/>
              </a:ext>
            </a:extLst>
          </p:cNvPr>
          <p:cNvSpPr>
            <a:spLocks noGrp="1"/>
          </p:cNvSpPr>
          <p:nvPr>
            <p:ph type="title"/>
          </p:nvPr>
        </p:nvSpPr>
        <p:spPr/>
        <p:txBody>
          <a:bodyPr/>
          <a:lstStyle/>
          <a:p>
            <a:pPr algn="ctr"/>
            <a:r>
              <a:rPr lang="en-IN" dirty="0"/>
              <a:t>Resampling Methods</a:t>
            </a:r>
          </a:p>
        </p:txBody>
      </p:sp>
      <p:sp>
        <p:nvSpPr>
          <p:cNvPr id="3" name="Content Placeholder 2">
            <a:extLst>
              <a:ext uri="{FF2B5EF4-FFF2-40B4-BE49-F238E27FC236}">
                <a16:creationId xmlns:a16="http://schemas.microsoft.com/office/drawing/2014/main" id="{561C0766-65FF-7213-9A10-1F5E15BDC86E}"/>
              </a:ext>
            </a:extLst>
          </p:cNvPr>
          <p:cNvSpPr>
            <a:spLocks noGrp="1"/>
          </p:cNvSpPr>
          <p:nvPr>
            <p:ph idx="1"/>
          </p:nvPr>
        </p:nvSpPr>
        <p:spPr>
          <a:xfrm>
            <a:off x="663539" y="1367155"/>
            <a:ext cx="10515600" cy="4351338"/>
          </a:xfrm>
        </p:spPr>
        <p:txBody>
          <a:bodyPr/>
          <a:lstStyle/>
          <a:p>
            <a:r>
              <a:rPr lang="en-IN" b="1" dirty="0"/>
              <a:t>Bootstrapping</a:t>
            </a:r>
            <a:r>
              <a:rPr lang="en-IN" dirty="0"/>
              <a:t>- Drawing random samples from another sample to generate a new sample </a:t>
            </a:r>
            <a:r>
              <a:rPr lang="en-IN" dirty="0">
                <a:highlight>
                  <a:srgbClr val="00FFFF"/>
                </a:highlight>
              </a:rPr>
              <a:t>that has a balance between the number of samples per class</a:t>
            </a:r>
            <a:r>
              <a:rPr lang="en-IN" dirty="0"/>
              <a:t> (this is called oversampling, which actually is a specific form of Bootstrapping).</a:t>
            </a:r>
          </a:p>
          <a:p>
            <a:pPr lvl="1"/>
            <a:r>
              <a:rPr lang="en-IN" dirty="0"/>
              <a:t>Useful when we model against a dataset with highly unbalanced classes or the dataset is small.</a:t>
            </a:r>
          </a:p>
          <a:p>
            <a:r>
              <a:rPr lang="en-US" dirty="0"/>
              <a:t>You have quiz scores of 4 students: Data: [60, 70, 80, 90]</a:t>
            </a:r>
          </a:p>
          <a:p>
            <a:r>
              <a:rPr lang="en-US" dirty="0"/>
              <a:t>Generating </a:t>
            </a:r>
            <a:r>
              <a:rPr lang="en-US" b="1" dirty="0"/>
              <a:t>3 bootstrap samples</a:t>
            </a:r>
            <a:r>
              <a:rPr lang="en-US" dirty="0"/>
              <a:t> (with replacement), each of size 4.</a:t>
            </a:r>
          </a:p>
          <a:p>
            <a:r>
              <a:rPr lang="en-IN" dirty="0"/>
              <a:t>Original Mean=(60+70+80+90)/4​=75</a:t>
            </a:r>
          </a:p>
          <a:p>
            <a:endParaRPr lang="en-IN" dirty="0"/>
          </a:p>
        </p:txBody>
      </p:sp>
      <p:graphicFrame>
        <p:nvGraphicFramePr>
          <p:cNvPr id="4" name="Table 3">
            <a:extLst>
              <a:ext uri="{FF2B5EF4-FFF2-40B4-BE49-F238E27FC236}">
                <a16:creationId xmlns:a16="http://schemas.microsoft.com/office/drawing/2014/main" id="{0E2F42F4-2BE0-C9BE-1120-B69F047D1D76}"/>
              </a:ext>
            </a:extLst>
          </p:cNvPr>
          <p:cNvGraphicFramePr>
            <a:graphicFrameLocks noGrp="1"/>
          </p:cNvGraphicFramePr>
          <p:nvPr/>
        </p:nvGraphicFramePr>
        <p:xfrm>
          <a:off x="838200" y="5394960"/>
          <a:ext cx="10515600" cy="1463040"/>
        </p:xfrm>
        <a:graphic>
          <a:graphicData uri="http://schemas.openxmlformats.org/drawingml/2006/table">
            <a:tbl>
              <a:tblPr/>
              <a:tblGrid>
                <a:gridCol w="3505200">
                  <a:extLst>
                    <a:ext uri="{9D8B030D-6E8A-4147-A177-3AD203B41FA5}">
                      <a16:colId xmlns:a16="http://schemas.microsoft.com/office/drawing/2014/main" val="2265088218"/>
                    </a:ext>
                  </a:extLst>
                </a:gridCol>
                <a:gridCol w="3505200">
                  <a:extLst>
                    <a:ext uri="{9D8B030D-6E8A-4147-A177-3AD203B41FA5}">
                      <a16:colId xmlns:a16="http://schemas.microsoft.com/office/drawing/2014/main" val="2089350385"/>
                    </a:ext>
                  </a:extLst>
                </a:gridCol>
                <a:gridCol w="3505200">
                  <a:extLst>
                    <a:ext uri="{9D8B030D-6E8A-4147-A177-3AD203B41FA5}">
                      <a16:colId xmlns:a16="http://schemas.microsoft.com/office/drawing/2014/main" val="1642672004"/>
                    </a:ext>
                  </a:extLst>
                </a:gridCol>
              </a:tblGrid>
              <a:tr h="0">
                <a:tc>
                  <a:txBody>
                    <a:bodyPr/>
                    <a:lstStyle/>
                    <a:p>
                      <a:pPr>
                        <a:buNone/>
                      </a:pPr>
                      <a:r>
                        <a:rPr lang="en-IN" dirty="0"/>
                        <a:t>Sample No.</a:t>
                      </a:r>
                    </a:p>
                  </a:txBody>
                  <a:tcPr anchor="ctr">
                    <a:lnL>
                      <a:noFill/>
                    </a:lnL>
                    <a:lnR>
                      <a:noFill/>
                    </a:lnR>
                    <a:lnT>
                      <a:noFill/>
                    </a:lnT>
                    <a:lnB>
                      <a:noFill/>
                    </a:lnB>
                    <a:noFill/>
                  </a:tcPr>
                </a:tc>
                <a:tc>
                  <a:txBody>
                    <a:bodyPr/>
                    <a:lstStyle/>
                    <a:p>
                      <a:pPr>
                        <a:buNone/>
                      </a:pPr>
                      <a:r>
                        <a:rPr lang="en-IN"/>
                        <a:t>Sample (drawn with replacement)</a:t>
                      </a:r>
                    </a:p>
                  </a:txBody>
                  <a:tcPr anchor="ctr">
                    <a:lnL>
                      <a:noFill/>
                    </a:lnL>
                    <a:lnR>
                      <a:noFill/>
                    </a:lnR>
                    <a:lnT>
                      <a:noFill/>
                    </a:lnT>
                    <a:lnB>
                      <a:noFill/>
                    </a:lnB>
                    <a:noFill/>
                  </a:tcPr>
                </a:tc>
                <a:tc>
                  <a:txBody>
                    <a:bodyPr/>
                    <a:lstStyle/>
                    <a:p>
                      <a:pPr>
                        <a:buNone/>
                      </a:pPr>
                      <a:r>
                        <a:rPr lang="en-IN"/>
                        <a:t>Mean</a:t>
                      </a:r>
                    </a:p>
                  </a:txBody>
                  <a:tcPr anchor="ctr">
                    <a:lnL>
                      <a:noFill/>
                    </a:lnL>
                    <a:lnR>
                      <a:noFill/>
                    </a:lnR>
                    <a:lnT>
                      <a:noFill/>
                    </a:lnT>
                    <a:lnB>
                      <a:noFill/>
                    </a:lnB>
                    <a:noFill/>
                  </a:tcPr>
                </a:tc>
                <a:extLst>
                  <a:ext uri="{0D108BD9-81ED-4DB2-BD59-A6C34878D82A}">
                    <a16:rowId xmlns:a16="http://schemas.microsoft.com/office/drawing/2014/main" val="297576183"/>
                  </a:ext>
                </a:extLst>
              </a:tr>
              <a:tr h="0">
                <a:tc>
                  <a:txBody>
                    <a:bodyPr/>
                    <a:lstStyle/>
                    <a:p>
                      <a:pPr>
                        <a:buNone/>
                      </a:pPr>
                      <a:r>
                        <a:rPr lang="en-IN"/>
                        <a:t>1</a:t>
                      </a:r>
                    </a:p>
                  </a:txBody>
                  <a:tcPr anchor="ctr">
                    <a:lnL>
                      <a:noFill/>
                    </a:lnL>
                    <a:lnR>
                      <a:noFill/>
                    </a:lnR>
                    <a:lnT>
                      <a:noFill/>
                    </a:lnT>
                    <a:lnB>
                      <a:noFill/>
                    </a:lnB>
                    <a:noFill/>
                  </a:tcPr>
                </a:tc>
                <a:tc>
                  <a:txBody>
                    <a:bodyPr/>
                    <a:lstStyle/>
                    <a:p>
                      <a:pPr>
                        <a:buNone/>
                      </a:pPr>
                      <a:r>
                        <a:rPr lang="en-IN"/>
                        <a:t>[70, 80, 80, 90]</a:t>
                      </a:r>
                    </a:p>
                  </a:txBody>
                  <a:tcPr anchor="ctr">
                    <a:lnL>
                      <a:noFill/>
                    </a:lnL>
                    <a:lnR>
                      <a:noFill/>
                    </a:lnR>
                    <a:lnT>
                      <a:noFill/>
                    </a:lnT>
                    <a:lnB>
                      <a:noFill/>
                    </a:lnB>
                    <a:noFill/>
                  </a:tcPr>
                </a:tc>
                <a:tc>
                  <a:txBody>
                    <a:bodyPr/>
                    <a:lstStyle/>
                    <a:p>
                      <a:pPr>
                        <a:buNone/>
                      </a:pPr>
                      <a:r>
                        <a:rPr lang="en-IN"/>
                        <a:t>80</a:t>
                      </a:r>
                    </a:p>
                  </a:txBody>
                  <a:tcPr anchor="ctr">
                    <a:lnL>
                      <a:noFill/>
                    </a:lnL>
                    <a:lnR>
                      <a:noFill/>
                    </a:lnR>
                    <a:lnT>
                      <a:noFill/>
                    </a:lnT>
                    <a:lnB>
                      <a:noFill/>
                    </a:lnB>
                    <a:noFill/>
                  </a:tcPr>
                </a:tc>
                <a:extLst>
                  <a:ext uri="{0D108BD9-81ED-4DB2-BD59-A6C34878D82A}">
                    <a16:rowId xmlns:a16="http://schemas.microsoft.com/office/drawing/2014/main" val="3376756758"/>
                  </a:ext>
                </a:extLst>
              </a:tr>
              <a:tr h="0">
                <a:tc>
                  <a:txBody>
                    <a:bodyPr/>
                    <a:lstStyle/>
                    <a:p>
                      <a:pPr>
                        <a:buNone/>
                      </a:pPr>
                      <a:r>
                        <a:rPr lang="en-IN"/>
                        <a:t>2</a:t>
                      </a:r>
                    </a:p>
                  </a:txBody>
                  <a:tcPr anchor="ctr">
                    <a:lnL>
                      <a:noFill/>
                    </a:lnL>
                    <a:lnR>
                      <a:noFill/>
                    </a:lnR>
                    <a:lnT>
                      <a:noFill/>
                    </a:lnT>
                    <a:lnB>
                      <a:noFill/>
                    </a:lnB>
                    <a:noFill/>
                  </a:tcPr>
                </a:tc>
                <a:tc>
                  <a:txBody>
                    <a:bodyPr/>
                    <a:lstStyle/>
                    <a:p>
                      <a:pPr>
                        <a:buNone/>
                      </a:pPr>
                      <a:r>
                        <a:rPr lang="en-IN" dirty="0"/>
                        <a:t>[60, 60, 70, 90]</a:t>
                      </a:r>
                    </a:p>
                  </a:txBody>
                  <a:tcPr anchor="ctr">
                    <a:lnL>
                      <a:noFill/>
                    </a:lnL>
                    <a:lnR>
                      <a:noFill/>
                    </a:lnR>
                    <a:lnT>
                      <a:noFill/>
                    </a:lnT>
                    <a:lnB>
                      <a:noFill/>
                    </a:lnB>
                    <a:noFill/>
                  </a:tcPr>
                </a:tc>
                <a:tc>
                  <a:txBody>
                    <a:bodyPr/>
                    <a:lstStyle/>
                    <a:p>
                      <a:pPr>
                        <a:buNone/>
                      </a:pPr>
                      <a:r>
                        <a:rPr lang="en-IN" dirty="0"/>
                        <a:t>70</a:t>
                      </a:r>
                    </a:p>
                  </a:txBody>
                  <a:tcPr anchor="ctr">
                    <a:lnL>
                      <a:noFill/>
                    </a:lnL>
                    <a:lnR>
                      <a:noFill/>
                    </a:lnR>
                    <a:lnT>
                      <a:noFill/>
                    </a:lnT>
                    <a:lnB>
                      <a:noFill/>
                    </a:lnB>
                    <a:noFill/>
                  </a:tcPr>
                </a:tc>
                <a:extLst>
                  <a:ext uri="{0D108BD9-81ED-4DB2-BD59-A6C34878D82A}">
                    <a16:rowId xmlns:a16="http://schemas.microsoft.com/office/drawing/2014/main" val="2513089306"/>
                  </a:ext>
                </a:extLst>
              </a:tr>
              <a:tr h="0">
                <a:tc>
                  <a:txBody>
                    <a:bodyPr/>
                    <a:lstStyle/>
                    <a:p>
                      <a:pPr>
                        <a:buNone/>
                      </a:pPr>
                      <a:r>
                        <a:rPr lang="en-IN"/>
                        <a:t>3</a:t>
                      </a:r>
                    </a:p>
                  </a:txBody>
                  <a:tcPr anchor="ctr">
                    <a:lnL>
                      <a:noFill/>
                    </a:lnL>
                    <a:lnR>
                      <a:noFill/>
                    </a:lnR>
                    <a:lnT>
                      <a:noFill/>
                    </a:lnT>
                    <a:lnB>
                      <a:noFill/>
                    </a:lnB>
                    <a:noFill/>
                  </a:tcPr>
                </a:tc>
                <a:tc>
                  <a:txBody>
                    <a:bodyPr/>
                    <a:lstStyle/>
                    <a:p>
                      <a:pPr>
                        <a:buNone/>
                      </a:pPr>
                      <a:r>
                        <a:rPr lang="en-IN"/>
                        <a:t>[70, 70, 70, 70]</a:t>
                      </a:r>
                    </a:p>
                  </a:txBody>
                  <a:tcPr anchor="ctr">
                    <a:lnL>
                      <a:noFill/>
                    </a:lnL>
                    <a:lnR>
                      <a:noFill/>
                    </a:lnR>
                    <a:lnT>
                      <a:noFill/>
                    </a:lnT>
                    <a:lnB>
                      <a:noFill/>
                    </a:lnB>
                    <a:noFill/>
                  </a:tcPr>
                </a:tc>
                <a:tc>
                  <a:txBody>
                    <a:bodyPr/>
                    <a:lstStyle/>
                    <a:p>
                      <a:pPr>
                        <a:buNone/>
                      </a:pPr>
                      <a:r>
                        <a:rPr lang="en-IN" dirty="0"/>
                        <a:t>70</a:t>
                      </a:r>
                    </a:p>
                  </a:txBody>
                  <a:tcPr anchor="ctr">
                    <a:lnL>
                      <a:noFill/>
                    </a:lnL>
                    <a:lnR>
                      <a:noFill/>
                    </a:lnR>
                    <a:lnT>
                      <a:noFill/>
                    </a:lnT>
                    <a:lnB>
                      <a:noFill/>
                    </a:lnB>
                    <a:noFill/>
                  </a:tcPr>
                </a:tc>
                <a:extLst>
                  <a:ext uri="{0D108BD9-81ED-4DB2-BD59-A6C34878D82A}">
                    <a16:rowId xmlns:a16="http://schemas.microsoft.com/office/drawing/2014/main" val="3574704900"/>
                  </a:ext>
                </a:extLst>
              </a:tr>
            </a:tbl>
          </a:graphicData>
        </a:graphic>
      </p:graphicFrame>
    </p:spTree>
    <p:extLst>
      <p:ext uri="{BB962C8B-B14F-4D97-AF65-F5344CB8AC3E}">
        <p14:creationId xmlns:p14="http://schemas.microsoft.com/office/powerpoint/2010/main" val="1743605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63FD-EBCD-513E-510F-BBA38E26A4CC}"/>
              </a:ext>
            </a:extLst>
          </p:cNvPr>
          <p:cNvSpPr>
            <a:spLocks noGrp="1"/>
          </p:cNvSpPr>
          <p:nvPr>
            <p:ph type="title"/>
          </p:nvPr>
        </p:nvSpPr>
        <p:spPr/>
        <p:txBody>
          <a:bodyPr/>
          <a:lstStyle/>
          <a:p>
            <a:r>
              <a:rPr lang="en-IN" dirty="0"/>
              <a:t>…Resampling Method</a:t>
            </a:r>
          </a:p>
        </p:txBody>
      </p:sp>
      <p:sp>
        <p:nvSpPr>
          <p:cNvPr id="3" name="Content Placeholder 2">
            <a:extLst>
              <a:ext uri="{FF2B5EF4-FFF2-40B4-BE49-F238E27FC236}">
                <a16:creationId xmlns:a16="http://schemas.microsoft.com/office/drawing/2014/main" id="{4909893E-DFDD-2392-488C-624E342F951B}"/>
              </a:ext>
            </a:extLst>
          </p:cNvPr>
          <p:cNvSpPr>
            <a:spLocks noGrp="1"/>
          </p:cNvSpPr>
          <p:nvPr>
            <p:ph idx="1"/>
          </p:nvPr>
        </p:nvSpPr>
        <p:spPr/>
        <p:txBody>
          <a:bodyPr>
            <a:normAutofit fontScale="92500" lnSpcReduction="20000"/>
          </a:bodyPr>
          <a:lstStyle/>
          <a:p>
            <a:r>
              <a:rPr lang="en-IN" dirty="0"/>
              <a:t>Bootstrap Mean=(80+70+70​)/3=73.33</a:t>
            </a:r>
          </a:p>
          <a:p>
            <a:r>
              <a:rPr lang="en-US" dirty="0"/>
              <a:t>For 3 samples: just report </a:t>
            </a:r>
            <a:r>
              <a:rPr lang="en-US" b="1" dirty="0"/>
              <a:t>min and max</a:t>
            </a:r>
            <a:r>
              <a:rPr lang="en-US" dirty="0"/>
              <a:t> of the bootstrap means: [70, 80]</a:t>
            </a:r>
            <a:r>
              <a:rPr lang="en-US" dirty="0">
                <a:sym typeface="Wingdings" panose="05000000000000000000" pitchFamily="2" charset="2"/>
              </a:rPr>
              <a:t> Confidence Interval (Estimating uncertainty)</a:t>
            </a:r>
          </a:p>
          <a:p>
            <a:r>
              <a:rPr lang="en-US" dirty="0">
                <a:sym typeface="Wingdings" panose="05000000000000000000" pitchFamily="2" charset="2"/>
              </a:rPr>
              <a:t>What happens if we draw hundred samples instead of 3?</a:t>
            </a:r>
          </a:p>
          <a:p>
            <a:r>
              <a:rPr lang="en-US" b="1" dirty="0">
                <a:sym typeface="Wingdings" panose="05000000000000000000" pitchFamily="2" charset="2"/>
              </a:rPr>
              <a:t>Cross Validation</a:t>
            </a:r>
            <a:r>
              <a:rPr lang="en-US" dirty="0">
                <a:sym typeface="Wingdings" panose="05000000000000000000" pitchFamily="2" charset="2"/>
              </a:rPr>
              <a:t>- powerful technique to assess how well a model generalizes to the unseen data.</a:t>
            </a:r>
          </a:p>
          <a:p>
            <a:r>
              <a:rPr lang="en-US" dirty="0">
                <a:sym typeface="Wingdings" panose="05000000000000000000" pitchFamily="2" charset="2"/>
              </a:rPr>
              <a:t>Divide your dataset into k portions (folds or splits). Train on k-1 folds and test of kth fold. Repeat this procedure k times. Compute the mean of MSEs obtained after testing the model on each of the k folds.</a:t>
            </a:r>
          </a:p>
          <a:p>
            <a:r>
              <a:rPr lang="en-US" dirty="0"/>
              <a:t>Why not just a single train-test split?</a:t>
            </a:r>
          </a:p>
          <a:p>
            <a:pPr lvl="1"/>
            <a:r>
              <a:rPr lang="en-US" dirty="0"/>
              <a:t>It depends too much on that one split.</a:t>
            </a:r>
          </a:p>
          <a:p>
            <a:pPr lvl="1"/>
            <a:r>
              <a:rPr lang="en-US" dirty="0"/>
              <a:t>Small datasets make this worse.</a:t>
            </a:r>
            <a:endParaRPr lang="en-IN" dirty="0"/>
          </a:p>
        </p:txBody>
      </p:sp>
    </p:spTree>
    <p:extLst>
      <p:ext uri="{BB962C8B-B14F-4D97-AF65-F5344CB8AC3E}">
        <p14:creationId xmlns:p14="http://schemas.microsoft.com/office/powerpoint/2010/main" val="3681983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42A8-5CEC-36C6-3903-D343D3684749}"/>
              </a:ext>
            </a:extLst>
          </p:cNvPr>
          <p:cNvSpPr>
            <a:spLocks noGrp="1"/>
          </p:cNvSpPr>
          <p:nvPr>
            <p:ph type="title"/>
          </p:nvPr>
        </p:nvSpPr>
        <p:spPr/>
        <p:txBody>
          <a:bodyPr/>
          <a:lstStyle/>
          <a:p>
            <a:pPr algn="ctr"/>
            <a:r>
              <a:rPr lang="en-IN" dirty="0"/>
              <a:t>Linear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6E7539-53A6-4C14-8D82-DA594B231105}"/>
                  </a:ext>
                </a:extLst>
              </p:cNvPr>
              <p:cNvSpPr>
                <a:spLocks noGrp="1"/>
              </p:cNvSpPr>
              <p:nvPr>
                <p:ph idx="1"/>
              </p:nvPr>
            </p:nvSpPr>
            <p:spPr/>
            <p:txBody>
              <a:bodyPr/>
              <a:lstStyle/>
              <a:p>
                <a:r>
                  <a:rPr lang="en-IN" dirty="0"/>
                  <a:t>A machine learning algorithm or a hypothesis function of the linear nature.</a:t>
                </a:r>
              </a:p>
              <a:p>
                <a:r>
                  <a:rPr lang="en-IN" dirty="0"/>
                  <a:t>Most popular form of supervised learning.</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𝜃</m:t>
                        </m:r>
                      </m:e>
                      <m:sub>
                        <m:r>
                          <a:rPr lang="en-IN" b="0" i="1" smtClean="0">
                            <a:latin typeface="Cambria Math" panose="02040503050406030204" pitchFamily="18" charset="0"/>
                          </a:rPr>
                          <m:t>0</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𝜃</m:t>
                        </m:r>
                      </m:e>
                      <m:sub>
                        <m:r>
                          <a:rPr lang="en-IN" b="0" i="1" smtClean="0">
                            <a:latin typeface="Cambria Math" panose="02040503050406030204" pitchFamily="18" charset="0"/>
                          </a:rPr>
                          <m:t>1</m:t>
                        </m:r>
                      </m:sub>
                    </m:sSub>
                    <m:r>
                      <a:rPr lang="en-IN" b="0" i="1" smtClean="0">
                        <a:latin typeface="Cambria Math" panose="02040503050406030204" pitchFamily="18" charset="0"/>
                      </a:rPr>
                      <m:t>𝑥</m:t>
                    </m:r>
                  </m:oMath>
                </a14:m>
                <a:r>
                  <a:rPr lang="en-IN" dirty="0"/>
                  <a:t>, where:</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𝜃</m:t>
                        </m:r>
                      </m:e>
                      <m:sub>
                        <m:r>
                          <a:rPr lang="en-IN" i="1">
                            <a:latin typeface="Cambria Math" panose="02040503050406030204" pitchFamily="18" charset="0"/>
                          </a:rPr>
                          <m:t>1</m:t>
                        </m:r>
                      </m:sub>
                    </m:sSub>
                  </m:oMath>
                </a14:m>
                <a:r>
                  <a:rPr lang="en-IN" dirty="0"/>
                  <a:t> is slope</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𝜃</m:t>
                        </m:r>
                      </m:e>
                      <m:sub>
                        <m:r>
                          <a:rPr lang="en-IN" i="1">
                            <a:latin typeface="Cambria Math" panose="02040503050406030204" pitchFamily="18" charset="0"/>
                          </a:rPr>
                          <m:t>0</m:t>
                        </m:r>
                      </m:sub>
                    </m:sSub>
                    <m:r>
                      <a:rPr lang="en-IN" b="0" i="1" smtClean="0">
                        <a:latin typeface="Cambria Math" panose="02040503050406030204" pitchFamily="18" charset="0"/>
                      </a:rPr>
                      <m:t> </m:t>
                    </m:r>
                    <m:r>
                      <m:rPr>
                        <m:sty m:val="p"/>
                      </m:rPr>
                      <a:rPr lang="en-IN" b="0" i="0" smtClean="0">
                        <a:latin typeface="Cambria Math" panose="02040503050406030204" pitchFamily="18" charset="0"/>
                      </a:rPr>
                      <m:t>is</m:t>
                    </m:r>
                    <m:r>
                      <a:rPr lang="en-IN" b="0" i="0" smtClean="0">
                        <a:latin typeface="Cambria Math" panose="02040503050406030204" pitchFamily="18" charset="0"/>
                      </a:rPr>
                      <m:t> </m:t>
                    </m:r>
                    <m:r>
                      <m:rPr>
                        <m:sty m:val="p"/>
                      </m:rPr>
                      <a:rPr lang="en-IN" b="0" i="0" smtClean="0">
                        <a:latin typeface="Cambria Math" panose="02040503050406030204" pitchFamily="18" charset="0"/>
                      </a:rPr>
                      <m:t>interpcept</m:t>
                    </m:r>
                  </m:oMath>
                </a14:m>
                <a:endParaRPr lang="en-IN" b="0" dirty="0"/>
              </a:p>
              <a:p>
                <a:r>
                  <a:rPr lang="en-IN" dirty="0"/>
                  <a:t>x is independent variable</a:t>
                </a:r>
              </a:p>
              <a:p>
                <a:r>
                  <a:rPr lang="en-IN" dirty="0"/>
                  <a:t>y is dependent variable</a:t>
                </a:r>
              </a:p>
            </p:txBody>
          </p:sp>
        </mc:Choice>
        <mc:Fallback xmlns="">
          <p:sp>
            <p:nvSpPr>
              <p:cNvPr id="3" name="Content Placeholder 2">
                <a:extLst>
                  <a:ext uri="{FF2B5EF4-FFF2-40B4-BE49-F238E27FC236}">
                    <a16:creationId xmlns:a16="http://schemas.microsoft.com/office/drawing/2014/main" id="{9C6E7539-53A6-4C14-8D82-DA594B23110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498852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595BC-E7C5-40B2-A33A-CBAA98DD2BC0}"/>
              </a:ext>
            </a:extLst>
          </p:cNvPr>
          <p:cNvSpPr>
            <a:spLocks noGrp="1"/>
          </p:cNvSpPr>
          <p:nvPr>
            <p:ph type="title"/>
          </p:nvPr>
        </p:nvSpPr>
        <p:spPr/>
        <p:txBody>
          <a:bodyPr/>
          <a:lstStyle/>
          <a:p>
            <a:r>
              <a:rPr lang="en-IN" dirty="0"/>
              <a:t>How would you fit a line for the given points?</a:t>
            </a:r>
          </a:p>
        </p:txBody>
      </p:sp>
      <p:sp>
        <p:nvSpPr>
          <p:cNvPr id="3" name="Content Placeholder 2">
            <a:extLst>
              <a:ext uri="{FF2B5EF4-FFF2-40B4-BE49-F238E27FC236}">
                <a16:creationId xmlns:a16="http://schemas.microsoft.com/office/drawing/2014/main" id="{3FEB6F24-3A46-47BA-AEFC-86662D1D1F56}"/>
              </a:ext>
            </a:extLst>
          </p:cNvPr>
          <p:cNvSpPr>
            <a:spLocks noGrp="1"/>
          </p:cNvSpPr>
          <p:nvPr>
            <p:ph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124E31F-3EC9-4EEC-88AB-9B87D61C73CC}"/>
                  </a:ext>
                </a:extLst>
              </p14:cNvPr>
              <p14:cNvContentPartPr/>
              <p14:nvPr/>
            </p14:nvContentPartPr>
            <p14:xfrm>
              <a:off x="2480983" y="1825625"/>
              <a:ext cx="6036941" cy="4368459"/>
            </p14:xfrm>
          </p:contentPart>
        </mc:Choice>
        <mc:Fallback xmlns="">
          <p:pic>
            <p:nvPicPr>
              <p:cNvPr id="4" name="Ink 3">
                <a:extLst>
                  <a:ext uri="{FF2B5EF4-FFF2-40B4-BE49-F238E27FC236}">
                    <a16:creationId xmlns:a16="http://schemas.microsoft.com/office/drawing/2014/main" id="{F124E31F-3EC9-4EEC-88AB-9B87D61C73CC}"/>
                  </a:ext>
                </a:extLst>
              </p:cNvPr>
              <p:cNvPicPr/>
              <p:nvPr/>
            </p:nvPicPr>
            <p:blipFill>
              <a:blip r:embed="rId4"/>
              <a:stretch>
                <a:fillRect/>
              </a:stretch>
            </p:blipFill>
            <p:spPr>
              <a:xfrm>
                <a:off x="2471623" y="1816265"/>
                <a:ext cx="6055661" cy="4387178"/>
              </a:xfrm>
              <a:prstGeom prst="rect">
                <a:avLst/>
              </a:prstGeom>
            </p:spPr>
          </p:pic>
        </mc:Fallback>
      </mc:AlternateContent>
    </p:spTree>
    <p:extLst>
      <p:ext uri="{BB962C8B-B14F-4D97-AF65-F5344CB8AC3E}">
        <p14:creationId xmlns:p14="http://schemas.microsoft.com/office/powerpoint/2010/main" val="3836135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D4AD5-A180-85A0-4D9C-D430E8DACE42}"/>
              </a:ext>
            </a:extLst>
          </p:cNvPr>
          <p:cNvSpPr>
            <a:spLocks noGrp="1"/>
          </p:cNvSpPr>
          <p:nvPr>
            <p:ph type="title"/>
          </p:nvPr>
        </p:nvSpPr>
        <p:spPr/>
        <p:txBody>
          <a:bodyPr>
            <a:normAutofit/>
          </a:bodyPr>
          <a:lstStyle/>
          <a:p>
            <a:pPr algn="ctr"/>
            <a:r>
              <a:rPr lang="en-IN" sz="6000" dirty="0"/>
              <a:t>Normal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BEC50E-38C2-3679-08E3-1CF55ECABC0B}"/>
                  </a:ext>
                </a:extLst>
              </p:cNvPr>
              <p:cNvSpPr>
                <a:spLocks noGrp="1"/>
              </p:cNvSpPr>
              <p:nvPr>
                <p:ph idx="1"/>
              </p:nvPr>
            </p:nvSpPr>
            <p:spPr/>
            <p:txBody>
              <a:bodyPr/>
              <a:lstStyle/>
              <a:p>
                <a:r>
                  <a:rPr lang="en-IN" sz="6000" dirty="0"/>
                  <a:t>c =</a:t>
                </a:r>
                <a14:m>
                  <m:oMath xmlns:m="http://schemas.openxmlformats.org/officeDocument/2006/math">
                    <m:acc>
                      <m:accPr>
                        <m:chr m:val="̅"/>
                        <m:ctrlPr>
                          <a:rPr lang="en-IN" sz="6000" b="0" i="1" smtClean="0">
                            <a:latin typeface="Cambria Math" panose="02040503050406030204" pitchFamily="18" charset="0"/>
                          </a:rPr>
                        </m:ctrlPr>
                      </m:accPr>
                      <m:e>
                        <m:r>
                          <a:rPr lang="en-IN" sz="6000" b="0" i="1" smtClean="0">
                            <a:latin typeface="Cambria Math" panose="02040503050406030204" pitchFamily="18" charset="0"/>
                          </a:rPr>
                          <m:t> </m:t>
                        </m:r>
                        <m:r>
                          <a:rPr lang="en-IN" sz="6000" b="0" i="1" smtClean="0">
                            <a:latin typeface="Cambria Math" panose="02040503050406030204" pitchFamily="18" charset="0"/>
                          </a:rPr>
                          <m:t>𝑦</m:t>
                        </m:r>
                      </m:e>
                    </m:acc>
                    <m:r>
                      <a:rPr lang="en-IN" sz="6000" b="0" i="1" smtClean="0">
                        <a:latin typeface="Cambria Math" panose="02040503050406030204" pitchFamily="18" charset="0"/>
                      </a:rPr>
                      <m:t>−</m:t>
                    </m:r>
                    <m:r>
                      <a:rPr lang="en-IN" sz="6000" b="0" i="1" smtClean="0">
                        <a:latin typeface="Cambria Math" panose="02040503050406030204" pitchFamily="18" charset="0"/>
                      </a:rPr>
                      <m:t>𝑚</m:t>
                    </m:r>
                    <m:r>
                      <a:rPr lang="en-IN" sz="6000" b="0" i="1" smtClean="0">
                        <a:latin typeface="Cambria Math" panose="02040503050406030204" pitchFamily="18" charset="0"/>
                      </a:rPr>
                      <m:t> </m:t>
                    </m:r>
                    <m:acc>
                      <m:accPr>
                        <m:chr m:val="̅"/>
                        <m:ctrlPr>
                          <a:rPr lang="en-IN" sz="6000" b="0" i="1" smtClean="0">
                            <a:latin typeface="Cambria Math" panose="02040503050406030204" pitchFamily="18" charset="0"/>
                          </a:rPr>
                        </m:ctrlPr>
                      </m:accPr>
                      <m:e>
                        <m:r>
                          <a:rPr lang="en-IN" sz="6000" b="0" i="1" smtClean="0">
                            <a:latin typeface="Cambria Math" panose="02040503050406030204" pitchFamily="18" charset="0"/>
                          </a:rPr>
                          <m:t>𝑥</m:t>
                        </m:r>
                      </m:e>
                    </m:acc>
                  </m:oMath>
                </a14:m>
                <a:endParaRPr lang="en-IN" sz="6000" dirty="0"/>
              </a:p>
              <a:p>
                <a:endParaRPr lang="en-IN" sz="6000" dirty="0"/>
              </a:p>
              <a:p>
                <a:r>
                  <a:rPr lang="en-IN" sz="6000" dirty="0"/>
                  <a:t>m = </a:t>
                </a:r>
                <a14:m>
                  <m:oMath xmlns:m="http://schemas.openxmlformats.org/officeDocument/2006/math">
                    <m:f>
                      <m:fPr>
                        <m:ctrlPr>
                          <a:rPr lang="en-IN" sz="6000" i="1" dirty="0" smtClean="0">
                            <a:latin typeface="Cambria Math" panose="02040503050406030204" pitchFamily="18" charset="0"/>
                          </a:rPr>
                        </m:ctrlPr>
                      </m:fPr>
                      <m:num>
                        <m:r>
                          <a:rPr lang="en-IN" sz="6000" i="1" dirty="0">
                            <a:latin typeface="Cambria Math" panose="02040503050406030204" pitchFamily="18" charset="0"/>
                          </a:rPr>
                          <m:t>∑</m:t>
                        </m:r>
                        <m:sSub>
                          <m:sSubPr>
                            <m:ctrlPr>
                              <a:rPr lang="en-IN" sz="6000" i="1">
                                <a:latin typeface="Cambria Math" panose="02040503050406030204" pitchFamily="18" charset="0"/>
                              </a:rPr>
                            </m:ctrlPr>
                          </m:sSubPr>
                          <m:e>
                            <m:r>
                              <a:rPr lang="en-IN" sz="6000" i="1">
                                <a:latin typeface="Cambria Math" panose="02040503050406030204" pitchFamily="18" charset="0"/>
                              </a:rPr>
                              <m:t>𝑥</m:t>
                            </m:r>
                          </m:e>
                          <m:sub>
                            <m:r>
                              <a:rPr lang="en-IN" sz="6000" i="1">
                                <a:latin typeface="Cambria Math" panose="02040503050406030204" pitchFamily="18" charset="0"/>
                              </a:rPr>
                              <m:t>𝑖</m:t>
                            </m:r>
                          </m:sub>
                        </m:sSub>
                        <m:sSub>
                          <m:sSubPr>
                            <m:ctrlPr>
                              <a:rPr lang="en-IN" sz="6000" i="1">
                                <a:latin typeface="Cambria Math" panose="02040503050406030204" pitchFamily="18" charset="0"/>
                              </a:rPr>
                            </m:ctrlPr>
                          </m:sSubPr>
                          <m:e>
                            <m:r>
                              <a:rPr lang="en-IN" sz="6000" i="1">
                                <a:latin typeface="Cambria Math" panose="02040503050406030204" pitchFamily="18" charset="0"/>
                              </a:rPr>
                              <m:t>𝑦</m:t>
                            </m:r>
                          </m:e>
                          <m:sub>
                            <m:r>
                              <a:rPr lang="en-IN" sz="6000" i="1">
                                <a:latin typeface="Cambria Math" panose="02040503050406030204" pitchFamily="18" charset="0"/>
                              </a:rPr>
                              <m:t>𝑖</m:t>
                            </m:r>
                          </m:sub>
                        </m:sSub>
                        <m:r>
                          <a:rPr lang="en-IN" sz="6000" i="1">
                            <a:latin typeface="Cambria Math" panose="02040503050406030204" pitchFamily="18" charset="0"/>
                          </a:rPr>
                          <m:t> −</m:t>
                        </m:r>
                        <m:r>
                          <a:rPr lang="en-IN" sz="6000" i="1">
                            <a:latin typeface="Cambria Math" panose="02040503050406030204" pitchFamily="18" charset="0"/>
                          </a:rPr>
                          <m:t>𝑛</m:t>
                        </m:r>
                        <m:r>
                          <a:rPr lang="en-IN" sz="6000" i="1">
                            <a:latin typeface="Cambria Math" panose="02040503050406030204" pitchFamily="18" charset="0"/>
                          </a:rPr>
                          <m:t>.  </m:t>
                        </m:r>
                        <m:acc>
                          <m:accPr>
                            <m:chr m:val="̅"/>
                            <m:ctrlPr>
                              <a:rPr lang="en-IN" sz="6000" i="1">
                                <a:latin typeface="Cambria Math" panose="02040503050406030204" pitchFamily="18" charset="0"/>
                              </a:rPr>
                            </m:ctrlPr>
                          </m:accPr>
                          <m:e>
                            <m:r>
                              <a:rPr lang="en-IN" sz="6000" i="1">
                                <a:latin typeface="Cambria Math" panose="02040503050406030204" pitchFamily="18" charset="0"/>
                              </a:rPr>
                              <m:t>𝑥</m:t>
                            </m:r>
                          </m:e>
                        </m:acc>
                        <m:r>
                          <m:rPr>
                            <m:nor/>
                          </m:rPr>
                          <a:rPr lang="en-IN" sz="6000" dirty="0"/>
                          <m:t> . </m:t>
                        </m:r>
                        <m:acc>
                          <m:accPr>
                            <m:chr m:val="̅"/>
                            <m:ctrlPr>
                              <a:rPr lang="en-IN" sz="6000" i="1" dirty="0">
                                <a:latin typeface="Cambria Math" panose="02040503050406030204" pitchFamily="18" charset="0"/>
                              </a:rPr>
                            </m:ctrlPr>
                          </m:accPr>
                          <m:e>
                            <m:r>
                              <a:rPr lang="en-IN" sz="6000" i="1" dirty="0">
                                <a:latin typeface="Cambria Math" panose="02040503050406030204" pitchFamily="18" charset="0"/>
                              </a:rPr>
                              <m:t>𝑦</m:t>
                            </m:r>
                          </m:e>
                        </m:acc>
                      </m:num>
                      <m:den>
                        <m:r>
                          <a:rPr lang="en-IN" sz="6000" b="0" i="1" dirty="0" smtClean="0">
                            <a:latin typeface="Cambria Math" panose="02040503050406030204" pitchFamily="18" charset="0"/>
                          </a:rPr>
                          <m:t>∑</m:t>
                        </m:r>
                        <m:sSubSup>
                          <m:sSubSupPr>
                            <m:ctrlPr>
                              <a:rPr lang="en-IN" sz="6000" b="0" i="1" dirty="0" smtClean="0">
                                <a:latin typeface="Cambria Math" panose="02040503050406030204" pitchFamily="18" charset="0"/>
                              </a:rPr>
                            </m:ctrlPr>
                          </m:sSubSupPr>
                          <m:e>
                            <m:r>
                              <a:rPr lang="en-IN" sz="6000" b="0" i="1" dirty="0" smtClean="0">
                                <a:latin typeface="Cambria Math" panose="02040503050406030204" pitchFamily="18" charset="0"/>
                              </a:rPr>
                              <m:t>𝑥</m:t>
                            </m:r>
                          </m:e>
                          <m:sub>
                            <m:r>
                              <a:rPr lang="en-IN" sz="6000" b="0" i="1" dirty="0" smtClean="0">
                                <a:latin typeface="Cambria Math" panose="02040503050406030204" pitchFamily="18" charset="0"/>
                              </a:rPr>
                              <m:t>𝑖</m:t>
                            </m:r>
                          </m:sub>
                          <m:sup>
                            <m:r>
                              <a:rPr lang="en-IN" sz="6000" b="0" i="1" dirty="0" smtClean="0">
                                <a:latin typeface="Cambria Math" panose="02040503050406030204" pitchFamily="18" charset="0"/>
                              </a:rPr>
                              <m:t>2</m:t>
                            </m:r>
                          </m:sup>
                        </m:sSubSup>
                        <m:r>
                          <a:rPr lang="en-IN" sz="6000" b="0" i="1" dirty="0" smtClean="0">
                            <a:latin typeface="Cambria Math" panose="02040503050406030204" pitchFamily="18" charset="0"/>
                          </a:rPr>
                          <m:t> −</m:t>
                        </m:r>
                        <m:r>
                          <a:rPr lang="en-IN" sz="6000" b="0" i="1" dirty="0" smtClean="0">
                            <a:latin typeface="Cambria Math" panose="02040503050406030204" pitchFamily="18" charset="0"/>
                          </a:rPr>
                          <m:t>𝑛</m:t>
                        </m:r>
                        <m:r>
                          <a:rPr lang="en-IN" sz="6000" b="0" i="1" dirty="0" smtClean="0">
                            <a:latin typeface="Cambria Math" panose="02040503050406030204" pitchFamily="18" charset="0"/>
                          </a:rPr>
                          <m:t>.  </m:t>
                        </m:r>
                        <m:sSup>
                          <m:sSupPr>
                            <m:ctrlPr>
                              <a:rPr lang="en-IN" sz="6000" b="0" i="1" dirty="0" smtClean="0">
                                <a:latin typeface="Cambria Math" panose="02040503050406030204" pitchFamily="18" charset="0"/>
                              </a:rPr>
                            </m:ctrlPr>
                          </m:sSupPr>
                          <m:e>
                            <m:d>
                              <m:dPr>
                                <m:ctrlPr>
                                  <a:rPr lang="en-IN" sz="6000" b="0" i="1" dirty="0" smtClean="0">
                                    <a:latin typeface="Cambria Math" panose="02040503050406030204" pitchFamily="18" charset="0"/>
                                  </a:rPr>
                                </m:ctrlPr>
                              </m:dPr>
                              <m:e>
                                <m:acc>
                                  <m:accPr>
                                    <m:chr m:val="̅"/>
                                    <m:ctrlPr>
                                      <a:rPr lang="en-IN" sz="6000" b="0" i="1" dirty="0" smtClean="0">
                                        <a:latin typeface="Cambria Math" panose="02040503050406030204" pitchFamily="18" charset="0"/>
                                      </a:rPr>
                                    </m:ctrlPr>
                                  </m:accPr>
                                  <m:e>
                                    <m:r>
                                      <a:rPr lang="en-IN" sz="6000" b="0" i="1" dirty="0" smtClean="0">
                                        <a:latin typeface="Cambria Math" panose="02040503050406030204" pitchFamily="18" charset="0"/>
                                      </a:rPr>
                                      <m:t>𝑥</m:t>
                                    </m:r>
                                  </m:e>
                                </m:acc>
                              </m:e>
                            </m:d>
                          </m:e>
                          <m:sup>
                            <m:r>
                              <a:rPr lang="en-IN" sz="6000" b="0" i="1" dirty="0" smtClean="0">
                                <a:latin typeface="Cambria Math" panose="02040503050406030204" pitchFamily="18" charset="0"/>
                              </a:rPr>
                              <m:t>2</m:t>
                            </m:r>
                          </m:sup>
                        </m:sSup>
                      </m:den>
                    </m:f>
                  </m:oMath>
                </a14:m>
                <a:endParaRPr lang="en-IN" sz="6000" dirty="0"/>
              </a:p>
            </p:txBody>
          </p:sp>
        </mc:Choice>
        <mc:Fallback xmlns="">
          <p:sp>
            <p:nvSpPr>
              <p:cNvPr id="3" name="Content Placeholder 2">
                <a:extLst>
                  <a:ext uri="{FF2B5EF4-FFF2-40B4-BE49-F238E27FC236}">
                    <a16:creationId xmlns:a16="http://schemas.microsoft.com/office/drawing/2014/main" id="{53BEC50E-38C2-3679-08E3-1CF55ECABC0B}"/>
                  </a:ext>
                </a:extLst>
              </p:cNvPr>
              <p:cNvSpPr>
                <a:spLocks noGrp="1" noRot="1" noChangeAspect="1" noMove="1" noResize="1" noEditPoints="1" noAdjustHandles="1" noChangeArrowheads="1" noChangeShapeType="1" noTextEdit="1"/>
              </p:cNvSpPr>
              <p:nvPr>
                <p:ph idx="1"/>
              </p:nvPr>
            </p:nvSpPr>
            <p:spPr>
              <a:blipFill>
                <a:blip r:embed="rId2"/>
                <a:stretch>
                  <a:fillRect l="-3188" t="-6303"/>
                </a:stretch>
              </a:blipFill>
            </p:spPr>
            <p:txBody>
              <a:bodyPr/>
              <a:lstStyle/>
              <a:p>
                <a:r>
                  <a:rPr lang="en-IN">
                    <a:noFill/>
                  </a:rPr>
                  <a:t> </a:t>
                </a:r>
              </a:p>
            </p:txBody>
          </p:sp>
        </mc:Fallback>
      </mc:AlternateContent>
    </p:spTree>
    <p:extLst>
      <p:ext uri="{BB962C8B-B14F-4D97-AF65-F5344CB8AC3E}">
        <p14:creationId xmlns:p14="http://schemas.microsoft.com/office/powerpoint/2010/main" val="2999517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1847E-791E-4633-BB0E-495067478759}"/>
              </a:ext>
            </a:extLst>
          </p:cNvPr>
          <p:cNvSpPr>
            <a:spLocks noGrp="1"/>
          </p:cNvSpPr>
          <p:nvPr>
            <p:ph type="title"/>
          </p:nvPr>
        </p:nvSpPr>
        <p:spPr/>
        <p:txBody>
          <a:bodyPr/>
          <a:lstStyle/>
          <a:p>
            <a:pPr algn="ctr"/>
            <a:r>
              <a:rPr lang="en-IN" dirty="0"/>
              <a:t>Problem 1</a:t>
            </a:r>
          </a:p>
        </p:txBody>
      </p:sp>
      <p:sp>
        <p:nvSpPr>
          <p:cNvPr id="3" name="Content Placeholder 2">
            <a:extLst>
              <a:ext uri="{FF2B5EF4-FFF2-40B4-BE49-F238E27FC236}">
                <a16:creationId xmlns:a16="http://schemas.microsoft.com/office/drawing/2014/main" id="{42F7B0A6-AA03-4110-8403-4D9C843910DE}"/>
              </a:ext>
            </a:extLst>
          </p:cNvPr>
          <p:cNvSpPr>
            <a:spLocks noGrp="1"/>
          </p:cNvSpPr>
          <p:nvPr>
            <p:ph idx="1"/>
          </p:nvPr>
        </p:nvSpPr>
        <p:spPr/>
        <p:txBody>
          <a:bodyPr/>
          <a:lstStyle/>
          <a:p>
            <a:pPr algn="l">
              <a:buFont typeface="Arial" panose="020B0604020202020204" pitchFamily="34" charset="0"/>
              <a:buChar char="•"/>
            </a:pPr>
            <a:r>
              <a:rPr lang="en-US" b="0" i="0" dirty="0">
                <a:solidFill>
                  <a:srgbClr val="000000"/>
                </a:solidFill>
                <a:effectLst/>
                <a:latin typeface="arial" panose="020B0604020202020204" pitchFamily="34" charset="0"/>
              </a:rPr>
              <a:t>Consider the following set of points: {(-2 , -1) , (1 , 1) , (3 , 2)}</a:t>
            </a: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a) Find the least square regression line for the given data points.</a:t>
            </a:r>
            <a:br>
              <a:rPr lang="en-US" b="0" i="0" dirty="0">
                <a:solidFill>
                  <a:srgbClr val="000000"/>
                </a:solidFill>
                <a:effectLst/>
                <a:latin typeface="arial" panose="020B0604020202020204" pitchFamily="34" charset="0"/>
              </a:rPr>
            </a:br>
            <a:r>
              <a:rPr lang="en-US" b="0" i="0" dirty="0">
                <a:solidFill>
                  <a:srgbClr val="000000"/>
                </a:solidFill>
                <a:effectLst/>
                <a:latin typeface="arial" panose="020B0604020202020204" pitchFamily="34" charset="0"/>
              </a:rPr>
              <a:t>b) Plot the given points and the regression line in the same rectangular system of axes.</a:t>
            </a:r>
            <a:br>
              <a:rPr lang="en-US" b="0" i="0" dirty="0">
                <a:solidFill>
                  <a:srgbClr val="000000"/>
                </a:solidFill>
                <a:effectLst/>
                <a:latin typeface="arial" panose="020B0604020202020204" pitchFamily="34" charset="0"/>
              </a:rPr>
            </a:br>
            <a:endParaRPr lang="en-US" b="0" i="0" dirty="0">
              <a:solidFill>
                <a:srgbClr val="000000"/>
              </a:solidFill>
              <a:effectLst/>
              <a:latin typeface="arial" panose="020B0604020202020204" pitchFamily="34" charset="0"/>
            </a:endParaRPr>
          </a:p>
          <a:p>
            <a:pPr marL="0" indent="0">
              <a:buNone/>
            </a:pPr>
            <a:endParaRPr lang="en-IN"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F838DCFE-DA8A-4652-AE85-70E9AFBCDAA8}"/>
                  </a:ext>
                </a:extLst>
              </p14:cNvPr>
              <p14:cNvContentPartPr/>
              <p14:nvPr/>
            </p14:nvContentPartPr>
            <p14:xfrm>
              <a:off x="2013120" y="3689280"/>
              <a:ext cx="7861320" cy="3143520"/>
            </p14:xfrm>
          </p:contentPart>
        </mc:Choice>
        <mc:Fallback xmlns="">
          <p:pic>
            <p:nvPicPr>
              <p:cNvPr id="6" name="Ink 5">
                <a:extLst>
                  <a:ext uri="{FF2B5EF4-FFF2-40B4-BE49-F238E27FC236}">
                    <a16:creationId xmlns:a16="http://schemas.microsoft.com/office/drawing/2014/main" id="{F838DCFE-DA8A-4652-AE85-70E9AFBCDAA8}"/>
                  </a:ext>
                </a:extLst>
              </p:cNvPr>
              <p:cNvPicPr/>
              <p:nvPr/>
            </p:nvPicPr>
            <p:blipFill>
              <a:blip r:embed="rId4"/>
              <a:stretch>
                <a:fillRect/>
              </a:stretch>
            </p:blipFill>
            <p:spPr>
              <a:xfrm>
                <a:off x="2003760" y="3679920"/>
                <a:ext cx="7880040" cy="3162240"/>
              </a:xfrm>
              <a:prstGeom prst="rect">
                <a:avLst/>
              </a:prstGeom>
            </p:spPr>
          </p:pic>
        </mc:Fallback>
      </mc:AlternateContent>
    </p:spTree>
    <p:extLst>
      <p:ext uri="{BB962C8B-B14F-4D97-AF65-F5344CB8AC3E}">
        <p14:creationId xmlns:p14="http://schemas.microsoft.com/office/powerpoint/2010/main" val="2537415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85212-24B6-4ACB-A3F5-A775EAE807CE}"/>
              </a:ext>
            </a:extLst>
          </p:cNvPr>
          <p:cNvSpPr>
            <a:spLocks noGrp="1"/>
          </p:cNvSpPr>
          <p:nvPr>
            <p:ph type="title"/>
          </p:nvPr>
        </p:nvSpPr>
        <p:spPr/>
        <p:txBody>
          <a:bodyPr/>
          <a:lstStyle/>
          <a:p>
            <a:pPr algn="ctr"/>
            <a:r>
              <a:rPr lang="en-IN" dirty="0"/>
              <a:t>Problem 2</a:t>
            </a:r>
          </a:p>
        </p:txBody>
      </p:sp>
      <p:pic>
        <p:nvPicPr>
          <p:cNvPr id="5" name="Content Placeholder 4">
            <a:extLst>
              <a:ext uri="{FF2B5EF4-FFF2-40B4-BE49-F238E27FC236}">
                <a16:creationId xmlns:a16="http://schemas.microsoft.com/office/drawing/2014/main" id="{5F9C6EE9-18ED-4DD0-B424-5720BAB483D8}"/>
              </a:ext>
            </a:extLst>
          </p:cNvPr>
          <p:cNvPicPr>
            <a:picLocks noGrp="1" noChangeAspect="1"/>
          </p:cNvPicPr>
          <p:nvPr>
            <p:ph idx="1"/>
          </p:nvPr>
        </p:nvPicPr>
        <p:blipFill>
          <a:blip r:embed="rId3"/>
          <a:stretch>
            <a:fillRect/>
          </a:stretch>
        </p:blipFill>
        <p:spPr>
          <a:xfrm>
            <a:off x="1246004" y="2430133"/>
            <a:ext cx="8903011" cy="2566523"/>
          </a:xfrm>
        </p:spPr>
      </p:pic>
      <p:pic>
        <p:nvPicPr>
          <p:cNvPr id="7" name="Picture 6">
            <a:extLst>
              <a:ext uri="{FF2B5EF4-FFF2-40B4-BE49-F238E27FC236}">
                <a16:creationId xmlns:a16="http://schemas.microsoft.com/office/drawing/2014/main" id="{8B90E5C4-BBEA-48BF-A7B3-347323CB8E22}"/>
              </a:ext>
            </a:extLst>
          </p:cNvPr>
          <p:cNvPicPr>
            <a:picLocks noChangeAspect="1"/>
          </p:cNvPicPr>
          <p:nvPr/>
        </p:nvPicPr>
        <p:blipFill>
          <a:blip r:embed="rId4"/>
          <a:stretch>
            <a:fillRect/>
          </a:stretch>
        </p:blipFill>
        <p:spPr>
          <a:xfrm>
            <a:off x="8291640" y="365125"/>
            <a:ext cx="3714750" cy="3133725"/>
          </a:xfrm>
          <a:prstGeom prst="rect">
            <a:avLst/>
          </a:prstGeom>
        </p:spPr>
      </p:pic>
    </p:spTree>
    <p:extLst>
      <p:ext uri="{BB962C8B-B14F-4D97-AF65-F5344CB8AC3E}">
        <p14:creationId xmlns:p14="http://schemas.microsoft.com/office/powerpoint/2010/main" val="2589669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453C0-97A7-456E-B351-EAFE72A80706}"/>
              </a:ext>
            </a:extLst>
          </p:cNvPr>
          <p:cNvSpPr>
            <a:spLocks noGrp="1"/>
          </p:cNvSpPr>
          <p:nvPr>
            <p:ph type="title"/>
          </p:nvPr>
        </p:nvSpPr>
        <p:spPr/>
        <p:txBody>
          <a:bodyPr/>
          <a:lstStyle/>
          <a:p>
            <a:pPr algn="ctr"/>
            <a:r>
              <a:rPr lang="en-IN"/>
              <a:t>Problem 3</a:t>
            </a:r>
          </a:p>
        </p:txBody>
      </p:sp>
      <p:sp>
        <p:nvSpPr>
          <p:cNvPr id="3" name="Content Placeholder 2">
            <a:extLst>
              <a:ext uri="{FF2B5EF4-FFF2-40B4-BE49-F238E27FC236}">
                <a16:creationId xmlns:a16="http://schemas.microsoft.com/office/drawing/2014/main" id="{1FF8A84C-8F3C-406D-89D5-C61532F79F06}"/>
              </a:ext>
            </a:extLst>
          </p:cNvPr>
          <p:cNvSpPr>
            <a:spLocks noGrp="1"/>
          </p:cNvSpPr>
          <p:nvPr>
            <p:ph idx="1"/>
          </p:nvPr>
        </p:nvSpPr>
        <p:spPr/>
        <p:txBody>
          <a:bodyPr/>
          <a:lstStyle/>
          <a:p>
            <a:pPr algn="just"/>
            <a:r>
              <a:rPr lang="en-IN" sz="2400" dirty="0"/>
              <a:t>Suppose the owner of the garbage truck company is interested in the relationship between the age of a garbage truck and the annual repair expense she should expect to incur. In order to determine this relationship, the owner has accumulated information concerning four of the trucks the city currently owns. What would be the annual maintenance cost of a truck that is 4 years old.</a:t>
            </a:r>
          </a:p>
          <a:p>
            <a:endParaRPr lang="en-IN" dirty="0"/>
          </a:p>
        </p:txBody>
      </p:sp>
      <p:graphicFrame>
        <p:nvGraphicFramePr>
          <p:cNvPr id="4" name="Table 4">
            <a:extLst>
              <a:ext uri="{FF2B5EF4-FFF2-40B4-BE49-F238E27FC236}">
                <a16:creationId xmlns:a16="http://schemas.microsoft.com/office/drawing/2014/main" id="{B683C64C-A4A7-4988-B38C-30837B3F4DA9}"/>
              </a:ext>
            </a:extLst>
          </p:cNvPr>
          <p:cNvGraphicFramePr>
            <a:graphicFrameLocks noGrp="1"/>
          </p:cNvGraphicFramePr>
          <p:nvPr>
            <p:extLst>
              <p:ext uri="{D42A27DB-BD31-4B8C-83A1-F6EECF244321}">
                <p14:modId xmlns:p14="http://schemas.microsoft.com/office/powerpoint/2010/main" val="2226057924"/>
              </p:ext>
            </p:extLst>
          </p:nvPr>
        </p:nvGraphicFramePr>
        <p:xfrm>
          <a:off x="3123344" y="3767010"/>
          <a:ext cx="6140106" cy="2926080"/>
        </p:xfrm>
        <a:graphic>
          <a:graphicData uri="http://schemas.openxmlformats.org/drawingml/2006/table">
            <a:tbl>
              <a:tblPr firstRow="1" bandRow="1">
                <a:tableStyleId>{5C22544A-7EE6-4342-B048-85BDC9FD1C3A}</a:tableStyleId>
              </a:tblPr>
              <a:tblGrid>
                <a:gridCol w="1227522">
                  <a:extLst>
                    <a:ext uri="{9D8B030D-6E8A-4147-A177-3AD203B41FA5}">
                      <a16:colId xmlns:a16="http://schemas.microsoft.com/office/drawing/2014/main" val="2750101667"/>
                    </a:ext>
                  </a:extLst>
                </a:gridCol>
                <a:gridCol w="1637528">
                  <a:extLst>
                    <a:ext uri="{9D8B030D-6E8A-4147-A177-3AD203B41FA5}">
                      <a16:colId xmlns:a16="http://schemas.microsoft.com/office/drawing/2014/main" val="3386463080"/>
                    </a:ext>
                  </a:extLst>
                </a:gridCol>
                <a:gridCol w="1637528">
                  <a:extLst>
                    <a:ext uri="{9D8B030D-6E8A-4147-A177-3AD203B41FA5}">
                      <a16:colId xmlns:a16="http://schemas.microsoft.com/office/drawing/2014/main" val="3436052137"/>
                    </a:ext>
                  </a:extLst>
                </a:gridCol>
                <a:gridCol w="1637528">
                  <a:extLst>
                    <a:ext uri="{9D8B030D-6E8A-4147-A177-3AD203B41FA5}">
                      <a16:colId xmlns:a16="http://schemas.microsoft.com/office/drawing/2014/main" val="1277357310"/>
                    </a:ext>
                  </a:extLst>
                </a:gridCol>
              </a:tblGrid>
              <a:tr h="561653">
                <a:tc>
                  <a:txBody>
                    <a:bodyPr/>
                    <a:lstStyle/>
                    <a:p>
                      <a:r>
                        <a:rPr lang="en-IN" sz="1400" b="1" kern="1200" dirty="0">
                          <a:solidFill>
                            <a:schemeClr val="dk1"/>
                          </a:solidFill>
                          <a:latin typeface="+mn-lt"/>
                          <a:ea typeface="+mn-ea"/>
                          <a:cs typeface="+mn-cs"/>
                        </a:rPr>
                        <a:t>Data-Set</a:t>
                      </a:r>
                    </a:p>
                  </a:txBody>
                  <a:tcPr/>
                </a:tc>
                <a:tc>
                  <a:txBody>
                    <a:bodyPr/>
                    <a:lstStyle/>
                    <a:p>
                      <a:r>
                        <a:rPr lang="en-IN" sz="1400" kern="1200" dirty="0">
                          <a:solidFill>
                            <a:schemeClr val="dk1"/>
                          </a:solidFill>
                          <a:latin typeface="+mn-lt"/>
                          <a:ea typeface="+mn-ea"/>
                          <a:cs typeface="+mn-cs"/>
                        </a:rPr>
                        <a:t>Truck</a:t>
                      </a:r>
                      <a:r>
                        <a:rPr lang="en-IN" dirty="0"/>
                        <a:t> </a:t>
                      </a:r>
                      <a:r>
                        <a:rPr lang="en-IN" sz="1400" b="1" kern="1200" dirty="0">
                          <a:solidFill>
                            <a:schemeClr val="dk1"/>
                          </a:solidFill>
                          <a:latin typeface="+mn-lt"/>
                          <a:ea typeface="+mn-ea"/>
                          <a:cs typeface="+mn-cs"/>
                        </a:rPr>
                        <a:t>Number</a:t>
                      </a:r>
                    </a:p>
                  </a:txBody>
                  <a:tcPr/>
                </a:tc>
                <a:tc>
                  <a:txBody>
                    <a:bodyPr/>
                    <a:lstStyle/>
                    <a:p>
                      <a:r>
                        <a:rPr lang="en-IN" sz="1400" b="1" kern="1200" dirty="0">
                          <a:solidFill>
                            <a:schemeClr val="dk1"/>
                          </a:solidFill>
                          <a:latin typeface="+mn-lt"/>
                          <a:ea typeface="+mn-ea"/>
                          <a:cs typeface="+mn-cs"/>
                        </a:rPr>
                        <a:t>Age of truck in years </a:t>
                      </a:r>
                    </a:p>
                  </a:txBody>
                  <a:tcPr/>
                </a:tc>
                <a:tc>
                  <a:txBody>
                    <a:bodyPr/>
                    <a:lstStyle/>
                    <a:p>
                      <a:pPr marL="0" algn="l" defTabSz="914400" rtl="0" eaLnBrk="1" latinLnBrk="0" hangingPunct="1"/>
                      <a:r>
                        <a:rPr lang="en-IN" sz="1400" b="1" kern="1200" dirty="0">
                          <a:solidFill>
                            <a:schemeClr val="dk1"/>
                          </a:solidFill>
                          <a:latin typeface="+mn-lt"/>
                          <a:ea typeface="+mn-ea"/>
                          <a:cs typeface="+mn-cs"/>
                        </a:rPr>
                        <a:t>Repair Expense during last year in lacs of Rupees (Rs)</a:t>
                      </a:r>
                    </a:p>
                  </a:txBody>
                  <a:tcPr/>
                </a:tc>
                <a:extLst>
                  <a:ext uri="{0D108BD9-81ED-4DB2-BD59-A6C34878D82A}">
                    <a16:rowId xmlns:a16="http://schemas.microsoft.com/office/drawing/2014/main" val="1886411747"/>
                  </a:ext>
                </a:extLst>
              </a:tr>
              <a:tr h="444642">
                <a:tc row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Annual Truck Repair Expenses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t>101</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7</a:t>
                      </a:r>
                    </a:p>
                  </a:txBody>
                  <a:tcPr/>
                </a:tc>
                <a:extLst>
                  <a:ext uri="{0D108BD9-81ED-4DB2-BD59-A6C34878D82A}">
                    <a16:rowId xmlns:a16="http://schemas.microsoft.com/office/drawing/2014/main" val="497109130"/>
                  </a:ext>
                </a:extLst>
              </a:tr>
              <a:tr h="444642">
                <a:tc v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102</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7</a:t>
                      </a:r>
                    </a:p>
                  </a:txBody>
                  <a:tcPr/>
                </a:tc>
                <a:extLst>
                  <a:ext uri="{0D108BD9-81ED-4DB2-BD59-A6C34878D82A}">
                    <a16:rowId xmlns:a16="http://schemas.microsoft.com/office/drawing/2014/main" val="1744706170"/>
                  </a:ext>
                </a:extLst>
              </a:tr>
              <a:tr h="397838">
                <a:tc v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103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6</a:t>
                      </a:r>
                    </a:p>
                  </a:txBody>
                  <a:tcPr/>
                </a:tc>
                <a:extLst>
                  <a:ext uri="{0D108BD9-81ED-4DB2-BD59-A6C34878D82A}">
                    <a16:rowId xmlns:a16="http://schemas.microsoft.com/office/drawing/2014/main" val="899620478"/>
                  </a:ext>
                </a:extLst>
              </a:tr>
              <a:tr h="397838">
                <a:tc vMerge="1">
                  <a:txBody>
                    <a:bodyPr/>
                    <a:lstStyle/>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104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4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kern="1200" dirty="0">
                          <a:solidFill>
                            <a:schemeClr val="dk1"/>
                          </a:solidFill>
                          <a:latin typeface="+mn-lt"/>
                          <a:ea typeface="+mn-ea"/>
                          <a:cs typeface="+mn-cs"/>
                        </a:rPr>
                        <a:t>4</a:t>
                      </a:r>
                    </a:p>
                  </a:txBody>
                  <a:tcPr/>
                </a:tc>
                <a:extLst>
                  <a:ext uri="{0D108BD9-81ED-4DB2-BD59-A6C34878D82A}">
                    <a16:rowId xmlns:a16="http://schemas.microsoft.com/office/drawing/2014/main" val="613595165"/>
                  </a:ext>
                </a:extLst>
              </a:tr>
            </a:tbl>
          </a:graphicData>
        </a:graphic>
      </p:graphicFrame>
    </p:spTree>
    <p:extLst>
      <p:ext uri="{BB962C8B-B14F-4D97-AF65-F5344CB8AC3E}">
        <p14:creationId xmlns:p14="http://schemas.microsoft.com/office/powerpoint/2010/main" val="4290161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1711C-E127-E896-0AF2-D41D65C62DED}"/>
              </a:ext>
            </a:extLst>
          </p:cNvPr>
          <p:cNvSpPr>
            <a:spLocks noGrp="1"/>
          </p:cNvSpPr>
          <p:nvPr>
            <p:ph type="title"/>
          </p:nvPr>
        </p:nvSpPr>
        <p:spPr/>
        <p:txBody>
          <a:bodyPr/>
          <a:lstStyle/>
          <a:p>
            <a:pPr algn="ctr"/>
            <a:r>
              <a:rPr lang="en-IN" dirty="0"/>
              <a:t>Logistic Regression</a:t>
            </a:r>
          </a:p>
        </p:txBody>
      </p:sp>
      <p:sp>
        <p:nvSpPr>
          <p:cNvPr id="3" name="Content Placeholder 2">
            <a:extLst>
              <a:ext uri="{FF2B5EF4-FFF2-40B4-BE49-F238E27FC236}">
                <a16:creationId xmlns:a16="http://schemas.microsoft.com/office/drawing/2014/main" id="{A5C8F68C-9695-C0CF-E9BE-D236453A45F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880723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51A5B-6FFD-4975-C888-4BD70E87AEA8}"/>
              </a:ext>
            </a:extLst>
          </p:cNvPr>
          <p:cNvSpPr>
            <a:spLocks noGrp="1"/>
          </p:cNvSpPr>
          <p:nvPr>
            <p:ph type="title"/>
          </p:nvPr>
        </p:nvSpPr>
        <p:spPr/>
        <p:txBody>
          <a:bodyPr/>
          <a:lstStyle/>
          <a:p>
            <a:pPr algn="ctr"/>
            <a:r>
              <a:rPr lang="en-IN" dirty="0"/>
              <a:t>Confusion Matrix</a:t>
            </a:r>
          </a:p>
        </p:txBody>
      </p:sp>
      <p:sp>
        <p:nvSpPr>
          <p:cNvPr id="3" name="Content Placeholder 2">
            <a:extLst>
              <a:ext uri="{FF2B5EF4-FFF2-40B4-BE49-F238E27FC236}">
                <a16:creationId xmlns:a16="http://schemas.microsoft.com/office/drawing/2014/main" id="{8B145ED9-F101-6185-8A1B-962E3C67864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629559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B002D-BB90-914E-356B-5C65BC955C6D}"/>
              </a:ext>
            </a:extLst>
          </p:cNvPr>
          <p:cNvSpPr>
            <a:spLocks noGrp="1"/>
          </p:cNvSpPr>
          <p:nvPr>
            <p:ph type="title"/>
          </p:nvPr>
        </p:nvSpPr>
        <p:spPr/>
        <p:txBody>
          <a:bodyPr/>
          <a:lstStyle/>
          <a:p>
            <a:pPr algn="ctr"/>
            <a:r>
              <a:rPr lang="en-IN" dirty="0"/>
              <a:t>ROC Curve</a:t>
            </a:r>
          </a:p>
        </p:txBody>
      </p:sp>
      <p:sp>
        <p:nvSpPr>
          <p:cNvPr id="3" name="Content Placeholder 2">
            <a:extLst>
              <a:ext uri="{FF2B5EF4-FFF2-40B4-BE49-F238E27FC236}">
                <a16:creationId xmlns:a16="http://schemas.microsoft.com/office/drawing/2014/main" id="{E590F70F-4E81-D754-6630-B6803374308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38283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E7B83-A2E5-449F-85AC-609197A3F2CD}"/>
              </a:ext>
            </a:extLst>
          </p:cNvPr>
          <p:cNvSpPr>
            <a:spLocks noGrp="1"/>
          </p:cNvSpPr>
          <p:nvPr>
            <p:ph type="title"/>
          </p:nvPr>
        </p:nvSpPr>
        <p:spPr/>
        <p:txBody>
          <a:bodyPr/>
          <a:lstStyle/>
          <a:p>
            <a:pPr algn="ctr"/>
            <a:r>
              <a:rPr lang="en-IN" dirty="0"/>
              <a:t>MSE Decomposition</a:t>
            </a:r>
          </a:p>
        </p:txBody>
      </p:sp>
      <p:sp>
        <p:nvSpPr>
          <p:cNvPr id="3" name="Content Placeholder 2">
            <a:extLst>
              <a:ext uri="{FF2B5EF4-FFF2-40B4-BE49-F238E27FC236}">
                <a16:creationId xmlns:a16="http://schemas.microsoft.com/office/drawing/2014/main" id="{FC6E98BA-E3EC-4A46-07E2-A7E09D4A4DF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32921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33790-06D2-ED45-7393-E10EB2D1CC02}"/>
              </a:ext>
            </a:extLst>
          </p:cNvPr>
          <p:cNvSpPr>
            <a:spLocks noGrp="1"/>
          </p:cNvSpPr>
          <p:nvPr>
            <p:ph type="title"/>
          </p:nvPr>
        </p:nvSpPr>
        <p:spPr/>
        <p:txBody>
          <a:bodyPr/>
          <a:lstStyle/>
          <a:p>
            <a:pPr algn="ctr"/>
            <a:r>
              <a:rPr lang="en-IN" dirty="0"/>
              <a:t>Bias-Variance </a:t>
            </a:r>
            <a:r>
              <a:rPr lang="en-IN" dirty="0" err="1"/>
              <a:t>Tradeoff</a:t>
            </a:r>
            <a:endParaRPr lang="en-IN" dirty="0"/>
          </a:p>
        </p:txBody>
      </p:sp>
      <p:sp>
        <p:nvSpPr>
          <p:cNvPr id="3" name="Content Placeholder 2">
            <a:extLst>
              <a:ext uri="{FF2B5EF4-FFF2-40B4-BE49-F238E27FC236}">
                <a16:creationId xmlns:a16="http://schemas.microsoft.com/office/drawing/2014/main" id="{49CAE4F1-F328-1070-7227-A2C872E6072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30558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67A0D14-87CC-43BF-9167-96D6C23FC946}">
  <we:reference id="wa104379997" version="2.0.0.0" store="en-US" storeType="OMEX"/>
  <we:alternateReferences>
    <we:reference id="WA104379997"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1012</TotalTime>
  <Words>1293</Words>
  <Application>Microsoft Office PowerPoint</Application>
  <PresentationFormat>Widescreen</PresentationFormat>
  <Paragraphs>145</Paragraphs>
  <Slides>22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vt:lpstr>
      <vt:lpstr>Calibri</vt:lpstr>
      <vt:lpstr>Calibri Light</vt:lpstr>
      <vt:lpstr>Cambria Math</vt:lpstr>
      <vt:lpstr>Wingdings</vt:lpstr>
      <vt:lpstr>Office Theme</vt:lpstr>
      <vt:lpstr>A review of Machine Learning</vt:lpstr>
      <vt:lpstr>Machine Learning Definition</vt:lpstr>
      <vt:lpstr>The relationship between AI and DL</vt:lpstr>
      <vt:lpstr>Scalars, Vectors, Matrices and Tensors</vt:lpstr>
      <vt:lpstr>Hyperplane</vt:lpstr>
      <vt:lpstr>Linear Algebra Operations</vt:lpstr>
      <vt:lpstr>Learning Algorithm</vt:lpstr>
      <vt:lpstr>Mean Square Error </vt:lpstr>
      <vt:lpstr>Training, Testing and Validation</vt:lpstr>
      <vt:lpstr>Resampling Methods</vt:lpstr>
      <vt:lpstr>…Resampling Method</vt:lpstr>
      <vt:lpstr>Linear Regression</vt:lpstr>
      <vt:lpstr>How would you fit a line for the given points?</vt:lpstr>
      <vt:lpstr>Normal Equation</vt:lpstr>
      <vt:lpstr>Problem 1</vt:lpstr>
      <vt:lpstr>Problem 2</vt:lpstr>
      <vt:lpstr>Problem 3</vt:lpstr>
      <vt:lpstr>Logistic Regression</vt:lpstr>
      <vt:lpstr>Confusion Matrix</vt:lpstr>
      <vt:lpstr>ROC Curve</vt:lpstr>
      <vt:lpstr>MSE Decomposition</vt:lpstr>
      <vt:lpstr>Bias-Variance Tradeoff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Prateek Pandey</dc:creator>
  <cp:lastModifiedBy>Prateek Pandey</cp:lastModifiedBy>
  <cp:revision>50</cp:revision>
  <dcterms:created xsi:type="dcterms:W3CDTF">2025-07-14T17:20:26Z</dcterms:created>
  <dcterms:modified xsi:type="dcterms:W3CDTF">2025-08-24T08:28:22Z</dcterms:modified>
</cp:coreProperties>
</file>