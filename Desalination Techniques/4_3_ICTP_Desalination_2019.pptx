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00471"/>
            <a:ext cx="6371844" cy="155752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088" y="175260"/>
            <a:ext cx="2508504" cy="8061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21336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64323" y="135636"/>
            <a:ext cx="1758696" cy="565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18540" y="1948052"/>
            <a:ext cx="4097654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366C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339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366C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0339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300471"/>
            <a:ext cx="6371844" cy="155752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21336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4323" y="135636"/>
            <a:ext cx="1758696" cy="565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366C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366C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300471"/>
            <a:ext cx="6371844" cy="15575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200" y="155575"/>
            <a:ext cx="8483600" cy="90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366C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4337" y="1282446"/>
            <a:ext cx="8301990" cy="4556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0339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7.png"/><Relationship Id="rId21" Type="http://schemas.openxmlformats.org/officeDocument/2006/relationships/image" Target="../media/image28.jpe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6.jpe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10" Type="http://schemas.openxmlformats.org/officeDocument/2006/relationships/image" Target="../media/image17.png"/><Relationship Id="rId19" Type="http://schemas.openxmlformats.org/officeDocument/2006/relationships/image" Target="../media/image26.jpeg"/><Relationship Id="rId4" Type="http://schemas.openxmlformats.org/officeDocument/2006/relationships/image" Target="../media/image13.png"/><Relationship Id="rId9" Type="http://schemas.openxmlformats.org/officeDocument/2006/relationships/image" Target="../media/image16.jpeg"/><Relationship Id="rId14" Type="http://schemas.openxmlformats.org/officeDocument/2006/relationships/image" Target="../media/image21.png"/><Relationship Id="rId22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12" Type="http://schemas.openxmlformats.org/officeDocument/2006/relationships/image" Target="../media/image4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jpeg"/><Relationship Id="rId5" Type="http://schemas.openxmlformats.org/officeDocument/2006/relationships/image" Target="../media/image36.png"/><Relationship Id="rId10" Type="http://schemas.openxmlformats.org/officeDocument/2006/relationships/image" Target="../media/image41.jpeg"/><Relationship Id="rId4" Type="http://schemas.openxmlformats.org/officeDocument/2006/relationships/image" Target="../media/image35.png"/><Relationship Id="rId9" Type="http://schemas.openxmlformats.org/officeDocument/2006/relationships/image" Target="../media/image4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4.jpe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5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4.png"/><Relationship Id="rId7" Type="http://schemas.openxmlformats.org/officeDocument/2006/relationships/image" Target="../media/image68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jpeg"/><Relationship Id="rId5" Type="http://schemas.openxmlformats.org/officeDocument/2006/relationships/image" Target="../media/image6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eg"/><Relationship Id="rId3" Type="http://schemas.openxmlformats.org/officeDocument/2006/relationships/image" Target="../media/image7.png"/><Relationship Id="rId7" Type="http://schemas.openxmlformats.org/officeDocument/2006/relationships/image" Target="../media/image7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4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e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5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4.png"/><Relationship Id="rId7" Type="http://schemas.openxmlformats.org/officeDocument/2006/relationships/image" Target="../media/image98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5.png"/><Relationship Id="rId9" Type="http://schemas.openxmlformats.org/officeDocument/2006/relationships/image" Target="../media/image1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5.png"/><Relationship Id="rId7" Type="http://schemas.openxmlformats.org/officeDocument/2006/relationships/image" Target="../media/image1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5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26" Type="http://schemas.openxmlformats.org/officeDocument/2006/relationships/image" Target="../media/image140.png"/><Relationship Id="rId3" Type="http://schemas.openxmlformats.org/officeDocument/2006/relationships/image" Target="../media/image5.png"/><Relationship Id="rId21" Type="http://schemas.openxmlformats.org/officeDocument/2006/relationships/image" Target="../media/image135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2" Type="http://schemas.openxmlformats.org/officeDocument/2006/relationships/image" Target="../media/image4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29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24" Type="http://schemas.openxmlformats.org/officeDocument/2006/relationships/image" Target="../media/image138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4" Type="http://schemas.openxmlformats.org/officeDocument/2006/relationships/image" Target="../media/image117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3" Type="http://schemas.openxmlformats.org/officeDocument/2006/relationships/image" Target="../media/image5.png"/><Relationship Id="rId21" Type="http://schemas.openxmlformats.org/officeDocument/2006/relationships/image" Target="../media/image160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2" Type="http://schemas.openxmlformats.org/officeDocument/2006/relationships/image" Target="../media/image4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4" Type="http://schemas.openxmlformats.org/officeDocument/2006/relationships/image" Target="../media/image117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9.png"/><Relationship Id="rId2" Type="http://schemas.openxmlformats.org/officeDocument/2006/relationships/image" Target="../media/image4.png"/><Relationship Id="rId16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7.png"/><Relationship Id="rId7" Type="http://schemas.openxmlformats.org/officeDocument/2006/relationships/image" Target="../media/image181.png"/><Relationship Id="rId12" Type="http://schemas.openxmlformats.org/officeDocument/2006/relationships/image" Target="../media/image186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85.png"/><Relationship Id="rId5" Type="http://schemas.openxmlformats.org/officeDocument/2006/relationships/image" Target="../media/image4.png"/><Relationship Id="rId10" Type="http://schemas.openxmlformats.org/officeDocument/2006/relationships/image" Target="../media/image184.png"/><Relationship Id="rId4" Type="http://schemas.openxmlformats.org/officeDocument/2006/relationships/image" Target="../media/image180.png"/><Relationship Id="rId9" Type="http://schemas.openxmlformats.org/officeDocument/2006/relationships/image" Target="../media/image18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5.png"/><Relationship Id="rId7" Type="http://schemas.openxmlformats.org/officeDocument/2006/relationships/image" Target="../media/image19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9" Type="http://schemas.openxmlformats.org/officeDocument/2006/relationships/image" Target="../media/image19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5.jpe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jpeg"/><Relationship Id="rId5" Type="http://schemas.openxmlformats.org/officeDocument/2006/relationships/image" Target="../media/image197.jpeg"/><Relationship Id="rId4" Type="http://schemas.openxmlformats.org/officeDocument/2006/relationships/image" Target="../media/image196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02.jpeg"/><Relationship Id="rId2" Type="http://schemas.openxmlformats.org/officeDocument/2006/relationships/image" Target="../media/image19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jpeg"/><Relationship Id="rId3" Type="http://schemas.openxmlformats.org/officeDocument/2006/relationships/image" Target="../media/image204.png"/><Relationship Id="rId7" Type="http://schemas.openxmlformats.org/officeDocument/2006/relationships/image" Target="../media/image5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5.png"/><Relationship Id="rId7" Type="http://schemas.openxmlformats.org/officeDocument/2006/relationships/image" Target="../media/image2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0.jpeg"/><Relationship Id="rId5" Type="http://schemas.openxmlformats.org/officeDocument/2006/relationships/image" Target="../media/image209.jpeg"/><Relationship Id="rId10" Type="http://schemas.openxmlformats.org/officeDocument/2006/relationships/image" Target="../media/image214.png"/><Relationship Id="rId4" Type="http://schemas.openxmlformats.org/officeDocument/2006/relationships/image" Target="../media/image208.jpeg"/><Relationship Id="rId9" Type="http://schemas.openxmlformats.org/officeDocument/2006/relationships/image" Target="../media/image2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02437" y="2014220"/>
            <a:ext cx="4547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"/>
                <a:cs typeface="Arial"/>
              </a:rPr>
              <a:t>Nuclear</a:t>
            </a:r>
            <a:r>
              <a:rPr sz="36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"/>
                <a:cs typeface="Arial"/>
              </a:rPr>
              <a:t>Desalination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" y="175260"/>
              <a:ext cx="2500884" cy="80619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3897" y="1694179"/>
            <a:ext cx="22225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"/>
                <a:cs typeface="Arial"/>
              </a:rPr>
              <a:t>Contents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98068" y="2712843"/>
            <a:ext cx="4536440" cy="2769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40715">
              <a:lnSpc>
                <a:spcPct val="120000"/>
              </a:lnSpc>
              <a:spcBef>
                <a:spcPts val="95"/>
              </a:spcBef>
            </a:pPr>
            <a:r>
              <a:rPr sz="3000" b="1" dirty="0">
                <a:solidFill>
                  <a:srgbClr val="6B6B70"/>
                </a:solidFill>
                <a:latin typeface="Arial"/>
                <a:cs typeface="Arial"/>
              </a:rPr>
              <a:t>Introduction</a:t>
            </a:r>
            <a:r>
              <a:rPr sz="3000" b="1" spc="-60" dirty="0">
                <a:solidFill>
                  <a:srgbClr val="6B6B7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B6B70"/>
                </a:solidFill>
                <a:latin typeface="Arial"/>
                <a:cs typeface="Arial"/>
              </a:rPr>
              <a:t>&amp;</a:t>
            </a:r>
            <a:r>
              <a:rPr sz="3000" b="1" spc="-85" dirty="0">
                <a:solidFill>
                  <a:srgbClr val="6B6B7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6B6B70"/>
                </a:solidFill>
                <a:latin typeface="Arial"/>
                <a:cs typeface="Arial"/>
              </a:rPr>
              <a:t>Status Economics</a:t>
            </a:r>
            <a:endParaRPr sz="30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sz="3000" b="1" dirty="0">
                <a:solidFill>
                  <a:srgbClr val="6B6B70"/>
                </a:solidFill>
                <a:latin typeface="Arial"/>
                <a:cs typeface="Arial"/>
              </a:rPr>
              <a:t>Safety</a:t>
            </a:r>
            <a:r>
              <a:rPr sz="3000" b="1" spc="-155" dirty="0">
                <a:solidFill>
                  <a:srgbClr val="6B6B7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6B6B70"/>
                </a:solidFill>
                <a:latin typeface="Arial"/>
                <a:cs typeface="Arial"/>
              </a:rPr>
              <a:t>Aspects </a:t>
            </a:r>
            <a:r>
              <a:rPr sz="3000" b="1" dirty="0">
                <a:solidFill>
                  <a:srgbClr val="6B6B70"/>
                </a:solidFill>
                <a:latin typeface="Arial"/>
                <a:cs typeface="Arial"/>
              </a:rPr>
              <a:t>Environmental </a:t>
            </a:r>
            <a:r>
              <a:rPr sz="3000" b="1" spc="-10" dirty="0">
                <a:solidFill>
                  <a:srgbClr val="6B6B70"/>
                </a:solidFill>
                <a:latin typeface="Arial"/>
                <a:cs typeface="Arial"/>
              </a:rPr>
              <a:t>Impact </a:t>
            </a:r>
            <a:r>
              <a:rPr sz="3000" b="1" dirty="0">
                <a:solidFill>
                  <a:srgbClr val="6B6B70"/>
                </a:solidFill>
                <a:latin typeface="Arial"/>
                <a:cs typeface="Arial"/>
              </a:rPr>
              <a:t>Questions</a:t>
            </a:r>
            <a:r>
              <a:rPr sz="3000" b="1" spc="-45" dirty="0">
                <a:solidFill>
                  <a:srgbClr val="6B6B70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6B6B70"/>
                </a:solidFill>
                <a:latin typeface="Arial"/>
                <a:cs typeface="Arial"/>
              </a:rPr>
              <a:t>&amp;</a:t>
            </a:r>
            <a:r>
              <a:rPr sz="3000" b="1" spc="-45" dirty="0">
                <a:solidFill>
                  <a:srgbClr val="6B6B70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6B6B70"/>
                </a:solidFill>
                <a:latin typeface="Arial"/>
                <a:cs typeface="Arial"/>
              </a:rPr>
              <a:t>Discussion!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4855464" y="2575560"/>
            <a:ext cx="873760" cy="929640"/>
            <a:chOff x="4855464" y="2575560"/>
            <a:chExt cx="873760" cy="929640"/>
          </a:xfrm>
        </p:grpSpPr>
        <p:sp>
          <p:nvSpPr>
            <p:cNvPr id="6" name="object 6"/>
            <p:cNvSpPr/>
            <p:nvPr/>
          </p:nvSpPr>
          <p:spPr>
            <a:xfrm>
              <a:off x="4860036" y="2580132"/>
              <a:ext cx="864235" cy="920750"/>
            </a:xfrm>
            <a:custGeom>
              <a:avLst/>
              <a:gdLst/>
              <a:ahLst/>
              <a:cxnLst/>
              <a:rect l="l" t="t" r="r" b="b"/>
              <a:pathLst>
                <a:path w="864235" h="920750">
                  <a:moveTo>
                    <a:pt x="432815" y="0"/>
                  </a:moveTo>
                  <a:lnTo>
                    <a:pt x="432815" y="230123"/>
                  </a:lnTo>
                  <a:lnTo>
                    <a:pt x="0" y="230123"/>
                  </a:lnTo>
                  <a:lnTo>
                    <a:pt x="0" y="690371"/>
                  </a:lnTo>
                  <a:lnTo>
                    <a:pt x="432815" y="690371"/>
                  </a:lnTo>
                  <a:lnTo>
                    <a:pt x="432815" y="920495"/>
                  </a:lnTo>
                  <a:lnTo>
                    <a:pt x="864108" y="460247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60036" y="2580132"/>
              <a:ext cx="864235" cy="920750"/>
            </a:xfrm>
            <a:custGeom>
              <a:avLst/>
              <a:gdLst/>
              <a:ahLst/>
              <a:cxnLst/>
              <a:rect l="l" t="t" r="r" b="b"/>
              <a:pathLst>
                <a:path w="864235" h="920750">
                  <a:moveTo>
                    <a:pt x="0" y="230123"/>
                  </a:moveTo>
                  <a:lnTo>
                    <a:pt x="432815" y="230123"/>
                  </a:lnTo>
                  <a:lnTo>
                    <a:pt x="432815" y="0"/>
                  </a:lnTo>
                  <a:lnTo>
                    <a:pt x="864108" y="460247"/>
                  </a:lnTo>
                  <a:lnTo>
                    <a:pt x="432815" y="920495"/>
                  </a:lnTo>
                  <a:lnTo>
                    <a:pt x="432815" y="690371"/>
                  </a:lnTo>
                  <a:lnTo>
                    <a:pt x="0" y="690371"/>
                  </a:lnTo>
                  <a:lnTo>
                    <a:pt x="0" y="230123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355591" y="4852415"/>
            <a:ext cx="4680585" cy="1884045"/>
            <a:chOff x="4355591" y="4852415"/>
            <a:chExt cx="4680585" cy="18840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55591" y="4864607"/>
              <a:ext cx="2621280" cy="18714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35267" y="4852415"/>
              <a:ext cx="2700528" cy="188366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1548" y="5178297"/>
            <a:ext cx="33204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37870" algn="r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3366CC"/>
                </a:solidFill>
                <a:latin typeface="Calibri"/>
                <a:cs typeface="Calibri"/>
              </a:rPr>
              <a:t>Synergies</a:t>
            </a:r>
            <a:r>
              <a:rPr sz="2400" b="1" spc="-55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CC"/>
                </a:solidFill>
                <a:latin typeface="Calibri"/>
                <a:cs typeface="Calibri"/>
              </a:rPr>
              <a:t>in</a:t>
            </a:r>
            <a:r>
              <a:rPr sz="2400" b="1" spc="-5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CC"/>
                </a:solidFill>
                <a:latin typeface="Calibri"/>
                <a:cs typeface="Calibri"/>
              </a:rPr>
              <a:t>Nuclear desalination</a:t>
            </a:r>
            <a:r>
              <a:rPr sz="2400" b="1" spc="-3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CC"/>
                </a:solidFill>
                <a:latin typeface="Calibri"/>
                <a:cs typeface="Calibri"/>
              </a:rPr>
              <a:t>are</a:t>
            </a:r>
            <a:r>
              <a:rPr sz="2400" b="1" spc="-45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66CC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CC"/>
                </a:solidFill>
                <a:latin typeface="Calibri"/>
                <a:cs typeface="Calibri"/>
              </a:rPr>
              <a:t>catalyst</a:t>
            </a:r>
            <a:endParaRPr sz="2400">
              <a:latin typeface="Calibri"/>
              <a:cs typeface="Calibri"/>
            </a:endParaRPr>
          </a:p>
          <a:p>
            <a:pPr marL="1624965" marR="5080" indent="-187960" algn="r">
              <a:lnSpc>
                <a:spcPct val="100000"/>
              </a:lnSpc>
            </a:pPr>
            <a:r>
              <a:rPr sz="2400" b="1" dirty="0">
                <a:solidFill>
                  <a:srgbClr val="3366CC"/>
                </a:solidFill>
                <a:latin typeface="Calibri"/>
                <a:cs typeface="Calibri"/>
              </a:rPr>
              <a:t>for</a:t>
            </a:r>
            <a:r>
              <a:rPr sz="2400" b="1" spc="-7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66CC"/>
                </a:solidFill>
                <a:latin typeface="Calibri"/>
                <a:cs typeface="Calibri"/>
              </a:rPr>
              <a:t>sustainable development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56353" y="6448805"/>
            <a:ext cx="1466215" cy="285115"/>
          </a:xfrm>
          <a:prstGeom prst="rect">
            <a:avLst/>
          </a:prstGeom>
          <a:solidFill>
            <a:srgbClr val="FFFFFF"/>
          </a:solidFill>
          <a:ln w="25907">
            <a:solidFill>
              <a:srgbClr val="00339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150"/>
              </a:spcBef>
            </a:pPr>
            <a:r>
              <a:rPr sz="1400" dirty="0">
                <a:solidFill>
                  <a:srgbClr val="003399"/>
                </a:solidFill>
                <a:latin typeface="Tahoma"/>
                <a:cs typeface="Tahoma"/>
              </a:rPr>
              <a:t>Aktau,</a:t>
            </a:r>
            <a:r>
              <a:rPr sz="1400" spc="-90" dirty="0">
                <a:solidFill>
                  <a:srgbClr val="003399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003399"/>
                </a:solidFill>
                <a:latin typeface="Tahoma"/>
                <a:cs typeface="Tahoma"/>
              </a:rPr>
              <a:t>1961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7866" y="6448805"/>
            <a:ext cx="1361440" cy="285115"/>
          </a:xfrm>
          <a:prstGeom prst="rect">
            <a:avLst/>
          </a:prstGeom>
          <a:solidFill>
            <a:srgbClr val="FFFFFF"/>
          </a:solidFill>
          <a:ln w="25907">
            <a:solidFill>
              <a:srgbClr val="003399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50"/>
              </a:spcBef>
            </a:pPr>
            <a:r>
              <a:rPr sz="1400" dirty="0">
                <a:solidFill>
                  <a:srgbClr val="003399"/>
                </a:solidFill>
                <a:latin typeface="Tahoma"/>
                <a:cs typeface="Tahoma"/>
              </a:rPr>
              <a:t>Aktau,</a:t>
            </a:r>
            <a:r>
              <a:rPr sz="1400" spc="-90" dirty="0">
                <a:solidFill>
                  <a:srgbClr val="003399"/>
                </a:solidFill>
                <a:latin typeface="Tahoma"/>
                <a:cs typeface="Tahoma"/>
              </a:rPr>
              <a:t> </a:t>
            </a:r>
            <a:r>
              <a:rPr sz="1400" spc="70" dirty="0">
                <a:solidFill>
                  <a:srgbClr val="003399"/>
                </a:solidFill>
                <a:latin typeface="Tahoma"/>
                <a:cs typeface="Tahoma"/>
              </a:rPr>
              <a:t>1975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21956" y="1361926"/>
            <a:ext cx="3252470" cy="3183890"/>
            <a:chOff x="921956" y="1361926"/>
            <a:chExt cx="3252470" cy="3183890"/>
          </a:xfrm>
        </p:grpSpPr>
        <p:sp>
          <p:nvSpPr>
            <p:cNvPr id="15" name="object 15"/>
            <p:cNvSpPr/>
            <p:nvPr/>
          </p:nvSpPr>
          <p:spPr>
            <a:xfrm>
              <a:off x="1394587" y="1374626"/>
              <a:ext cx="2174875" cy="873760"/>
            </a:xfrm>
            <a:custGeom>
              <a:avLst/>
              <a:gdLst/>
              <a:ahLst/>
              <a:cxnLst/>
              <a:rect l="l" t="t" r="r" b="b"/>
              <a:pathLst>
                <a:path w="2174875" h="873760">
                  <a:moveTo>
                    <a:pt x="1157787" y="0"/>
                  </a:moveTo>
                  <a:lnTo>
                    <a:pt x="1112433" y="685"/>
                  </a:lnTo>
                  <a:lnTo>
                    <a:pt x="1067243" y="3062"/>
                  </a:lnTo>
                  <a:lnTo>
                    <a:pt x="1022258" y="7112"/>
                  </a:lnTo>
                  <a:lnTo>
                    <a:pt x="977523" y="12819"/>
                  </a:lnTo>
                  <a:lnTo>
                    <a:pt x="933079" y="20164"/>
                  </a:lnTo>
                  <a:lnTo>
                    <a:pt x="888970" y="29132"/>
                  </a:lnTo>
                  <a:lnTo>
                    <a:pt x="845238" y="39704"/>
                  </a:lnTo>
                  <a:lnTo>
                    <a:pt x="801927" y="51864"/>
                  </a:lnTo>
                  <a:lnTo>
                    <a:pt x="759079" y="65594"/>
                  </a:lnTo>
                  <a:lnTo>
                    <a:pt x="716737" y="80877"/>
                  </a:lnTo>
                  <a:lnTo>
                    <a:pt x="674944" y="97696"/>
                  </a:lnTo>
                  <a:lnTo>
                    <a:pt x="633743" y="116033"/>
                  </a:lnTo>
                  <a:lnTo>
                    <a:pt x="593176" y="135871"/>
                  </a:lnTo>
                  <a:lnTo>
                    <a:pt x="553287" y="157194"/>
                  </a:lnTo>
                  <a:lnTo>
                    <a:pt x="514118" y="179983"/>
                  </a:lnTo>
                  <a:lnTo>
                    <a:pt x="475713" y="204221"/>
                  </a:lnTo>
                  <a:lnTo>
                    <a:pt x="438113" y="229892"/>
                  </a:lnTo>
                  <a:lnTo>
                    <a:pt x="401363" y="256978"/>
                  </a:lnTo>
                  <a:lnTo>
                    <a:pt x="365504" y="285462"/>
                  </a:lnTo>
                  <a:lnTo>
                    <a:pt x="330581" y="315326"/>
                  </a:lnTo>
                  <a:lnTo>
                    <a:pt x="296634" y="346553"/>
                  </a:lnTo>
                  <a:lnTo>
                    <a:pt x="263708" y="379127"/>
                  </a:lnTo>
                  <a:lnTo>
                    <a:pt x="231846" y="413029"/>
                  </a:lnTo>
                  <a:lnTo>
                    <a:pt x="201089" y="448243"/>
                  </a:lnTo>
                  <a:lnTo>
                    <a:pt x="171481" y="484751"/>
                  </a:lnTo>
                  <a:lnTo>
                    <a:pt x="143066" y="522537"/>
                  </a:lnTo>
                  <a:lnTo>
                    <a:pt x="115884" y="561582"/>
                  </a:lnTo>
                  <a:lnTo>
                    <a:pt x="89981" y="601870"/>
                  </a:lnTo>
                  <a:lnTo>
                    <a:pt x="65398" y="643383"/>
                  </a:lnTo>
                  <a:lnTo>
                    <a:pt x="42178" y="686104"/>
                  </a:lnTo>
                  <a:lnTo>
                    <a:pt x="20364" y="730016"/>
                  </a:lnTo>
                  <a:lnTo>
                    <a:pt x="0" y="775102"/>
                  </a:lnTo>
                  <a:lnTo>
                    <a:pt x="217043" y="873400"/>
                  </a:lnTo>
                  <a:lnTo>
                    <a:pt x="235841" y="831533"/>
                  </a:lnTo>
                  <a:lnTo>
                    <a:pt x="256388" y="790561"/>
                  </a:lnTo>
                  <a:lnTo>
                    <a:pt x="278636" y="750559"/>
                  </a:lnTo>
                  <a:lnTo>
                    <a:pt x="302537" y="711600"/>
                  </a:lnTo>
                  <a:lnTo>
                    <a:pt x="328040" y="673756"/>
                  </a:lnTo>
                  <a:lnTo>
                    <a:pt x="357302" y="634216"/>
                  </a:lnTo>
                  <a:lnTo>
                    <a:pt x="387980" y="596487"/>
                  </a:lnTo>
                  <a:lnTo>
                    <a:pt x="420004" y="560578"/>
                  </a:lnTo>
                  <a:lnTo>
                    <a:pt x="453308" y="526500"/>
                  </a:lnTo>
                  <a:lnTo>
                    <a:pt x="487822" y="494266"/>
                  </a:lnTo>
                  <a:lnTo>
                    <a:pt x="523480" y="463887"/>
                  </a:lnTo>
                  <a:lnTo>
                    <a:pt x="560212" y="435373"/>
                  </a:lnTo>
                  <a:lnTo>
                    <a:pt x="597950" y="408736"/>
                  </a:lnTo>
                  <a:lnTo>
                    <a:pt x="636627" y="383987"/>
                  </a:lnTo>
                  <a:lnTo>
                    <a:pt x="676174" y="361137"/>
                  </a:lnTo>
                  <a:lnTo>
                    <a:pt x="716523" y="340197"/>
                  </a:lnTo>
                  <a:lnTo>
                    <a:pt x="757605" y="321180"/>
                  </a:lnTo>
                  <a:lnTo>
                    <a:pt x="799354" y="304095"/>
                  </a:lnTo>
                  <a:lnTo>
                    <a:pt x="841700" y="288954"/>
                  </a:lnTo>
                  <a:lnTo>
                    <a:pt x="884575" y="275769"/>
                  </a:lnTo>
                  <a:lnTo>
                    <a:pt x="927911" y="264550"/>
                  </a:lnTo>
                  <a:lnTo>
                    <a:pt x="971641" y="255309"/>
                  </a:lnTo>
                  <a:lnTo>
                    <a:pt x="1015695" y="248057"/>
                  </a:lnTo>
                  <a:lnTo>
                    <a:pt x="1060006" y="242805"/>
                  </a:lnTo>
                  <a:lnTo>
                    <a:pt x="1104506" y="239564"/>
                  </a:lnTo>
                  <a:lnTo>
                    <a:pt x="1149126" y="238346"/>
                  </a:lnTo>
                  <a:lnTo>
                    <a:pt x="1193798" y="239162"/>
                  </a:lnTo>
                  <a:lnTo>
                    <a:pt x="1238455" y="242023"/>
                  </a:lnTo>
                  <a:lnTo>
                    <a:pt x="1283027" y="246940"/>
                  </a:lnTo>
                  <a:lnTo>
                    <a:pt x="1327447" y="253925"/>
                  </a:lnTo>
                  <a:lnTo>
                    <a:pt x="1371647" y="262988"/>
                  </a:lnTo>
                  <a:lnTo>
                    <a:pt x="1415558" y="274141"/>
                  </a:lnTo>
                  <a:lnTo>
                    <a:pt x="1459113" y="287395"/>
                  </a:lnTo>
                  <a:lnTo>
                    <a:pt x="1502242" y="302762"/>
                  </a:lnTo>
                  <a:lnTo>
                    <a:pt x="1544879" y="320252"/>
                  </a:lnTo>
                  <a:lnTo>
                    <a:pt x="1586954" y="339877"/>
                  </a:lnTo>
                  <a:lnTo>
                    <a:pt x="1628401" y="361648"/>
                  </a:lnTo>
                  <a:lnTo>
                    <a:pt x="1669149" y="385576"/>
                  </a:lnTo>
                  <a:lnTo>
                    <a:pt x="1709132" y="411673"/>
                  </a:lnTo>
                  <a:lnTo>
                    <a:pt x="1748282" y="439949"/>
                  </a:lnTo>
                  <a:lnTo>
                    <a:pt x="1533906" y="577744"/>
                  </a:lnTo>
                  <a:lnTo>
                    <a:pt x="2112517" y="672867"/>
                  </a:lnTo>
                  <a:lnTo>
                    <a:pt x="2174493" y="166137"/>
                  </a:lnTo>
                  <a:lnTo>
                    <a:pt x="1958975" y="304694"/>
                  </a:lnTo>
                  <a:lnTo>
                    <a:pt x="1919080" y="271273"/>
                  </a:lnTo>
                  <a:lnTo>
                    <a:pt x="1877922" y="239614"/>
                  </a:lnTo>
                  <a:lnTo>
                    <a:pt x="1835557" y="209752"/>
                  </a:lnTo>
                  <a:lnTo>
                    <a:pt x="1792044" y="181722"/>
                  </a:lnTo>
                  <a:lnTo>
                    <a:pt x="1747440" y="155561"/>
                  </a:lnTo>
                  <a:lnTo>
                    <a:pt x="1701803" y="131304"/>
                  </a:lnTo>
                  <a:lnTo>
                    <a:pt x="1655190" y="108987"/>
                  </a:lnTo>
                  <a:lnTo>
                    <a:pt x="1610870" y="89935"/>
                  </a:lnTo>
                  <a:lnTo>
                    <a:pt x="1566242" y="72763"/>
                  </a:lnTo>
                  <a:lnTo>
                    <a:pt x="1521348" y="57455"/>
                  </a:lnTo>
                  <a:lnTo>
                    <a:pt x="1476232" y="43993"/>
                  </a:lnTo>
                  <a:lnTo>
                    <a:pt x="1430936" y="32360"/>
                  </a:lnTo>
                  <a:lnTo>
                    <a:pt x="1385503" y="22538"/>
                  </a:lnTo>
                  <a:lnTo>
                    <a:pt x="1339976" y="14511"/>
                  </a:lnTo>
                  <a:lnTo>
                    <a:pt x="1294398" y="8260"/>
                  </a:lnTo>
                  <a:lnTo>
                    <a:pt x="1248812" y="3770"/>
                  </a:lnTo>
                  <a:lnTo>
                    <a:pt x="1203261" y="1022"/>
                  </a:lnTo>
                  <a:lnTo>
                    <a:pt x="1157787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4587" y="1374626"/>
              <a:ext cx="2174875" cy="873760"/>
            </a:xfrm>
            <a:custGeom>
              <a:avLst/>
              <a:gdLst/>
              <a:ahLst/>
              <a:cxnLst/>
              <a:rect l="l" t="t" r="r" b="b"/>
              <a:pathLst>
                <a:path w="2174875" h="873760">
                  <a:moveTo>
                    <a:pt x="0" y="775102"/>
                  </a:moveTo>
                  <a:lnTo>
                    <a:pt x="20364" y="730016"/>
                  </a:lnTo>
                  <a:lnTo>
                    <a:pt x="42178" y="686104"/>
                  </a:lnTo>
                  <a:lnTo>
                    <a:pt x="65398" y="643383"/>
                  </a:lnTo>
                  <a:lnTo>
                    <a:pt x="89981" y="601870"/>
                  </a:lnTo>
                  <a:lnTo>
                    <a:pt x="115884" y="561582"/>
                  </a:lnTo>
                  <a:lnTo>
                    <a:pt x="143066" y="522537"/>
                  </a:lnTo>
                  <a:lnTo>
                    <a:pt x="171481" y="484751"/>
                  </a:lnTo>
                  <a:lnTo>
                    <a:pt x="201089" y="448243"/>
                  </a:lnTo>
                  <a:lnTo>
                    <a:pt x="231846" y="413029"/>
                  </a:lnTo>
                  <a:lnTo>
                    <a:pt x="263708" y="379127"/>
                  </a:lnTo>
                  <a:lnTo>
                    <a:pt x="296634" y="346553"/>
                  </a:lnTo>
                  <a:lnTo>
                    <a:pt x="330581" y="315326"/>
                  </a:lnTo>
                  <a:lnTo>
                    <a:pt x="365504" y="285462"/>
                  </a:lnTo>
                  <a:lnTo>
                    <a:pt x="401363" y="256978"/>
                  </a:lnTo>
                  <a:lnTo>
                    <a:pt x="438113" y="229892"/>
                  </a:lnTo>
                  <a:lnTo>
                    <a:pt x="475713" y="204221"/>
                  </a:lnTo>
                  <a:lnTo>
                    <a:pt x="514118" y="179983"/>
                  </a:lnTo>
                  <a:lnTo>
                    <a:pt x="553287" y="157194"/>
                  </a:lnTo>
                  <a:lnTo>
                    <a:pt x="593176" y="135871"/>
                  </a:lnTo>
                  <a:lnTo>
                    <a:pt x="633743" y="116033"/>
                  </a:lnTo>
                  <a:lnTo>
                    <a:pt x="674944" y="97696"/>
                  </a:lnTo>
                  <a:lnTo>
                    <a:pt x="716737" y="80877"/>
                  </a:lnTo>
                  <a:lnTo>
                    <a:pt x="759079" y="65594"/>
                  </a:lnTo>
                  <a:lnTo>
                    <a:pt x="801927" y="51864"/>
                  </a:lnTo>
                  <a:lnTo>
                    <a:pt x="845238" y="39704"/>
                  </a:lnTo>
                  <a:lnTo>
                    <a:pt x="888970" y="29132"/>
                  </a:lnTo>
                  <a:lnTo>
                    <a:pt x="933079" y="20164"/>
                  </a:lnTo>
                  <a:lnTo>
                    <a:pt x="977523" y="12819"/>
                  </a:lnTo>
                  <a:lnTo>
                    <a:pt x="1022258" y="7112"/>
                  </a:lnTo>
                  <a:lnTo>
                    <a:pt x="1067243" y="3062"/>
                  </a:lnTo>
                  <a:lnTo>
                    <a:pt x="1112433" y="685"/>
                  </a:lnTo>
                  <a:lnTo>
                    <a:pt x="1157787" y="0"/>
                  </a:lnTo>
                  <a:lnTo>
                    <a:pt x="1203261" y="1022"/>
                  </a:lnTo>
                  <a:lnTo>
                    <a:pt x="1248812" y="3770"/>
                  </a:lnTo>
                  <a:lnTo>
                    <a:pt x="1294398" y="8260"/>
                  </a:lnTo>
                  <a:lnTo>
                    <a:pt x="1339976" y="14511"/>
                  </a:lnTo>
                  <a:lnTo>
                    <a:pt x="1385503" y="22538"/>
                  </a:lnTo>
                  <a:lnTo>
                    <a:pt x="1430936" y="32360"/>
                  </a:lnTo>
                  <a:lnTo>
                    <a:pt x="1476232" y="43993"/>
                  </a:lnTo>
                  <a:lnTo>
                    <a:pt x="1521348" y="57455"/>
                  </a:lnTo>
                  <a:lnTo>
                    <a:pt x="1566242" y="72763"/>
                  </a:lnTo>
                  <a:lnTo>
                    <a:pt x="1610870" y="89935"/>
                  </a:lnTo>
                  <a:lnTo>
                    <a:pt x="1655190" y="108987"/>
                  </a:lnTo>
                  <a:lnTo>
                    <a:pt x="1701803" y="131304"/>
                  </a:lnTo>
                  <a:lnTo>
                    <a:pt x="1747440" y="155561"/>
                  </a:lnTo>
                  <a:lnTo>
                    <a:pt x="1792044" y="181722"/>
                  </a:lnTo>
                  <a:lnTo>
                    <a:pt x="1835557" y="209752"/>
                  </a:lnTo>
                  <a:lnTo>
                    <a:pt x="1877922" y="239614"/>
                  </a:lnTo>
                  <a:lnTo>
                    <a:pt x="1919080" y="271273"/>
                  </a:lnTo>
                  <a:lnTo>
                    <a:pt x="1958975" y="304694"/>
                  </a:lnTo>
                  <a:lnTo>
                    <a:pt x="2174493" y="166137"/>
                  </a:lnTo>
                  <a:lnTo>
                    <a:pt x="2112517" y="672867"/>
                  </a:lnTo>
                  <a:lnTo>
                    <a:pt x="1533906" y="577744"/>
                  </a:lnTo>
                  <a:lnTo>
                    <a:pt x="1748282" y="439949"/>
                  </a:lnTo>
                  <a:lnTo>
                    <a:pt x="1709132" y="411673"/>
                  </a:lnTo>
                  <a:lnTo>
                    <a:pt x="1669149" y="385576"/>
                  </a:lnTo>
                  <a:lnTo>
                    <a:pt x="1628401" y="361648"/>
                  </a:lnTo>
                  <a:lnTo>
                    <a:pt x="1586954" y="339877"/>
                  </a:lnTo>
                  <a:lnTo>
                    <a:pt x="1544879" y="320252"/>
                  </a:lnTo>
                  <a:lnTo>
                    <a:pt x="1502242" y="302762"/>
                  </a:lnTo>
                  <a:lnTo>
                    <a:pt x="1459113" y="287395"/>
                  </a:lnTo>
                  <a:lnTo>
                    <a:pt x="1415558" y="274141"/>
                  </a:lnTo>
                  <a:lnTo>
                    <a:pt x="1371647" y="262988"/>
                  </a:lnTo>
                  <a:lnTo>
                    <a:pt x="1327447" y="253925"/>
                  </a:lnTo>
                  <a:lnTo>
                    <a:pt x="1283027" y="246940"/>
                  </a:lnTo>
                  <a:lnTo>
                    <a:pt x="1238455" y="242023"/>
                  </a:lnTo>
                  <a:lnTo>
                    <a:pt x="1193798" y="239162"/>
                  </a:lnTo>
                  <a:lnTo>
                    <a:pt x="1149126" y="238346"/>
                  </a:lnTo>
                  <a:lnTo>
                    <a:pt x="1104506" y="239564"/>
                  </a:lnTo>
                  <a:lnTo>
                    <a:pt x="1060006" y="242805"/>
                  </a:lnTo>
                  <a:lnTo>
                    <a:pt x="1015695" y="248057"/>
                  </a:lnTo>
                  <a:lnTo>
                    <a:pt x="971641" y="255309"/>
                  </a:lnTo>
                  <a:lnTo>
                    <a:pt x="927911" y="264550"/>
                  </a:lnTo>
                  <a:lnTo>
                    <a:pt x="884575" y="275769"/>
                  </a:lnTo>
                  <a:lnTo>
                    <a:pt x="841700" y="288954"/>
                  </a:lnTo>
                  <a:lnTo>
                    <a:pt x="799354" y="304095"/>
                  </a:lnTo>
                  <a:lnTo>
                    <a:pt x="757605" y="321180"/>
                  </a:lnTo>
                  <a:lnTo>
                    <a:pt x="716523" y="340197"/>
                  </a:lnTo>
                  <a:lnTo>
                    <a:pt x="676174" y="361137"/>
                  </a:lnTo>
                  <a:lnTo>
                    <a:pt x="636627" y="383987"/>
                  </a:lnTo>
                  <a:lnTo>
                    <a:pt x="597950" y="408736"/>
                  </a:lnTo>
                  <a:lnTo>
                    <a:pt x="560212" y="435373"/>
                  </a:lnTo>
                  <a:lnTo>
                    <a:pt x="523480" y="463887"/>
                  </a:lnTo>
                  <a:lnTo>
                    <a:pt x="487822" y="494266"/>
                  </a:lnTo>
                  <a:lnTo>
                    <a:pt x="453308" y="526500"/>
                  </a:lnTo>
                  <a:lnTo>
                    <a:pt x="420004" y="560578"/>
                  </a:lnTo>
                  <a:lnTo>
                    <a:pt x="387980" y="596487"/>
                  </a:lnTo>
                  <a:lnTo>
                    <a:pt x="357302" y="634216"/>
                  </a:lnTo>
                  <a:lnTo>
                    <a:pt x="328040" y="673756"/>
                  </a:lnTo>
                  <a:lnTo>
                    <a:pt x="302537" y="711600"/>
                  </a:lnTo>
                  <a:lnTo>
                    <a:pt x="278636" y="750559"/>
                  </a:lnTo>
                  <a:lnTo>
                    <a:pt x="256388" y="790561"/>
                  </a:lnTo>
                  <a:lnTo>
                    <a:pt x="235841" y="831533"/>
                  </a:lnTo>
                  <a:lnTo>
                    <a:pt x="217043" y="873400"/>
                  </a:lnTo>
                  <a:lnTo>
                    <a:pt x="0" y="77510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2282" y="3818509"/>
              <a:ext cx="2171700" cy="727075"/>
            </a:xfrm>
            <a:custGeom>
              <a:avLst/>
              <a:gdLst/>
              <a:ahLst/>
              <a:cxnLst/>
              <a:rect l="l" t="t" r="r" b="b"/>
              <a:pathLst>
                <a:path w="2171700" h="727075">
                  <a:moveTo>
                    <a:pt x="1975739" y="0"/>
                  </a:moveTo>
                  <a:lnTo>
                    <a:pt x="1953529" y="35972"/>
                  </a:lnTo>
                  <a:lnTo>
                    <a:pt x="1929510" y="70993"/>
                  </a:lnTo>
                  <a:lnTo>
                    <a:pt x="1902474" y="106754"/>
                  </a:lnTo>
                  <a:lnTo>
                    <a:pt x="1873902" y="141087"/>
                  </a:lnTo>
                  <a:lnTo>
                    <a:pt x="1843857" y="173978"/>
                  </a:lnTo>
                  <a:lnTo>
                    <a:pt x="1812402" y="205416"/>
                  </a:lnTo>
                  <a:lnTo>
                    <a:pt x="1779598" y="235390"/>
                  </a:lnTo>
                  <a:lnTo>
                    <a:pt x="1745509" y="263889"/>
                  </a:lnTo>
                  <a:lnTo>
                    <a:pt x="1710197" y="290901"/>
                  </a:lnTo>
                  <a:lnTo>
                    <a:pt x="1673724" y="316413"/>
                  </a:lnTo>
                  <a:lnTo>
                    <a:pt x="1636153" y="340416"/>
                  </a:lnTo>
                  <a:lnTo>
                    <a:pt x="1597546" y="362898"/>
                  </a:lnTo>
                  <a:lnTo>
                    <a:pt x="1557966" y="383846"/>
                  </a:lnTo>
                  <a:lnTo>
                    <a:pt x="1517476" y="403250"/>
                  </a:lnTo>
                  <a:lnTo>
                    <a:pt x="1476138" y="421097"/>
                  </a:lnTo>
                  <a:lnTo>
                    <a:pt x="1434013" y="437378"/>
                  </a:lnTo>
                  <a:lnTo>
                    <a:pt x="1391166" y="452079"/>
                  </a:lnTo>
                  <a:lnTo>
                    <a:pt x="1347658" y="465190"/>
                  </a:lnTo>
                  <a:lnTo>
                    <a:pt x="1303552" y="476699"/>
                  </a:lnTo>
                  <a:lnTo>
                    <a:pt x="1258910" y="486595"/>
                  </a:lnTo>
                  <a:lnTo>
                    <a:pt x="1213795" y="494865"/>
                  </a:lnTo>
                  <a:lnTo>
                    <a:pt x="1168270" y="501500"/>
                  </a:lnTo>
                  <a:lnTo>
                    <a:pt x="1122396" y="506487"/>
                  </a:lnTo>
                  <a:lnTo>
                    <a:pt x="1076236" y="509814"/>
                  </a:lnTo>
                  <a:lnTo>
                    <a:pt x="1029853" y="511471"/>
                  </a:lnTo>
                  <a:lnTo>
                    <a:pt x="983309" y="511445"/>
                  </a:lnTo>
                  <a:lnTo>
                    <a:pt x="936668" y="509726"/>
                  </a:lnTo>
                  <a:lnTo>
                    <a:pt x="889990" y="506301"/>
                  </a:lnTo>
                  <a:lnTo>
                    <a:pt x="843339" y="501160"/>
                  </a:lnTo>
                  <a:lnTo>
                    <a:pt x="796777" y="494291"/>
                  </a:lnTo>
                  <a:lnTo>
                    <a:pt x="750368" y="485682"/>
                  </a:lnTo>
                  <a:lnTo>
                    <a:pt x="704172" y="475322"/>
                  </a:lnTo>
                  <a:lnTo>
                    <a:pt x="658253" y="463199"/>
                  </a:lnTo>
                  <a:lnTo>
                    <a:pt x="612673" y="449302"/>
                  </a:lnTo>
                  <a:lnTo>
                    <a:pt x="567495" y="433620"/>
                  </a:lnTo>
                  <a:lnTo>
                    <a:pt x="522781" y="416140"/>
                  </a:lnTo>
                  <a:lnTo>
                    <a:pt x="478593" y="396853"/>
                  </a:lnTo>
                  <a:lnTo>
                    <a:pt x="434995" y="375745"/>
                  </a:lnTo>
                  <a:lnTo>
                    <a:pt x="392049" y="352806"/>
                  </a:lnTo>
                  <a:lnTo>
                    <a:pt x="534035" y="261493"/>
                  </a:lnTo>
                  <a:lnTo>
                    <a:pt x="0" y="167386"/>
                  </a:lnTo>
                  <a:lnTo>
                    <a:pt x="47879" y="574167"/>
                  </a:lnTo>
                  <a:lnTo>
                    <a:pt x="191769" y="481584"/>
                  </a:lnTo>
                  <a:lnTo>
                    <a:pt x="238265" y="511538"/>
                  </a:lnTo>
                  <a:lnTo>
                    <a:pt x="286083" y="539670"/>
                  </a:lnTo>
                  <a:lnTo>
                    <a:pt x="335162" y="565969"/>
                  </a:lnTo>
                  <a:lnTo>
                    <a:pt x="385444" y="590423"/>
                  </a:lnTo>
                  <a:lnTo>
                    <a:pt x="430596" y="610404"/>
                  </a:lnTo>
                  <a:lnTo>
                    <a:pt x="476139" y="628759"/>
                  </a:lnTo>
                  <a:lnTo>
                    <a:pt x="522031" y="645499"/>
                  </a:lnTo>
                  <a:lnTo>
                    <a:pt x="568229" y="660636"/>
                  </a:lnTo>
                  <a:lnTo>
                    <a:pt x="614690" y="674183"/>
                  </a:lnTo>
                  <a:lnTo>
                    <a:pt x="661371" y="686151"/>
                  </a:lnTo>
                  <a:lnTo>
                    <a:pt x="708228" y="696553"/>
                  </a:lnTo>
                  <a:lnTo>
                    <a:pt x="755218" y="705400"/>
                  </a:lnTo>
                  <a:lnTo>
                    <a:pt x="802298" y="712705"/>
                  </a:lnTo>
                  <a:lnTo>
                    <a:pt x="849425" y="718480"/>
                  </a:lnTo>
                  <a:lnTo>
                    <a:pt x="896556" y="722737"/>
                  </a:lnTo>
                  <a:lnTo>
                    <a:pt x="943648" y="725487"/>
                  </a:lnTo>
                  <a:lnTo>
                    <a:pt x="990657" y="726744"/>
                  </a:lnTo>
                  <a:lnTo>
                    <a:pt x="1037540" y="726518"/>
                  </a:lnTo>
                  <a:lnTo>
                    <a:pt x="1084255" y="724823"/>
                  </a:lnTo>
                  <a:lnTo>
                    <a:pt x="1130757" y="721670"/>
                  </a:lnTo>
                  <a:lnTo>
                    <a:pt x="1177005" y="717071"/>
                  </a:lnTo>
                  <a:lnTo>
                    <a:pt x="1222954" y="711038"/>
                  </a:lnTo>
                  <a:lnTo>
                    <a:pt x="1268562" y="703584"/>
                  </a:lnTo>
                  <a:lnTo>
                    <a:pt x="1313785" y="694721"/>
                  </a:lnTo>
                  <a:lnTo>
                    <a:pt x="1358580" y="684460"/>
                  </a:lnTo>
                  <a:lnTo>
                    <a:pt x="1402905" y="672814"/>
                  </a:lnTo>
                  <a:lnTo>
                    <a:pt x="1446716" y="659794"/>
                  </a:lnTo>
                  <a:lnTo>
                    <a:pt x="1489969" y="645414"/>
                  </a:lnTo>
                  <a:lnTo>
                    <a:pt x="1532622" y="629684"/>
                  </a:lnTo>
                  <a:lnTo>
                    <a:pt x="1574632" y="612617"/>
                  </a:lnTo>
                  <a:lnTo>
                    <a:pt x="1615954" y="594225"/>
                  </a:lnTo>
                  <a:lnTo>
                    <a:pt x="1656548" y="574521"/>
                  </a:lnTo>
                  <a:lnTo>
                    <a:pt x="1696368" y="553515"/>
                  </a:lnTo>
                  <a:lnTo>
                    <a:pt x="1735372" y="531221"/>
                  </a:lnTo>
                  <a:lnTo>
                    <a:pt x="1773517" y="507650"/>
                  </a:lnTo>
                  <a:lnTo>
                    <a:pt x="1810759" y="482815"/>
                  </a:lnTo>
                  <a:lnTo>
                    <a:pt x="1847056" y="456727"/>
                  </a:lnTo>
                  <a:lnTo>
                    <a:pt x="1882364" y="429399"/>
                  </a:lnTo>
                  <a:lnTo>
                    <a:pt x="1916640" y="400842"/>
                  </a:lnTo>
                  <a:lnTo>
                    <a:pt x="1949841" y="371070"/>
                  </a:lnTo>
                  <a:lnTo>
                    <a:pt x="1981924" y="340093"/>
                  </a:lnTo>
                  <a:lnTo>
                    <a:pt x="2012846" y="307923"/>
                  </a:lnTo>
                  <a:lnTo>
                    <a:pt x="2042563" y="274574"/>
                  </a:lnTo>
                  <a:lnTo>
                    <a:pt x="2071033" y="240057"/>
                  </a:lnTo>
                  <a:lnTo>
                    <a:pt x="2098212" y="204384"/>
                  </a:lnTo>
                  <a:lnTo>
                    <a:pt x="2124057" y="167567"/>
                  </a:lnTo>
                  <a:lnTo>
                    <a:pt x="2148525" y="129619"/>
                  </a:lnTo>
                  <a:lnTo>
                    <a:pt x="2171572" y="90551"/>
                  </a:lnTo>
                  <a:lnTo>
                    <a:pt x="1975739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4974" y="2113026"/>
              <a:ext cx="1437132" cy="143713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934974" y="2113026"/>
              <a:ext cx="1437640" cy="1437640"/>
            </a:xfrm>
            <a:custGeom>
              <a:avLst/>
              <a:gdLst/>
              <a:ahLst/>
              <a:cxnLst/>
              <a:rect l="l" t="t" r="r" b="b"/>
              <a:pathLst>
                <a:path w="1437639" h="1437639">
                  <a:moveTo>
                    <a:pt x="0" y="143763"/>
                  </a:moveTo>
                  <a:lnTo>
                    <a:pt x="7326" y="98332"/>
                  </a:lnTo>
                  <a:lnTo>
                    <a:pt x="27727" y="58869"/>
                  </a:lnTo>
                  <a:lnTo>
                    <a:pt x="58836" y="27744"/>
                  </a:lnTo>
                  <a:lnTo>
                    <a:pt x="98287" y="7331"/>
                  </a:lnTo>
                  <a:lnTo>
                    <a:pt x="143713" y="0"/>
                  </a:lnTo>
                  <a:lnTo>
                    <a:pt x="1293368" y="0"/>
                  </a:lnTo>
                  <a:lnTo>
                    <a:pt x="1338799" y="7331"/>
                  </a:lnTo>
                  <a:lnTo>
                    <a:pt x="1378262" y="27744"/>
                  </a:lnTo>
                  <a:lnTo>
                    <a:pt x="1409387" y="58869"/>
                  </a:lnTo>
                  <a:lnTo>
                    <a:pt x="1429800" y="98332"/>
                  </a:lnTo>
                  <a:lnTo>
                    <a:pt x="1437132" y="143763"/>
                  </a:lnTo>
                  <a:lnTo>
                    <a:pt x="1437132" y="1293368"/>
                  </a:lnTo>
                  <a:lnTo>
                    <a:pt x="1429800" y="1338799"/>
                  </a:lnTo>
                  <a:lnTo>
                    <a:pt x="1409387" y="1378262"/>
                  </a:lnTo>
                  <a:lnTo>
                    <a:pt x="1378262" y="1409387"/>
                  </a:lnTo>
                  <a:lnTo>
                    <a:pt x="1338799" y="1429800"/>
                  </a:lnTo>
                  <a:lnTo>
                    <a:pt x="1293368" y="1437132"/>
                  </a:lnTo>
                  <a:lnTo>
                    <a:pt x="143713" y="1437132"/>
                  </a:lnTo>
                  <a:lnTo>
                    <a:pt x="98287" y="1429800"/>
                  </a:lnTo>
                  <a:lnTo>
                    <a:pt x="58836" y="1409387"/>
                  </a:lnTo>
                  <a:lnTo>
                    <a:pt x="27727" y="1378262"/>
                  </a:lnTo>
                  <a:lnTo>
                    <a:pt x="7326" y="1338799"/>
                  </a:lnTo>
                  <a:lnTo>
                    <a:pt x="0" y="1293368"/>
                  </a:lnTo>
                  <a:lnTo>
                    <a:pt x="0" y="143763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3990" y="2637282"/>
              <a:ext cx="1263650" cy="1481455"/>
            </a:xfrm>
            <a:custGeom>
              <a:avLst/>
              <a:gdLst/>
              <a:ahLst/>
              <a:cxnLst/>
              <a:rect l="l" t="t" r="r" b="b"/>
              <a:pathLst>
                <a:path w="1263650" h="1481454">
                  <a:moveTo>
                    <a:pt x="1137030" y="0"/>
                  </a:moveTo>
                  <a:lnTo>
                    <a:pt x="126365" y="0"/>
                  </a:lnTo>
                  <a:lnTo>
                    <a:pt x="77152" y="9921"/>
                  </a:lnTo>
                  <a:lnTo>
                    <a:pt x="36988" y="36988"/>
                  </a:lnTo>
                  <a:lnTo>
                    <a:pt x="9921" y="77152"/>
                  </a:lnTo>
                  <a:lnTo>
                    <a:pt x="0" y="126364"/>
                  </a:lnTo>
                  <a:lnTo>
                    <a:pt x="0" y="1354962"/>
                  </a:lnTo>
                  <a:lnTo>
                    <a:pt x="9921" y="1404175"/>
                  </a:lnTo>
                  <a:lnTo>
                    <a:pt x="36988" y="1444339"/>
                  </a:lnTo>
                  <a:lnTo>
                    <a:pt x="77152" y="1471406"/>
                  </a:lnTo>
                  <a:lnTo>
                    <a:pt x="126365" y="1481327"/>
                  </a:lnTo>
                  <a:lnTo>
                    <a:pt x="1137030" y="1481327"/>
                  </a:lnTo>
                  <a:lnTo>
                    <a:pt x="1186243" y="1471406"/>
                  </a:lnTo>
                  <a:lnTo>
                    <a:pt x="1226407" y="1444339"/>
                  </a:lnTo>
                  <a:lnTo>
                    <a:pt x="1253474" y="1404175"/>
                  </a:lnTo>
                  <a:lnTo>
                    <a:pt x="1263396" y="1354962"/>
                  </a:lnTo>
                  <a:lnTo>
                    <a:pt x="1263396" y="126364"/>
                  </a:lnTo>
                  <a:lnTo>
                    <a:pt x="1253474" y="77152"/>
                  </a:lnTo>
                  <a:lnTo>
                    <a:pt x="1226407" y="36988"/>
                  </a:lnTo>
                  <a:lnTo>
                    <a:pt x="1186243" y="9921"/>
                  </a:lnTo>
                  <a:lnTo>
                    <a:pt x="1137030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43990" y="2637282"/>
              <a:ext cx="1263650" cy="1481455"/>
            </a:xfrm>
            <a:custGeom>
              <a:avLst/>
              <a:gdLst/>
              <a:ahLst/>
              <a:cxnLst/>
              <a:rect l="l" t="t" r="r" b="b"/>
              <a:pathLst>
                <a:path w="1263650" h="1481454">
                  <a:moveTo>
                    <a:pt x="0" y="126364"/>
                  </a:moveTo>
                  <a:lnTo>
                    <a:pt x="9921" y="77152"/>
                  </a:lnTo>
                  <a:lnTo>
                    <a:pt x="36988" y="36988"/>
                  </a:lnTo>
                  <a:lnTo>
                    <a:pt x="77152" y="9921"/>
                  </a:lnTo>
                  <a:lnTo>
                    <a:pt x="126365" y="0"/>
                  </a:lnTo>
                  <a:lnTo>
                    <a:pt x="1137030" y="0"/>
                  </a:lnTo>
                  <a:lnTo>
                    <a:pt x="1186243" y="9921"/>
                  </a:lnTo>
                  <a:lnTo>
                    <a:pt x="1226407" y="36988"/>
                  </a:lnTo>
                  <a:lnTo>
                    <a:pt x="1253474" y="77152"/>
                  </a:lnTo>
                  <a:lnTo>
                    <a:pt x="1263396" y="126364"/>
                  </a:lnTo>
                  <a:lnTo>
                    <a:pt x="1263396" y="1354962"/>
                  </a:lnTo>
                  <a:lnTo>
                    <a:pt x="1253474" y="1404175"/>
                  </a:lnTo>
                  <a:lnTo>
                    <a:pt x="1226407" y="1444339"/>
                  </a:lnTo>
                  <a:lnTo>
                    <a:pt x="1186243" y="1471406"/>
                  </a:lnTo>
                  <a:lnTo>
                    <a:pt x="1137030" y="1481327"/>
                  </a:lnTo>
                  <a:lnTo>
                    <a:pt x="126365" y="1481327"/>
                  </a:lnTo>
                  <a:lnTo>
                    <a:pt x="77152" y="1471406"/>
                  </a:lnTo>
                  <a:lnTo>
                    <a:pt x="36988" y="1444339"/>
                  </a:lnTo>
                  <a:lnTo>
                    <a:pt x="9921" y="1404175"/>
                  </a:lnTo>
                  <a:lnTo>
                    <a:pt x="0" y="1354962"/>
                  </a:lnTo>
                  <a:lnTo>
                    <a:pt x="0" y="126364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742185" y="2579996"/>
            <a:ext cx="678815" cy="143700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010"/>
              </a:spcBef>
            </a:pPr>
            <a:r>
              <a:rPr sz="1600" b="1" spc="-10" dirty="0">
                <a:solidFill>
                  <a:srgbClr val="0066CC"/>
                </a:solidFill>
                <a:latin typeface="Calibri"/>
                <a:cs typeface="Calibri"/>
              </a:rPr>
              <a:t>Water</a:t>
            </a:r>
            <a:endParaRPr sz="1600">
              <a:latin typeface="Calibri"/>
              <a:cs typeface="Calibri"/>
            </a:endParaRPr>
          </a:p>
          <a:p>
            <a:pPr marR="5080" indent="-1270" algn="ctr">
              <a:lnSpc>
                <a:spcPct val="127200"/>
              </a:lnSpc>
              <a:spcBef>
                <a:spcPts val="265"/>
              </a:spcBef>
            </a:pPr>
            <a:r>
              <a:rPr sz="1050" b="1" spc="-10" dirty="0">
                <a:latin typeface="Calibri"/>
                <a:cs typeface="Calibri"/>
              </a:rPr>
              <a:t>Abstraction Purification Distribution Utilization Disposal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91904" y="2191448"/>
            <a:ext cx="1827530" cy="2014855"/>
            <a:chOff x="2791904" y="2191448"/>
            <a:chExt cx="1827530" cy="201485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04922" y="2204465"/>
              <a:ext cx="1437131" cy="114757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804922" y="2204465"/>
              <a:ext cx="1437640" cy="1148080"/>
            </a:xfrm>
            <a:custGeom>
              <a:avLst/>
              <a:gdLst/>
              <a:ahLst/>
              <a:cxnLst/>
              <a:rect l="l" t="t" r="r" b="b"/>
              <a:pathLst>
                <a:path w="1437639" h="1148079">
                  <a:moveTo>
                    <a:pt x="0" y="114808"/>
                  </a:moveTo>
                  <a:lnTo>
                    <a:pt x="9026" y="70133"/>
                  </a:lnTo>
                  <a:lnTo>
                    <a:pt x="33639" y="33639"/>
                  </a:lnTo>
                  <a:lnTo>
                    <a:pt x="70133" y="9026"/>
                  </a:lnTo>
                  <a:lnTo>
                    <a:pt x="114807" y="0"/>
                  </a:lnTo>
                  <a:lnTo>
                    <a:pt x="1322324" y="0"/>
                  </a:lnTo>
                  <a:lnTo>
                    <a:pt x="1366998" y="9026"/>
                  </a:lnTo>
                  <a:lnTo>
                    <a:pt x="1403492" y="33639"/>
                  </a:lnTo>
                  <a:lnTo>
                    <a:pt x="1428105" y="70133"/>
                  </a:lnTo>
                  <a:lnTo>
                    <a:pt x="1437131" y="114808"/>
                  </a:lnTo>
                  <a:lnTo>
                    <a:pt x="1437131" y="1032763"/>
                  </a:lnTo>
                  <a:lnTo>
                    <a:pt x="1428105" y="1077438"/>
                  </a:lnTo>
                  <a:lnTo>
                    <a:pt x="1403492" y="1113932"/>
                  </a:lnTo>
                  <a:lnTo>
                    <a:pt x="1366998" y="1138545"/>
                  </a:lnTo>
                  <a:lnTo>
                    <a:pt x="1322324" y="1147572"/>
                  </a:lnTo>
                  <a:lnTo>
                    <a:pt x="114807" y="1147572"/>
                  </a:lnTo>
                  <a:lnTo>
                    <a:pt x="70133" y="1138545"/>
                  </a:lnTo>
                  <a:lnTo>
                    <a:pt x="33639" y="1113932"/>
                  </a:lnTo>
                  <a:lnTo>
                    <a:pt x="9026" y="1077438"/>
                  </a:lnTo>
                  <a:lnTo>
                    <a:pt x="0" y="1032763"/>
                  </a:lnTo>
                  <a:lnTo>
                    <a:pt x="0" y="11480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51098" y="2993897"/>
              <a:ext cx="1155700" cy="1199515"/>
            </a:xfrm>
            <a:custGeom>
              <a:avLst/>
              <a:gdLst/>
              <a:ahLst/>
              <a:cxnLst/>
              <a:rect l="l" t="t" r="r" b="b"/>
              <a:pathLst>
                <a:path w="1155700" h="1199514">
                  <a:moveTo>
                    <a:pt x="1039622" y="0"/>
                  </a:moveTo>
                  <a:lnTo>
                    <a:pt x="115569" y="0"/>
                  </a:lnTo>
                  <a:lnTo>
                    <a:pt x="70562" y="9074"/>
                  </a:lnTo>
                  <a:lnTo>
                    <a:pt x="33829" y="33829"/>
                  </a:lnTo>
                  <a:lnTo>
                    <a:pt x="9074" y="70562"/>
                  </a:lnTo>
                  <a:lnTo>
                    <a:pt x="0" y="115569"/>
                  </a:lnTo>
                  <a:lnTo>
                    <a:pt x="0" y="1083818"/>
                  </a:lnTo>
                  <a:lnTo>
                    <a:pt x="9074" y="1128825"/>
                  </a:lnTo>
                  <a:lnTo>
                    <a:pt x="33829" y="1165558"/>
                  </a:lnTo>
                  <a:lnTo>
                    <a:pt x="70562" y="1190313"/>
                  </a:lnTo>
                  <a:lnTo>
                    <a:pt x="115569" y="1199388"/>
                  </a:lnTo>
                  <a:lnTo>
                    <a:pt x="1039622" y="1199388"/>
                  </a:lnTo>
                  <a:lnTo>
                    <a:pt x="1084629" y="1190313"/>
                  </a:lnTo>
                  <a:lnTo>
                    <a:pt x="1121362" y="1165558"/>
                  </a:lnTo>
                  <a:lnTo>
                    <a:pt x="1146117" y="1128825"/>
                  </a:lnTo>
                  <a:lnTo>
                    <a:pt x="1155191" y="1083818"/>
                  </a:lnTo>
                  <a:lnTo>
                    <a:pt x="1155191" y="115569"/>
                  </a:lnTo>
                  <a:lnTo>
                    <a:pt x="1146117" y="70562"/>
                  </a:lnTo>
                  <a:lnTo>
                    <a:pt x="1121362" y="33829"/>
                  </a:lnTo>
                  <a:lnTo>
                    <a:pt x="1084629" y="9074"/>
                  </a:lnTo>
                  <a:lnTo>
                    <a:pt x="1039622" y="0"/>
                  </a:lnTo>
                  <a:close/>
                </a:path>
              </a:pathLst>
            </a:custGeom>
            <a:solidFill>
              <a:srgbClr val="B8C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51098" y="2993897"/>
              <a:ext cx="1155700" cy="1199515"/>
            </a:xfrm>
            <a:custGeom>
              <a:avLst/>
              <a:gdLst/>
              <a:ahLst/>
              <a:cxnLst/>
              <a:rect l="l" t="t" r="r" b="b"/>
              <a:pathLst>
                <a:path w="1155700" h="1199514">
                  <a:moveTo>
                    <a:pt x="0" y="115569"/>
                  </a:moveTo>
                  <a:lnTo>
                    <a:pt x="9074" y="70562"/>
                  </a:lnTo>
                  <a:lnTo>
                    <a:pt x="33829" y="33829"/>
                  </a:lnTo>
                  <a:lnTo>
                    <a:pt x="70562" y="9074"/>
                  </a:lnTo>
                  <a:lnTo>
                    <a:pt x="115569" y="0"/>
                  </a:lnTo>
                  <a:lnTo>
                    <a:pt x="1039622" y="0"/>
                  </a:lnTo>
                  <a:lnTo>
                    <a:pt x="1084629" y="9074"/>
                  </a:lnTo>
                  <a:lnTo>
                    <a:pt x="1121362" y="33829"/>
                  </a:lnTo>
                  <a:lnTo>
                    <a:pt x="1146117" y="70562"/>
                  </a:lnTo>
                  <a:lnTo>
                    <a:pt x="1155191" y="115569"/>
                  </a:lnTo>
                  <a:lnTo>
                    <a:pt x="1155191" y="1083818"/>
                  </a:lnTo>
                  <a:lnTo>
                    <a:pt x="1146117" y="1128825"/>
                  </a:lnTo>
                  <a:lnTo>
                    <a:pt x="1121362" y="1165558"/>
                  </a:lnTo>
                  <a:lnTo>
                    <a:pt x="1084629" y="1190313"/>
                  </a:lnTo>
                  <a:lnTo>
                    <a:pt x="1039622" y="1199388"/>
                  </a:lnTo>
                  <a:lnTo>
                    <a:pt x="115569" y="1199388"/>
                  </a:lnTo>
                  <a:lnTo>
                    <a:pt x="70562" y="1190313"/>
                  </a:lnTo>
                  <a:lnTo>
                    <a:pt x="33829" y="1165558"/>
                  </a:lnTo>
                  <a:lnTo>
                    <a:pt x="9074" y="1128825"/>
                  </a:lnTo>
                  <a:lnTo>
                    <a:pt x="0" y="1083818"/>
                  </a:lnTo>
                  <a:lnTo>
                    <a:pt x="0" y="115569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92703" y="2869501"/>
            <a:ext cx="883285" cy="823594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175"/>
              </a:spcBef>
            </a:pPr>
            <a:r>
              <a:rPr sz="1600" b="1" spc="-1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nergy</a:t>
            </a:r>
            <a:endParaRPr sz="1600">
              <a:latin typeface="Calibri"/>
              <a:cs typeface="Calibri"/>
            </a:endParaRPr>
          </a:p>
          <a:p>
            <a:pPr marR="5080" algn="ctr">
              <a:lnSpc>
                <a:spcPts val="1210"/>
              </a:lnSpc>
              <a:spcBef>
                <a:spcPts val="885"/>
              </a:spcBef>
            </a:pPr>
            <a:r>
              <a:rPr sz="1100" b="1" dirty="0">
                <a:latin typeface="Calibri"/>
                <a:cs typeface="Calibri"/>
              </a:rPr>
              <a:t>Fuel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extraction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refining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11575" y="3790010"/>
            <a:ext cx="6470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lnSpc>
                <a:spcPts val="1260"/>
              </a:lnSpc>
              <a:spcBef>
                <a:spcPts val="105"/>
              </a:spcBef>
            </a:pPr>
            <a:r>
              <a:rPr sz="1100" b="1" spc="-10" dirty="0">
                <a:latin typeface="Calibri"/>
                <a:cs typeface="Calibri"/>
              </a:rPr>
              <a:t>Electricity</a:t>
            </a:r>
            <a:endParaRPr sz="1100">
              <a:latin typeface="Calibri"/>
              <a:cs typeface="Calibri"/>
            </a:endParaRPr>
          </a:p>
          <a:p>
            <a:pPr>
              <a:lnSpc>
                <a:spcPts val="1260"/>
              </a:lnSpc>
            </a:pPr>
            <a:r>
              <a:rPr sz="1100" b="1" spc="-10" dirty="0">
                <a:latin typeface="Calibri"/>
                <a:cs typeface="Calibri"/>
              </a:rPr>
              <a:t>generation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62762" y="1341882"/>
            <a:ext cx="3959860" cy="3312160"/>
          </a:xfrm>
          <a:custGeom>
            <a:avLst/>
            <a:gdLst/>
            <a:ahLst/>
            <a:cxnLst/>
            <a:rect l="l" t="t" r="r" b="b"/>
            <a:pathLst>
              <a:path w="3959860" h="3312160">
                <a:moveTo>
                  <a:pt x="0" y="3311652"/>
                </a:moveTo>
                <a:lnTo>
                  <a:pt x="3959352" y="3311652"/>
                </a:lnTo>
                <a:lnTo>
                  <a:pt x="3959352" y="0"/>
                </a:lnTo>
                <a:lnTo>
                  <a:pt x="0" y="0"/>
                </a:lnTo>
                <a:lnTo>
                  <a:pt x="0" y="3311652"/>
                </a:lnTo>
                <a:close/>
              </a:path>
            </a:pathLst>
          </a:custGeom>
          <a:ln w="25908">
            <a:solidFill>
              <a:srgbClr val="00AF5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95771" y="2709672"/>
            <a:ext cx="2723387" cy="751331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20776" y="227203"/>
            <a:ext cx="608838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03399"/>
                </a:solidFill>
              </a:rPr>
              <a:t>Success</a:t>
            </a:r>
            <a:r>
              <a:rPr sz="2700" spc="-75" dirty="0">
                <a:solidFill>
                  <a:srgbClr val="003399"/>
                </a:solidFill>
              </a:rPr>
              <a:t> </a:t>
            </a:r>
            <a:r>
              <a:rPr sz="2700" dirty="0">
                <a:solidFill>
                  <a:srgbClr val="003399"/>
                </a:solidFill>
              </a:rPr>
              <a:t>Story</a:t>
            </a:r>
            <a:r>
              <a:rPr sz="2700" spc="-70" dirty="0">
                <a:solidFill>
                  <a:srgbClr val="003399"/>
                </a:solidFill>
              </a:rPr>
              <a:t> </a:t>
            </a:r>
            <a:r>
              <a:rPr sz="2700" dirty="0">
                <a:solidFill>
                  <a:srgbClr val="003399"/>
                </a:solidFill>
              </a:rPr>
              <a:t>on</a:t>
            </a:r>
            <a:r>
              <a:rPr sz="2700" spc="-90" dirty="0">
                <a:solidFill>
                  <a:srgbClr val="003399"/>
                </a:solidFill>
              </a:rPr>
              <a:t> </a:t>
            </a:r>
            <a:r>
              <a:rPr sz="2700" dirty="0">
                <a:solidFill>
                  <a:srgbClr val="003399"/>
                </a:solidFill>
              </a:rPr>
              <a:t>Nuclear</a:t>
            </a:r>
            <a:r>
              <a:rPr sz="2700" spc="-55" dirty="0">
                <a:solidFill>
                  <a:srgbClr val="003399"/>
                </a:solidFill>
              </a:rPr>
              <a:t> </a:t>
            </a:r>
            <a:r>
              <a:rPr sz="2700" spc="-10" dirty="0">
                <a:solidFill>
                  <a:srgbClr val="003399"/>
                </a:solidFill>
              </a:rPr>
              <a:t>Desalination:</a:t>
            </a:r>
            <a:endParaRPr sz="2700"/>
          </a:p>
        </p:txBody>
      </p:sp>
      <p:grpSp>
        <p:nvGrpSpPr>
          <p:cNvPr id="33" name="object 33"/>
          <p:cNvGrpSpPr/>
          <p:nvPr/>
        </p:nvGrpSpPr>
        <p:grpSpPr>
          <a:xfrm>
            <a:off x="3774947" y="5440679"/>
            <a:ext cx="873760" cy="929640"/>
            <a:chOff x="3774947" y="5440679"/>
            <a:chExt cx="873760" cy="929640"/>
          </a:xfrm>
        </p:grpSpPr>
        <p:sp>
          <p:nvSpPr>
            <p:cNvPr id="34" name="object 34"/>
            <p:cNvSpPr/>
            <p:nvPr/>
          </p:nvSpPr>
          <p:spPr>
            <a:xfrm>
              <a:off x="3779519" y="5445251"/>
              <a:ext cx="864235" cy="920750"/>
            </a:xfrm>
            <a:custGeom>
              <a:avLst/>
              <a:gdLst/>
              <a:ahLst/>
              <a:cxnLst/>
              <a:rect l="l" t="t" r="r" b="b"/>
              <a:pathLst>
                <a:path w="864235" h="920750">
                  <a:moveTo>
                    <a:pt x="432815" y="0"/>
                  </a:moveTo>
                  <a:lnTo>
                    <a:pt x="432815" y="230124"/>
                  </a:lnTo>
                  <a:lnTo>
                    <a:pt x="0" y="230124"/>
                  </a:lnTo>
                  <a:lnTo>
                    <a:pt x="0" y="690372"/>
                  </a:lnTo>
                  <a:lnTo>
                    <a:pt x="432815" y="690372"/>
                  </a:lnTo>
                  <a:lnTo>
                    <a:pt x="432815" y="920496"/>
                  </a:lnTo>
                  <a:lnTo>
                    <a:pt x="864107" y="460248"/>
                  </a:lnTo>
                  <a:lnTo>
                    <a:pt x="43281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79519" y="5445251"/>
              <a:ext cx="864235" cy="920750"/>
            </a:xfrm>
            <a:custGeom>
              <a:avLst/>
              <a:gdLst/>
              <a:ahLst/>
              <a:cxnLst/>
              <a:rect l="l" t="t" r="r" b="b"/>
              <a:pathLst>
                <a:path w="864235" h="920750">
                  <a:moveTo>
                    <a:pt x="0" y="230124"/>
                  </a:moveTo>
                  <a:lnTo>
                    <a:pt x="432815" y="230124"/>
                  </a:lnTo>
                  <a:lnTo>
                    <a:pt x="432815" y="0"/>
                  </a:lnTo>
                  <a:lnTo>
                    <a:pt x="864107" y="460248"/>
                  </a:lnTo>
                  <a:lnTo>
                    <a:pt x="432815" y="920496"/>
                  </a:lnTo>
                  <a:lnTo>
                    <a:pt x="432815" y="690372"/>
                  </a:lnTo>
                  <a:lnTo>
                    <a:pt x="0" y="690372"/>
                  </a:lnTo>
                  <a:lnTo>
                    <a:pt x="0" y="230124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" y="175260"/>
              <a:ext cx="2500884" cy="8061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87" y="941832"/>
              <a:ext cx="5634990" cy="166801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74370" y="1148841"/>
            <a:ext cx="44710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latin typeface="Arial"/>
                <a:cs typeface="Arial"/>
              </a:rPr>
              <a:t>Introduction</a:t>
            </a:r>
            <a:endParaRPr sz="6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88" y="1856232"/>
            <a:ext cx="4072890" cy="166801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74370" y="2062937"/>
            <a:ext cx="311721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solidFill>
                  <a:srgbClr val="3366CC"/>
                </a:solidFill>
                <a:latin typeface="Arial"/>
                <a:cs typeface="Arial"/>
              </a:rPr>
              <a:t>&amp;</a:t>
            </a:r>
            <a:r>
              <a:rPr sz="6000" b="1" spc="-45" dirty="0">
                <a:solidFill>
                  <a:srgbClr val="3366CC"/>
                </a:solidFill>
                <a:latin typeface="Arial"/>
                <a:cs typeface="Arial"/>
              </a:rPr>
              <a:t> </a:t>
            </a:r>
            <a:r>
              <a:rPr sz="6000" b="1" spc="-10" dirty="0">
                <a:solidFill>
                  <a:srgbClr val="3366CC"/>
                </a:solidFill>
                <a:latin typeface="Arial"/>
                <a:cs typeface="Arial"/>
              </a:rPr>
              <a:t>Status</a:t>
            </a:r>
            <a:endParaRPr sz="6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5044" y="5105421"/>
            <a:ext cx="3746500" cy="1651000"/>
            <a:chOff x="5305044" y="5105421"/>
            <a:chExt cx="3746500" cy="16510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5044" y="5105421"/>
              <a:ext cx="3745992" cy="16506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00116" y="5300472"/>
              <a:ext cx="3176016" cy="10805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6692" y="6080760"/>
              <a:ext cx="1737360" cy="35817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36692" y="6100572"/>
              <a:ext cx="1620012" cy="40077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7840" y="6102096"/>
              <a:ext cx="1657350" cy="27811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658739" y="6154928"/>
            <a:ext cx="1381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96FFF"/>
                </a:solidFill>
                <a:latin typeface="Arial"/>
                <a:cs typeface="Arial"/>
              </a:rPr>
              <a:t>Aktau,</a:t>
            </a:r>
            <a:r>
              <a:rPr sz="1200" b="1" spc="-40" dirty="0">
                <a:solidFill>
                  <a:srgbClr val="296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96FFF"/>
                </a:solidFill>
                <a:latin typeface="Arial"/>
                <a:cs typeface="Arial"/>
              </a:rPr>
              <a:t>Kazakhstan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12664" y="3662171"/>
            <a:ext cx="3785870" cy="1911350"/>
            <a:chOff x="5312664" y="3662171"/>
            <a:chExt cx="3785870" cy="1911350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12664" y="3662171"/>
              <a:ext cx="3785616" cy="19112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07736" y="3857243"/>
              <a:ext cx="3215640" cy="134188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08320" y="4846281"/>
              <a:ext cx="1234452" cy="35817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08320" y="4846357"/>
              <a:ext cx="1046987" cy="40077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49468" y="4867668"/>
              <a:ext cx="1154430" cy="278117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730366" y="4900421"/>
            <a:ext cx="808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96FFF"/>
                </a:solidFill>
                <a:latin typeface="Arial"/>
                <a:cs typeface="Arial"/>
              </a:rPr>
              <a:t>Ohi,</a:t>
            </a:r>
            <a:r>
              <a:rPr sz="1200" b="1" spc="-15" dirty="0">
                <a:solidFill>
                  <a:srgbClr val="296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96FFF"/>
                </a:solidFill>
                <a:latin typeface="Arial"/>
                <a:cs typeface="Arial"/>
              </a:rPr>
              <a:t>Japan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23332" y="2470404"/>
            <a:ext cx="3738879" cy="1649095"/>
            <a:chOff x="5323332" y="2470404"/>
            <a:chExt cx="3738879" cy="1649095"/>
          </a:xfrm>
        </p:grpSpPr>
        <p:pic>
          <p:nvPicPr>
            <p:cNvPr id="27" name="object 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23332" y="2470404"/>
              <a:ext cx="3738371" cy="164909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18404" y="2665476"/>
              <a:ext cx="3168396" cy="107899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84876" y="3387813"/>
              <a:ext cx="1737360" cy="35817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84876" y="3387890"/>
              <a:ext cx="1536192" cy="40077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26024" y="3409200"/>
              <a:ext cx="1657350" cy="278117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606541" y="3441319"/>
            <a:ext cx="12973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96FFF"/>
                </a:solidFill>
                <a:latin typeface="Arial"/>
                <a:cs typeface="Arial"/>
              </a:rPr>
              <a:t>Karachi,</a:t>
            </a:r>
            <a:r>
              <a:rPr sz="1200" b="1" spc="-45" dirty="0">
                <a:solidFill>
                  <a:srgbClr val="296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96FFF"/>
                </a:solidFill>
                <a:latin typeface="Arial"/>
                <a:cs typeface="Arial"/>
              </a:rPr>
              <a:t>Pakistan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16879" y="818387"/>
            <a:ext cx="3161030" cy="1746885"/>
            <a:chOff x="5516879" y="818387"/>
            <a:chExt cx="3161030" cy="1746885"/>
          </a:xfrm>
        </p:grpSpPr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516879" y="818387"/>
              <a:ext cx="3160776" cy="174650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6691" y="2160993"/>
              <a:ext cx="1737360" cy="35817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36691" y="2161070"/>
              <a:ext cx="1507236" cy="40077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77839" y="2182380"/>
              <a:ext cx="1657350" cy="27811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5658739" y="2214117"/>
            <a:ext cx="1268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96FFF"/>
                </a:solidFill>
                <a:latin typeface="Arial"/>
                <a:cs typeface="Arial"/>
              </a:rPr>
              <a:t>Kalpakkam,</a:t>
            </a:r>
            <a:r>
              <a:rPr sz="1200" b="1" spc="-55" dirty="0">
                <a:solidFill>
                  <a:srgbClr val="296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296FFF"/>
                </a:solidFill>
                <a:latin typeface="Arial"/>
                <a:cs typeface="Arial"/>
              </a:rPr>
              <a:t>India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90500" y="3172967"/>
            <a:ext cx="4344670" cy="3683000"/>
            <a:chOff x="190500" y="3172967"/>
            <a:chExt cx="4344670" cy="3683000"/>
          </a:xfrm>
        </p:grpSpPr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90500" y="3172967"/>
              <a:ext cx="2844546" cy="368274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54252" y="4573524"/>
              <a:ext cx="3280410" cy="228219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30200" y="246634"/>
            <a:ext cx="4119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6FFF"/>
                </a:solidFill>
                <a:latin typeface="Times New Roman"/>
                <a:cs typeface="Times New Roman"/>
              </a:rPr>
              <a:t>Nuclear</a:t>
            </a:r>
            <a:r>
              <a:rPr sz="3600" spc="-150" dirty="0">
                <a:solidFill>
                  <a:srgbClr val="296FF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296FFF"/>
                </a:solidFill>
                <a:latin typeface="Times New Roman"/>
                <a:cs typeface="Times New Roman"/>
              </a:rPr>
              <a:t>Desalination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8022" y="1620773"/>
            <a:ext cx="53994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Any</a:t>
            </a:r>
            <a:r>
              <a:rPr sz="2400" spc="-8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3366CC"/>
                </a:solidFill>
                <a:latin typeface="Arial MT"/>
                <a:cs typeface="Arial MT"/>
              </a:rPr>
              <a:t>co-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located</a:t>
            </a:r>
            <a:r>
              <a:rPr sz="2400" spc="-6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desalination</a:t>
            </a:r>
            <a:r>
              <a:rPr sz="2400" spc="-4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plant</a:t>
            </a:r>
            <a:r>
              <a:rPr sz="2400" spc="-6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that</a:t>
            </a:r>
            <a:r>
              <a:rPr sz="2400" spc="-9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3366CC"/>
                </a:solidFill>
                <a:latin typeface="Arial MT"/>
                <a:cs typeface="Arial MT"/>
              </a:rPr>
              <a:t>is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powered</a:t>
            </a:r>
            <a:r>
              <a:rPr sz="2400" spc="-6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with</a:t>
            </a:r>
            <a:r>
              <a:rPr sz="2400" spc="-7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nuclear</a:t>
            </a:r>
            <a:r>
              <a:rPr sz="2400" spc="-5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Arial MT"/>
                <a:cs typeface="Arial MT"/>
              </a:rPr>
              <a:t>energy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6623" y="1175003"/>
            <a:ext cx="2453640" cy="18577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33390" y="4859528"/>
            <a:ext cx="11791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3366CC"/>
                </a:solidFill>
                <a:latin typeface="Arial MT"/>
                <a:cs typeface="Arial MT"/>
              </a:rPr>
              <a:t>1+1=2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05728" y="4732020"/>
            <a:ext cx="672465" cy="974090"/>
            <a:chOff x="6205728" y="4732020"/>
            <a:chExt cx="672465" cy="97409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05728" y="4732020"/>
              <a:ext cx="672083" cy="9738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264402" y="4770882"/>
              <a:ext cx="556895" cy="864235"/>
            </a:xfrm>
            <a:custGeom>
              <a:avLst/>
              <a:gdLst/>
              <a:ahLst/>
              <a:cxnLst/>
              <a:rect l="l" t="t" r="r" b="b"/>
              <a:pathLst>
                <a:path w="556895" h="864235">
                  <a:moveTo>
                    <a:pt x="0" y="864095"/>
                  </a:moveTo>
                  <a:lnTo>
                    <a:pt x="556387" y="0"/>
                  </a:lnTo>
                </a:path>
              </a:pathLst>
            </a:custGeom>
            <a:ln w="38100">
              <a:solidFill>
                <a:srgbClr val="6699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44792" y="4274565"/>
            <a:ext cx="5905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5" dirty="0">
                <a:solidFill>
                  <a:srgbClr val="C00000"/>
                </a:solidFill>
                <a:latin typeface="Arial"/>
                <a:cs typeface="Arial"/>
              </a:rPr>
              <a:t>1½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62500" y="4992687"/>
            <a:ext cx="844550" cy="311150"/>
            <a:chOff x="4762500" y="4992687"/>
            <a:chExt cx="844550" cy="311150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62500" y="4992687"/>
              <a:ext cx="844308" cy="31095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805934" y="5070475"/>
              <a:ext cx="648335" cy="120650"/>
            </a:xfrm>
            <a:custGeom>
              <a:avLst/>
              <a:gdLst/>
              <a:ahLst/>
              <a:cxnLst/>
              <a:rect l="l" t="t" r="r" b="b"/>
              <a:pathLst>
                <a:path w="648335" h="120650">
                  <a:moveTo>
                    <a:pt x="596791" y="60070"/>
                  </a:moveTo>
                  <a:lnTo>
                    <a:pt x="538226" y="94233"/>
                  </a:lnTo>
                  <a:lnTo>
                    <a:pt x="532002" y="97789"/>
                  </a:lnTo>
                  <a:lnTo>
                    <a:pt x="529843" y="105791"/>
                  </a:lnTo>
                  <a:lnTo>
                    <a:pt x="533526" y="111887"/>
                  </a:lnTo>
                  <a:lnTo>
                    <a:pt x="537082" y="118110"/>
                  </a:lnTo>
                  <a:lnTo>
                    <a:pt x="545083" y="120142"/>
                  </a:lnTo>
                  <a:lnTo>
                    <a:pt x="625870" y="73025"/>
                  </a:lnTo>
                  <a:lnTo>
                    <a:pt x="622426" y="73025"/>
                  </a:lnTo>
                  <a:lnTo>
                    <a:pt x="622426" y="71247"/>
                  </a:lnTo>
                  <a:lnTo>
                    <a:pt x="615950" y="71247"/>
                  </a:lnTo>
                  <a:lnTo>
                    <a:pt x="596791" y="60070"/>
                  </a:lnTo>
                  <a:close/>
                </a:path>
                <a:path w="648335" h="120650">
                  <a:moveTo>
                    <a:pt x="574584" y="47117"/>
                  </a:moveTo>
                  <a:lnTo>
                    <a:pt x="0" y="47117"/>
                  </a:lnTo>
                  <a:lnTo>
                    <a:pt x="0" y="73025"/>
                  </a:lnTo>
                  <a:lnTo>
                    <a:pt x="574584" y="73025"/>
                  </a:lnTo>
                  <a:lnTo>
                    <a:pt x="596791" y="60070"/>
                  </a:lnTo>
                  <a:lnTo>
                    <a:pt x="574584" y="47117"/>
                  </a:lnTo>
                  <a:close/>
                </a:path>
                <a:path w="648335" h="120650">
                  <a:moveTo>
                    <a:pt x="625869" y="47117"/>
                  </a:moveTo>
                  <a:lnTo>
                    <a:pt x="622426" y="47117"/>
                  </a:lnTo>
                  <a:lnTo>
                    <a:pt x="622426" y="73025"/>
                  </a:lnTo>
                  <a:lnTo>
                    <a:pt x="625870" y="73025"/>
                  </a:lnTo>
                  <a:lnTo>
                    <a:pt x="648080" y="60070"/>
                  </a:lnTo>
                  <a:lnTo>
                    <a:pt x="625869" y="47117"/>
                  </a:lnTo>
                  <a:close/>
                </a:path>
                <a:path w="648335" h="120650">
                  <a:moveTo>
                    <a:pt x="615950" y="48894"/>
                  </a:moveTo>
                  <a:lnTo>
                    <a:pt x="596791" y="60070"/>
                  </a:lnTo>
                  <a:lnTo>
                    <a:pt x="615950" y="71247"/>
                  </a:lnTo>
                  <a:lnTo>
                    <a:pt x="615950" y="48894"/>
                  </a:lnTo>
                  <a:close/>
                </a:path>
                <a:path w="648335" h="120650">
                  <a:moveTo>
                    <a:pt x="622426" y="48894"/>
                  </a:moveTo>
                  <a:lnTo>
                    <a:pt x="615950" y="48894"/>
                  </a:lnTo>
                  <a:lnTo>
                    <a:pt x="615950" y="71247"/>
                  </a:lnTo>
                  <a:lnTo>
                    <a:pt x="622426" y="71247"/>
                  </a:lnTo>
                  <a:lnTo>
                    <a:pt x="622426" y="48894"/>
                  </a:lnTo>
                  <a:close/>
                </a:path>
                <a:path w="648335" h="120650">
                  <a:moveTo>
                    <a:pt x="545083" y="0"/>
                  </a:moveTo>
                  <a:lnTo>
                    <a:pt x="537082" y="2031"/>
                  </a:lnTo>
                  <a:lnTo>
                    <a:pt x="533526" y="8255"/>
                  </a:lnTo>
                  <a:lnTo>
                    <a:pt x="529843" y="14350"/>
                  </a:lnTo>
                  <a:lnTo>
                    <a:pt x="532002" y="22351"/>
                  </a:lnTo>
                  <a:lnTo>
                    <a:pt x="538226" y="25907"/>
                  </a:lnTo>
                  <a:lnTo>
                    <a:pt x="596791" y="60070"/>
                  </a:lnTo>
                  <a:lnTo>
                    <a:pt x="615950" y="48894"/>
                  </a:lnTo>
                  <a:lnTo>
                    <a:pt x="622426" y="48894"/>
                  </a:lnTo>
                  <a:lnTo>
                    <a:pt x="622426" y="47117"/>
                  </a:lnTo>
                  <a:lnTo>
                    <a:pt x="625869" y="47117"/>
                  </a:lnTo>
                  <a:lnTo>
                    <a:pt x="545083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92327" y="3060953"/>
            <a:ext cx="2973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Viable</a:t>
            </a:r>
            <a:r>
              <a:rPr sz="2400" spc="-4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option</a:t>
            </a:r>
            <a:r>
              <a:rPr sz="2400" spc="-6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to</a:t>
            </a:r>
            <a:r>
              <a:rPr sz="2400" spc="-7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Arial MT"/>
                <a:cs typeface="Arial MT"/>
              </a:rPr>
              <a:t>meet: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49832" y="3414521"/>
            <a:ext cx="5131435" cy="185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415925" algn="l"/>
              </a:tabLst>
            </a:pPr>
            <a:r>
              <a:rPr sz="2400" dirty="0">
                <a:solidFill>
                  <a:srgbClr val="00AF50"/>
                </a:solidFill>
                <a:latin typeface="Arial MT"/>
                <a:cs typeface="Arial MT"/>
              </a:rPr>
              <a:t>	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Increasing</a:t>
            </a:r>
            <a:r>
              <a:rPr sz="2400" spc="-6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global</a:t>
            </a:r>
            <a:r>
              <a:rPr sz="2400" spc="-6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demand</a:t>
            </a:r>
            <a:r>
              <a:rPr sz="2400" spc="-6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for</a:t>
            </a:r>
            <a:r>
              <a:rPr sz="2400" spc="-8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water</a:t>
            </a:r>
            <a:r>
              <a:rPr sz="2400" spc="-5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spc="-50" dirty="0">
                <a:solidFill>
                  <a:srgbClr val="00AF50"/>
                </a:solidFill>
                <a:latin typeface="Corbel"/>
                <a:cs typeface="Corbel"/>
              </a:rPr>
              <a:t>&amp; </a:t>
            </a:r>
            <a:r>
              <a:rPr sz="2400" spc="-10" dirty="0">
                <a:solidFill>
                  <a:srgbClr val="00AF50"/>
                </a:solidFill>
                <a:latin typeface="Corbel"/>
                <a:cs typeface="Corbel"/>
              </a:rPr>
              <a:t>energy</a:t>
            </a:r>
            <a:endParaRPr sz="2400">
              <a:latin typeface="Corbel"/>
              <a:cs typeface="Corbel"/>
            </a:endParaRPr>
          </a:p>
          <a:p>
            <a:pPr marL="403860" indent="-391160">
              <a:lnSpc>
                <a:spcPct val="100000"/>
              </a:lnSpc>
              <a:buFont typeface="Arial MT"/>
              <a:buChar char="•"/>
              <a:tabLst>
                <a:tab pos="403860" algn="l"/>
              </a:tabLst>
            </a:pP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Concerns</a:t>
            </a:r>
            <a:r>
              <a:rPr sz="2400" spc="-7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about</a:t>
            </a:r>
            <a:r>
              <a:rPr sz="2400" spc="-6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climate</a:t>
            </a:r>
            <a:r>
              <a:rPr sz="2400" spc="-4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orbel"/>
                <a:cs typeface="Corbel"/>
              </a:rPr>
              <a:t>change</a:t>
            </a:r>
            <a:endParaRPr sz="2400">
              <a:latin typeface="Corbel"/>
              <a:cs typeface="Corbel"/>
            </a:endParaRPr>
          </a:p>
          <a:p>
            <a:pPr marL="394970" indent="-382270">
              <a:lnSpc>
                <a:spcPct val="100000"/>
              </a:lnSpc>
              <a:buFont typeface="Arial MT"/>
              <a:buChar char="•"/>
              <a:tabLst>
                <a:tab pos="394970" algn="l"/>
              </a:tabLst>
            </a:pPr>
            <a:r>
              <a:rPr sz="2400" spc="-10" dirty="0">
                <a:solidFill>
                  <a:srgbClr val="00AF50"/>
                </a:solidFill>
                <a:latin typeface="Corbel"/>
                <a:cs typeface="Corbel"/>
              </a:rPr>
              <a:t>Volatile</a:t>
            </a:r>
            <a:r>
              <a:rPr sz="2400" spc="-2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fossil</a:t>
            </a:r>
            <a:r>
              <a:rPr sz="2400" spc="-5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fuel</a:t>
            </a:r>
            <a:r>
              <a:rPr sz="2400" spc="-6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orbel"/>
                <a:cs typeface="Corbel"/>
              </a:rPr>
              <a:t>prices</a:t>
            </a:r>
            <a:endParaRPr sz="2400">
              <a:latin typeface="Corbel"/>
              <a:cs typeface="Corbel"/>
            </a:endParaRPr>
          </a:p>
          <a:p>
            <a:pPr marL="408305" indent="-39560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408305" algn="l"/>
              </a:tabLst>
            </a:pP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Security</a:t>
            </a:r>
            <a:r>
              <a:rPr sz="2400" spc="-50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of</a:t>
            </a:r>
            <a:r>
              <a:rPr sz="2400" spc="-4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dirty="0">
                <a:solidFill>
                  <a:srgbClr val="00AF50"/>
                </a:solidFill>
                <a:latin typeface="Corbel"/>
                <a:cs typeface="Corbel"/>
              </a:rPr>
              <a:t>energy</a:t>
            </a:r>
            <a:r>
              <a:rPr sz="2400" spc="-45" dirty="0">
                <a:solidFill>
                  <a:srgbClr val="00AF50"/>
                </a:solidFill>
                <a:latin typeface="Corbel"/>
                <a:cs typeface="Corbel"/>
              </a:rPr>
              <a:t> </a:t>
            </a:r>
            <a:r>
              <a:rPr sz="2400" spc="-10" dirty="0">
                <a:solidFill>
                  <a:srgbClr val="00AF50"/>
                </a:solidFill>
                <a:latin typeface="Corbel"/>
                <a:cs typeface="Corbel"/>
              </a:rPr>
              <a:t>supply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022" y="5831840"/>
            <a:ext cx="335152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3366CC"/>
                </a:solidFill>
                <a:latin typeface="Arial MT"/>
                <a:cs typeface="Arial MT"/>
              </a:rPr>
              <a:t>Cogeneration</a:t>
            </a:r>
            <a:r>
              <a:rPr sz="2400" spc="-6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Arial MT"/>
                <a:cs typeface="Arial MT"/>
              </a:rPr>
              <a:t>concept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Extra</a:t>
            </a:r>
            <a:r>
              <a:rPr sz="24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3366CC"/>
                </a:solidFill>
                <a:latin typeface="Arial MT"/>
                <a:cs typeface="Arial MT"/>
              </a:rPr>
              <a:t>safety</a:t>
            </a:r>
            <a:r>
              <a:rPr sz="24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3366CC"/>
                </a:solidFill>
                <a:latin typeface="Arial MT"/>
                <a:cs typeface="Arial MT"/>
              </a:rPr>
              <a:t>barriers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5279" y="1063752"/>
            <a:ext cx="2148840" cy="523240"/>
          </a:xfrm>
          <a:prstGeom prst="rect">
            <a:avLst/>
          </a:prstGeom>
          <a:solidFill>
            <a:srgbClr val="EFFFC2"/>
          </a:solidFill>
        </p:spPr>
        <p:txBody>
          <a:bodyPr vert="horz" wrap="square" lIns="0" tIns="3619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5"/>
              </a:spcBef>
            </a:pP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What</a:t>
            </a:r>
            <a:r>
              <a:rPr sz="28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2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C00000"/>
                </a:solidFill>
                <a:latin typeface="Arial"/>
                <a:cs typeface="Arial"/>
              </a:rPr>
              <a:t>it?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6908" y="2545079"/>
            <a:ext cx="1285240" cy="524510"/>
          </a:xfrm>
          <a:prstGeom prst="rect">
            <a:avLst/>
          </a:prstGeom>
          <a:solidFill>
            <a:srgbClr val="EFFFC2"/>
          </a:solidFill>
        </p:spPr>
        <p:txBody>
          <a:bodyPr vert="horz" wrap="square" lIns="0" tIns="3683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sz="2800" b="1" spc="-20" dirty="0">
                <a:solidFill>
                  <a:srgbClr val="C00000"/>
                </a:solidFill>
                <a:latin typeface="Arial"/>
                <a:cs typeface="Arial"/>
              </a:rPr>
              <a:t>Why?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9768" y="5353811"/>
            <a:ext cx="1262380" cy="523240"/>
          </a:xfrm>
          <a:prstGeom prst="rect">
            <a:avLst/>
          </a:prstGeom>
          <a:solidFill>
            <a:srgbClr val="EFFFC2"/>
          </a:solidFill>
        </p:spPr>
        <p:txBody>
          <a:bodyPr vert="horz" wrap="square" lIns="0" tIns="3746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sz="2800" b="1" spc="-20" dirty="0">
                <a:solidFill>
                  <a:srgbClr val="C00000"/>
                </a:solidFill>
                <a:latin typeface="Arial"/>
                <a:cs typeface="Arial"/>
              </a:rPr>
              <a:t>How?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02437" y="1109704"/>
            <a:ext cx="8197215" cy="5329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060" marR="5080" indent="-340360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Nuclear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desalination</a:t>
            </a:r>
            <a:r>
              <a:rPr sz="2400" spc="-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is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defined</a:t>
            </a:r>
            <a:r>
              <a:rPr sz="2400" spc="-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to</a:t>
            </a:r>
            <a:r>
              <a:rPr sz="2400" spc="-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be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production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of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 potable 	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water</a:t>
            </a:r>
            <a:r>
              <a:rPr sz="2400" spc="18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from</a:t>
            </a:r>
            <a:r>
              <a:rPr sz="2400" spc="17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seawater</a:t>
            </a:r>
            <a:r>
              <a:rPr sz="2400" spc="18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in</a:t>
            </a:r>
            <a:r>
              <a:rPr sz="2400" spc="17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</a:t>
            </a:r>
            <a:r>
              <a:rPr sz="2400" spc="17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facility</a:t>
            </a:r>
            <a:r>
              <a:rPr sz="2400" spc="18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in</a:t>
            </a:r>
            <a:r>
              <a:rPr sz="2400" spc="16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which</a:t>
            </a:r>
            <a:r>
              <a:rPr sz="2400" spc="18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</a:t>
            </a:r>
            <a:r>
              <a:rPr sz="2400" spc="17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nuclear</a:t>
            </a:r>
            <a:r>
              <a:rPr sz="2400" spc="18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reactor</a:t>
            </a:r>
            <a:r>
              <a:rPr sz="2400" spc="15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is 	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used</a:t>
            </a:r>
            <a:r>
              <a:rPr sz="2400" spc="-3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as</a:t>
            </a:r>
            <a:r>
              <a:rPr sz="2400" spc="-3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source</a:t>
            </a:r>
            <a:r>
              <a:rPr sz="2400" spc="-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energy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(electrical</a:t>
            </a:r>
            <a:r>
              <a:rPr sz="2400" spc="-3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and/or</a:t>
            </a:r>
            <a:r>
              <a:rPr sz="2400" spc="-3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thermal)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the 	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desalination</a:t>
            </a:r>
            <a:r>
              <a:rPr sz="2400" spc="-1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process.</a:t>
            </a:r>
            <a:endParaRPr sz="2400">
              <a:latin typeface="Calibri"/>
              <a:cs typeface="Calibri"/>
            </a:endParaRPr>
          </a:p>
          <a:p>
            <a:pPr marL="353060" marR="5715" indent="-340360" algn="just">
              <a:lnSpc>
                <a:spcPct val="150000"/>
              </a:lnSpc>
              <a:spcBef>
                <a:spcPts val="14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All</a:t>
            </a:r>
            <a:r>
              <a:rPr sz="2400" spc="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of</a:t>
            </a:r>
            <a:r>
              <a:rPr sz="2400" spc="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the</a:t>
            </a:r>
            <a:r>
              <a:rPr sz="2400" spc="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technologies</a:t>
            </a:r>
            <a:r>
              <a:rPr sz="2400" spc="3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currently</a:t>
            </a:r>
            <a:r>
              <a:rPr sz="2400" spc="2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in</a:t>
            </a:r>
            <a:r>
              <a:rPr sz="2400" spc="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use</a:t>
            </a:r>
            <a:r>
              <a:rPr sz="2400" spc="3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for</a:t>
            </a:r>
            <a:r>
              <a:rPr sz="2400" spc="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desalination</a:t>
            </a:r>
            <a:r>
              <a:rPr sz="2400" spc="2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require 	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significant</a:t>
            </a:r>
            <a:r>
              <a:rPr sz="2400" spc="204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amounts</a:t>
            </a:r>
            <a:r>
              <a:rPr sz="2400" spc="210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of</a:t>
            </a:r>
            <a:r>
              <a:rPr sz="2400" spc="215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energy,</a:t>
            </a:r>
            <a:r>
              <a:rPr sz="2400" spc="210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either</a:t>
            </a:r>
            <a:r>
              <a:rPr sz="2400" spc="210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as</a:t>
            </a:r>
            <a:r>
              <a:rPr sz="2400" spc="204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low-temperature 	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process</a:t>
            </a:r>
            <a:r>
              <a:rPr sz="2400" spc="-7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heat</a:t>
            </a:r>
            <a:r>
              <a:rPr sz="2400" spc="-5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or</a:t>
            </a:r>
            <a:r>
              <a:rPr sz="2400" spc="-5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electricity.</a:t>
            </a:r>
            <a:endParaRPr sz="2400">
              <a:latin typeface="Calibri"/>
              <a:cs typeface="Calibri"/>
            </a:endParaRPr>
          </a:p>
          <a:p>
            <a:pPr marL="353060" marR="8255" indent="-340360" algn="just">
              <a:lnSpc>
                <a:spcPct val="150000"/>
              </a:lnSpc>
              <a:spcBef>
                <a:spcPts val="144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Nuclear</a:t>
            </a:r>
            <a:r>
              <a:rPr sz="2400" spc="475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power</a:t>
            </a:r>
            <a:r>
              <a:rPr sz="2400" spc="475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plants</a:t>
            </a:r>
            <a:r>
              <a:rPr sz="2400" spc="465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can</a:t>
            </a:r>
            <a:r>
              <a:rPr sz="2400" spc="475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provide</a:t>
            </a:r>
            <a:r>
              <a:rPr sz="2400" spc="470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residual</a:t>
            </a:r>
            <a:r>
              <a:rPr sz="2400" spc="470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heat,</a:t>
            </a:r>
            <a:r>
              <a:rPr sz="2400" spc="465" dirty="0">
                <a:solidFill>
                  <a:srgbClr val="002573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002573"/>
                </a:solidFill>
                <a:latin typeface="Calibri"/>
                <a:cs typeface="Calibri"/>
              </a:rPr>
              <a:t>low 	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temperature</a:t>
            </a:r>
            <a:r>
              <a:rPr sz="2400" spc="-85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steam</a:t>
            </a:r>
            <a:r>
              <a:rPr sz="2400" spc="-10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2573"/>
                </a:solidFill>
                <a:latin typeface="Calibri"/>
                <a:cs typeface="Calibri"/>
              </a:rPr>
              <a:t>and</a:t>
            </a:r>
            <a:r>
              <a:rPr sz="2400" spc="-80" dirty="0">
                <a:solidFill>
                  <a:srgbClr val="00257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2573"/>
                </a:solidFill>
                <a:latin typeface="Calibri"/>
                <a:cs typeface="Calibri"/>
              </a:rPr>
              <a:t>electricity.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7649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296FFF"/>
                </a:solidFill>
                <a:latin typeface="Times New Roman"/>
                <a:cs typeface="Times New Roman"/>
              </a:rPr>
              <a:t>Nuclear</a:t>
            </a:r>
            <a:r>
              <a:rPr sz="3600" spc="-190" dirty="0">
                <a:solidFill>
                  <a:srgbClr val="296FFF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296FFF"/>
                </a:solidFill>
                <a:latin typeface="Times New Roman"/>
                <a:cs typeface="Times New Roman"/>
              </a:rPr>
              <a:t>Desalination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2450592" y="2275268"/>
            <a:ext cx="6174105" cy="2326005"/>
            <a:chOff x="2450592" y="2275268"/>
            <a:chExt cx="6174105" cy="2326005"/>
          </a:xfrm>
        </p:grpSpPr>
        <p:sp>
          <p:nvSpPr>
            <p:cNvPr id="6" name="object 6"/>
            <p:cNvSpPr/>
            <p:nvPr/>
          </p:nvSpPr>
          <p:spPr>
            <a:xfrm>
              <a:off x="2844546" y="2288285"/>
              <a:ext cx="3420110" cy="0"/>
            </a:xfrm>
            <a:custGeom>
              <a:avLst/>
              <a:gdLst/>
              <a:ahLst/>
              <a:cxnLst/>
              <a:rect l="l" t="t" r="r" b="b"/>
              <a:pathLst>
                <a:path w="3420110">
                  <a:moveTo>
                    <a:pt x="0" y="0"/>
                  </a:moveTo>
                  <a:lnTo>
                    <a:pt x="3387217" y="0"/>
                  </a:lnTo>
                  <a:lnTo>
                    <a:pt x="3419855" y="0"/>
                  </a:lnTo>
                </a:path>
              </a:pathLst>
            </a:custGeom>
            <a:ln w="25908">
              <a:solidFill>
                <a:srgbClr val="33993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0252" y="2677667"/>
              <a:ext cx="1991995" cy="913130"/>
            </a:xfrm>
            <a:custGeom>
              <a:avLst/>
              <a:gdLst/>
              <a:ahLst/>
              <a:cxnLst/>
              <a:rect l="l" t="t" r="r" b="b"/>
              <a:pathLst>
                <a:path w="1991995" h="913129">
                  <a:moveTo>
                    <a:pt x="119252" y="912876"/>
                  </a:moveTo>
                  <a:lnTo>
                    <a:pt x="119252" y="713994"/>
                  </a:lnTo>
                  <a:lnTo>
                    <a:pt x="0" y="594741"/>
                  </a:lnTo>
                  <a:lnTo>
                    <a:pt x="238633" y="594741"/>
                  </a:lnTo>
                  <a:lnTo>
                    <a:pt x="55625" y="411734"/>
                  </a:lnTo>
                  <a:lnTo>
                    <a:pt x="15875" y="371983"/>
                  </a:lnTo>
                  <a:lnTo>
                    <a:pt x="0" y="356108"/>
                  </a:lnTo>
                  <a:lnTo>
                    <a:pt x="254508" y="356108"/>
                  </a:lnTo>
                  <a:lnTo>
                    <a:pt x="127253" y="228854"/>
                  </a:lnTo>
                  <a:lnTo>
                    <a:pt x="127253" y="6096"/>
                  </a:lnTo>
                  <a:lnTo>
                    <a:pt x="1892808" y="6096"/>
                  </a:lnTo>
                </a:path>
                <a:path w="1991995" h="913129">
                  <a:moveTo>
                    <a:pt x="1872614" y="0"/>
                  </a:moveTo>
                  <a:lnTo>
                    <a:pt x="1872614" y="198882"/>
                  </a:lnTo>
                  <a:lnTo>
                    <a:pt x="1991868" y="318135"/>
                  </a:lnTo>
                  <a:lnTo>
                    <a:pt x="1753235" y="318135"/>
                  </a:lnTo>
                  <a:lnTo>
                    <a:pt x="1936242" y="501142"/>
                  </a:lnTo>
                  <a:lnTo>
                    <a:pt x="1975993" y="540893"/>
                  </a:lnTo>
                  <a:lnTo>
                    <a:pt x="1991868" y="556768"/>
                  </a:lnTo>
                  <a:lnTo>
                    <a:pt x="1737360" y="556768"/>
                  </a:lnTo>
                  <a:lnTo>
                    <a:pt x="1864614" y="684022"/>
                  </a:lnTo>
                  <a:lnTo>
                    <a:pt x="1864614" y="906780"/>
                  </a:lnTo>
                  <a:lnTo>
                    <a:pt x="99060" y="906780"/>
                  </a:lnTo>
                </a:path>
              </a:pathLst>
            </a:custGeom>
            <a:ln w="57912">
              <a:solidFill>
                <a:srgbClr val="002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01490" y="2494025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4" h="360044">
                  <a:moveTo>
                    <a:pt x="180594" y="0"/>
                  </a:moveTo>
                  <a:lnTo>
                    <a:pt x="132600" y="6424"/>
                  </a:lnTo>
                  <a:lnTo>
                    <a:pt x="89464" y="24553"/>
                  </a:lnTo>
                  <a:lnTo>
                    <a:pt x="52911" y="52673"/>
                  </a:lnTo>
                  <a:lnTo>
                    <a:pt x="24666" y="89069"/>
                  </a:lnTo>
                  <a:lnTo>
                    <a:pt x="6454" y="132027"/>
                  </a:lnTo>
                  <a:lnTo>
                    <a:pt x="0" y="179832"/>
                  </a:lnTo>
                  <a:lnTo>
                    <a:pt x="6454" y="227636"/>
                  </a:lnTo>
                  <a:lnTo>
                    <a:pt x="24666" y="270594"/>
                  </a:lnTo>
                  <a:lnTo>
                    <a:pt x="52911" y="306990"/>
                  </a:lnTo>
                  <a:lnTo>
                    <a:pt x="89464" y="335110"/>
                  </a:lnTo>
                  <a:lnTo>
                    <a:pt x="132600" y="353239"/>
                  </a:lnTo>
                  <a:lnTo>
                    <a:pt x="180594" y="359663"/>
                  </a:lnTo>
                  <a:lnTo>
                    <a:pt x="228587" y="353239"/>
                  </a:lnTo>
                  <a:lnTo>
                    <a:pt x="271723" y="335110"/>
                  </a:lnTo>
                  <a:lnTo>
                    <a:pt x="308276" y="306990"/>
                  </a:lnTo>
                  <a:lnTo>
                    <a:pt x="336521" y="270594"/>
                  </a:lnTo>
                  <a:lnTo>
                    <a:pt x="354733" y="227636"/>
                  </a:lnTo>
                  <a:lnTo>
                    <a:pt x="361188" y="179832"/>
                  </a:lnTo>
                  <a:lnTo>
                    <a:pt x="354733" y="132027"/>
                  </a:lnTo>
                  <a:lnTo>
                    <a:pt x="336521" y="89069"/>
                  </a:lnTo>
                  <a:lnTo>
                    <a:pt x="308276" y="52673"/>
                  </a:lnTo>
                  <a:lnTo>
                    <a:pt x="271723" y="24553"/>
                  </a:lnTo>
                  <a:lnTo>
                    <a:pt x="228587" y="6424"/>
                  </a:lnTo>
                  <a:lnTo>
                    <a:pt x="180594" y="0"/>
                  </a:lnTo>
                  <a:close/>
                </a:path>
              </a:pathLst>
            </a:custGeom>
            <a:solidFill>
              <a:srgbClr val="DBD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301490" y="2494025"/>
              <a:ext cx="361315" cy="360045"/>
            </a:xfrm>
            <a:custGeom>
              <a:avLst/>
              <a:gdLst/>
              <a:ahLst/>
              <a:cxnLst/>
              <a:rect l="l" t="t" r="r" b="b"/>
              <a:pathLst>
                <a:path w="361314" h="360044">
                  <a:moveTo>
                    <a:pt x="0" y="179832"/>
                  </a:moveTo>
                  <a:lnTo>
                    <a:pt x="6454" y="132027"/>
                  </a:lnTo>
                  <a:lnTo>
                    <a:pt x="24666" y="89069"/>
                  </a:lnTo>
                  <a:lnTo>
                    <a:pt x="52911" y="52673"/>
                  </a:lnTo>
                  <a:lnTo>
                    <a:pt x="89464" y="24553"/>
                  </a:lnTo>
                  <a:lnTo>
                    <a:pt x="132600" y="6424"/>
                  </a:lnTo>
                  <a:lnTo>
                    <a:pt x="180594" y="0"/>
                  </a:lnTo>
                  <a:lnTo>
                    <a:pt x="228587" y="6424"/>
                  </a:lnTo>
                  <a:lnTo>
                    <a:pt x="271723" y="24553"/>
                  </a:lnTo>
                  <a:lnTo>
                    <a:pt x="308276" y="52673"/>
                  </a:lnTo>
                  <a:lnTo>
                    <a:pt x="336521" y="89069"/>
                  </a:lnTo>
                  <a:lnTo>
                    <a:pt x="354733" y="132027"/>
                  </a:lnTo>
                  <a:lnTo>
                    <a:pt x="361188" y="179832"/>
                  </a:lnTo>
                  <a:lnTo>
                    <a:pt x="354733" y="227636"/>
                  </a:lnTo>
                  <a:lnTo>
                    <a:pt x="336521" y="270594"/>
                  </a:lnTo>
                  <a:lnTo>
                    <a:pt x="308276" y="306990"/>
                  </a:lnTo>
                  <a:lnTo>
                    <a:pt x="271723" y="335110"/>
                  </a:lnTo>
                  <a:lnTo>
                    <a:pt x="228587" y="353239"/>
                  </a:lnTo>
                  <a:lnTo>
                    <a:pt x="180594" y="359663"/>
                  </a:lnTo>
                  <a:lnTo>
                    <a:pt x="132600" y="353239"/>
                  </a:lnTo>
                  <a:lnTo>
                    <a:pt x="89464" y="335110"/>
                  </a:lnTo>
                  <a:lnTo>
                    <a:pt x="52911" y="306990"/>
                  </a:lnTo>
                  <a:lnTo>
                    <a:pt x="24666" y="270594"/>
                  </a:lnTo>
                  <a:lnTo>
                    <a:pt x="6454" y="227636"/>
                  </a:lnTo>
                  <a:lnTo>
                    <a:pt x="0" y="179832"/>
                  </a:lnTo>
                  <a:close/>
                </a:path>
              </a:pathLst>
            </a:custGeom>
            <a:ln w="25908">
              <a:solidFill>
                <a:srgbClr val="002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8358" y="2541269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60">
                  <a:moveTo>
                    <a:pt x="0" y="0"/>
                  </a:moveTo>
                  <a:lnTo>
                    <a:pt x="0" y="251459"/>
                  </a:lnTo>
                  <a:lnTo>
                    <a:pt x="251459" y="1257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6B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8358" y="2541269"/>
              <a:ext cx="251460" cy="251460"/>
            </a:xfrm>
            <a:custGeom>
              <a:avLst/>
              <a:gdLst/>
              <a:ahLst/>
              <a:cxnLst/>
              <a:rect l="l" t="t" r="r" b="b"/>
              <a:pathLst>
                <a:path w="251460" h="251460">
                  <a:moveTo>
                    <a:pt x="0" y="0"/>
                  </a:moveTo>
                  <a:lnTo>
                    <a:pt x="251459" y="125729"/>
                  </a:lnTo>
                  <a:lnTo>
                    <a:pt x="0" y="251459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2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69642" y="3728466"/>
              <a:ext cx="6136005" cy="853440"/>
            </a:xfrm>
            <a:custGeom>
              <a:avLst/>
              <a:gdLst/>
              <a:ahLst/>
              <a:cxnLst/>
              <a:rect l="l" t="t" r="r" b="b"/>
              <a:pathLst>
                <a:path w="6136005" h="853439">
                  <a:moveTo>
                    <a:pt x="0" y="0"/>
                  </a:moveTo>
                  <a:lnTo>
                    <a:pt x="0" y="853439"/>
                  </a:lnTo>
                  <a:lnTo>
                    <a:pt x="2170175" y="853439"/>
                  </a:lnTo>
                </a:path>
                <a:path w="6136005" h="853439">
                  <a:moveTo>
                    <a:pt x="4727448" y="60959"/>
                  </a:moveTo>
                  <a:lnTo>
                    <a:pt x="4727448" y="833627"/>
                  </a:lnTo>
                  <a:lnTo>
                    <a:pt x="6135624" y="833627"/>
                  </a:lnTo>
                </a:path>
              </a:pathLst>
            </a:custGeom>
            <a:ln w="38100">
              <a:solidFill>
                <a:srgbClr val="3399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30200" y="311782"/>
            <a:ext cx="6184265" cy="107315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3200" dirty="0">
                <a:latin typeface="Times New Roman"/>
                <a:cs typeface="Times New Roman"/>
              </a:rPr>
              <a:t>Nuclear</a:t>
            </a:r>
            <a:r>
              <a:rPr sz="3200" spc="-1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Desalination</a:t>
            </a:r>
            <a:r>
              <a:rPr sz="3200" spc="-1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Technology</a:t>
            </a:r>
            <a:endParaRPr sz="3200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655"/>
              </a:spcBef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Sea</a:t>
            </a:r>
            <a:r>
              <a:rPr sz="2400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water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desalination</a:t>
            </a:r>
            <a:r>
              <a:rPr sz="2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with</a:t>
            </a:r>
            <a:r>
              <a:rPr sz="2400" spc="-7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nuclear</a:t>
            </a:r>
            <a:r>
              <a:rPr sz="2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power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016" y="5257291"/>
            <a:ext cx="85934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coupling</a:t>
            </a:r>
            <a:r>
              <a:rPr sz="1800" spc="-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two</a:t>
            </a:r>
            <a:r>
              <a:rPr sz="1800" spc="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different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technologies in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way that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ensures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safe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operation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economic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excellence</a:t>
            </a:r>
            <a:r>
              <a:rPr sz="1800" spc="-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overall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plant</a:t>
            </a:r>
            <a:r>
              <a:rPr sz="18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1800" spc="3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Complex</a:t>
            </a:r>
            <a:r>
              <a:rPr sz="18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plant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engineering</a:t>
            </a:r>
            <a:r>
              <a:rPr sz="1800" b="1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Arial"/>
                <a:cs typeface="Arial"/>
              </a:rPr>
              <a:t>and 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357618" y="4633721"/>
            <a:ext cx="978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Water</a:t>
            </a:r>
            <a:r>
              <a:rPr sz="1200" spc="-75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product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78838" y="2203704"/>
            <a:ext cx="6882765" cy="2499360"/>
            <a:chOff x="1878838" y="2203704"/>
            <a:chExt cx="6882765" cy="249936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3523" y="4460748"/>
              <a:ext cx="242315" cy="2423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0683" y="4436364"/>
              <a:ext cx="240791" cy="2423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07508" y="2203704"/>
              <a:ext cx="170687" cy="16916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08048" y="2636520"/>
              <a:ext cx="1583690" cy="906780"/>
            </a:xfrm>
            <a:custGeom>
              <a:avLst/>
              <a:gdLst/>
              <a:ahLst/>
              <a:cxnLst/>
              <a:rect l="l" t="t" r="r" b="b"/>
              <a:pathLst>
                <a:path w="1583689" h="906779">
                  <a:moveTo>
                    <a:pt x="1483614" y="0"/>
                  </a:moveTo>
                  <a:lnTo>
                    <a:pt x="1483614" y="198881"/>
                  </a:lnTo>
                  <a:lnTo>
                    <a:pt x="1583436" y="318134"/>
                  </a:lnTo>
                  <a:lnTo>
                    <a:pt x="1383791" y="318134"/>
                  </a:lnTo>
                  <a:lnTo>
                    <a:pt x="1536827" y="501141"/>
                  </a:lnTo>
                  <a:lnTo>
                    <a:pt x="1570101" y="540892"/>
                  </a:lnTo>
                  <a:lnTo>
                    <a:pt x="1583436" y="556767"/>
                  </a:lnTo>
                  <a:lnTo>
                    <a:pt x="1370584" y="556767"/>
                  </a:lnTo>
                  <a:lnTo>
                    <a:pt x="1477010" y="684021"/>
                  </a:lnTo>
                  <a:lnTo>
                    <a:pt x="1477010" y="906779"/>
                  </a:lnTo>
                  <a:lnTo>
                    <a:pt x="0" y="906779"/>
                  </a:lnTo>
                </a:path>
                <a:path w="1583689" h="906779">
                  <a:moveTo>
                    <a:pt x="1512569" y="0"/>
                  </a:moveTo>
                  <a:lnTo>
                    <a:pt x="792479" y="0"/>
                  </a:lnTo>
                </a:path>
              </a:pathLst>
            </a:custGeom>
            <a:ln w="57912">
              <a:solidFill>
                <a:srgbClr val="002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91255" y="2552700"/>
              <a:ext cx="170687" cy="16916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79364" y="2738628"/>
              <a:ext cx="1584960" cy="906780"/>
            </a:xfrm>
            <a:custGeom>
              <a:avLst/>
              <a:gdLst/>
              <a:ahLst/>
              <a:cxnLst/>
              <a:rect l="l" t="t" r="r" b="b"/>
              <a:pathLst>
                <a:path w="1584959" h="906779">
                  <a:moveTo>
                    <a:pt x="99949" y="906780"/>
                  </a:moveTo>
                  <a:lnTo>
                    <a:pt x="99949" y="707898"/>
                  </a:lnTo>
                  <a:lnTo>
                    <a:pt x="0" y="588645"/>
                  </a:lnTo>
                  <a:lnTo>
                    <a:pt x="199771" y="588645"/>
                  </a:lnTo>
                  <a:lnTo>
                    <a:pt x="46609" y="405638"/>
                  </a:lnTo>
                  <a:lnTo>
                    <a:pt x="13335" y="365887"/>
                  </a:lnTo>
                  <a:lnTo>
                    <a:pt x="0" y="350012"/>
                  </a:lnTo>
                  <a:lnTo>
                    <a:pt x="213106" y="350012"/>
                  </a:lnTo>
                  <a:lnTo>
                    <a:pt x="106552" y="222758"/>
                  </a:lnTo>
                  <a:lnTo>
                    <a:pt x="106552" y="0"/>
                  </a:lnTo>
                  <a:lnTo>
                    <a:pt x="1584960" y="0"/>
                  </a:lnTo>
                </a:path>
                <a:path w="1584959" h="906779">
                  <a:moveTo>
                    <a:pt x="73151" y="873252"/>
                  </a:moveTo>
                  <a:lnTo>
                    <a:pt x="793241" y="873252"/>
                  </a:lnTo>
                </a:path>
              </a:pathLst>
            </a:custGeom>
            <a:ln w="57912">
              <a:solidFill>
                <a:srgbClr val="00257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55208" y="2645664"/>
              <a:ext cx="170687" cy="17068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060954" y="2972561"/>
            <a:ext cx="1759585" cy="1104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948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Safety</a:t>
            </a:r>
            <a:r>
              <a:rPr sz="1200" spc="-45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isola</a:t>
            </a:r>
            <a:endParaRPr sz="1200">
              <a:latin typeface="Arial MT"/>
              <a:cs typeface="Arial MT"/>
            </a:endParaRPr>
          </a:p>
          <a:p>
            <a:pPr marL="1332865">
              <a:lnSpc>
                <a:spcPct val="100000"/>
              </a:lnSpc>
            </a:pPr>
            <a:r>
              <a:rPr sz="1200" spc="-20" dirty="0">
                <a:solidFill>
                  <a:srgbClr val="151517"/>
                </a:solidFill>
                <a:latin typeface="Arial MT"/>
                <a:cs typeface="Arial MT"/>
              </a:rPr>
              <a:t>loop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200">
              <a:latin typeface="Arial MT"/>
              <a:cs typeface="Arial MT"/>
            </a:endParaRPr>
          </a:p>
          <a:p>
            <a:pPr marL="12700" marR="15240">
              <a:lnSpc>
                <a:spcPct val="100000"/>
              </a:lnSpc>
            </a:pP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Desalination</a:t>
            </a:r>
            <a:r>
              <a:rPr sz="1200" spc="-70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plant</a:t>
            </a:r>
            <a:r>
              <a:rPr sz="1200" spc="-45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therma consumption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5753" y="1956257"/>
            <a:ext cx="137795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Nuclear</a:t>
            </a:r>
            <a:r>
              <a:rPr sz="1200" spc="-55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power</a:t>
            </a:r>
            <a:r>
              <a:rPr sz="1200" spc="-30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plant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85969" y="1725929"/>
            <a:ext cx="3715385" cy="421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>
              <a:lnSpc>
                <a:spcPts val="1435"/>
              </a:lnSpc>
              <a:spcBef>
                <a:spcPts val="100"/>
              </a:spcBef>
              <a:tabLst>
                <a:tab pos="1798320" algn="l"/>
              </a:tabLst>
            </a:pP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Desalination</a:t>
            </a:r>
            <a:r>
              <a:rPr sz="1200" spc="-80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51517"/>
                </a:solidFill>
                <a:latin typeface="Arial MT"/>
                <a:cs typeface="Arial MT"/>
              </a:rPr>
              <a:t>plant</a:t>
            </a: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	</a:t>
            </a:r>
            <a:r>
              <a:rPr sz="1800" spc="-262" baseline="-20833" dirty="0">
                <a:solidFill>
                  <a:srgbClr val="151517"/>
                </a:solidFill>
                <a:latin typeface="Arial MT"/>
                <a:cs typeface="Arial MT"/>
              </a:rPr>
              <a:t>D</a:t>
            </a:r>
            <a:r>
              <a:rPr sz="1200" spc="-645" dirty="0">
                <a:solidFill>
                  <a:srgbClr val="151517"/>
                </a:solidFill>
                <a:latin typeface="Arial MT"/>
                <a:cs typeface="Arial MT"/>
              </a:rPr>
              <a:t>D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e</a:t>
            </a:r>
            <a:r>
              <a:rPr sz="1200" spc="-645" dirty="0">
                <a:solidFill>
                  <a:srgbClr val="151517"/>
                </a:solidFill>
                <a:latin typeface="Arial MT"/>
                <a:cs typeface="Arial MT"/>
              </a:rPr>
              <a:t>e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s</a:t>
            </a:r>
            <a:r>
              <a:rPr sz="1800" spc="-869" baseline="-20833" dirty="0">
                <a:solidFill>
                  <a:srgbClr val="151517"/>
                </a:solidFill>
                <a:latin typeface="Arial MT"/>
                <a:cs typeface="Arial MT"/>
              </a:rPr>
              <a:t>a</a:t>
            </a:r>
            <a:r>
              <a:rPr sz="1200" spc="20" dirty="0">
                <a:solidFill>
                  <a:srgbClr val="151517"/>
                </a:solidFill>
                <a:latin typeface="Arial MT"/>
                <a:cs typeface="Arial MT"/>
              </a:rPr>
              <a:t>s</a:t>
            </a:r>
            <a:r>
              <a:rPr sz="1800" spc="-359" baseline="-20833" dirty="0">
                <a:solidFill>
                  <a:srgbClr val="151517"/>
                </a:solidFill>
                <a:latin typeface="Arial MT"/>
                <a:cs typeface="Arial MT"/>
              </a:rPr>
              <a:t>l</a:t>
            </a:r>
            <a:r>
              <a:rPr sz="1200" spc="-380" dirty="0">
                <a:solidFill>
                  <a:srgbClr val="151517"/>
                </a:solidFill>
                <a:latin typeface="Arial MT"/>
                <a:cs typeface="Arial MT"/>
              </a:rPr>
              <a:t>a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i</a:t>
            </a:r>
            <a:r>
              <a:rPr sz="1800" spc="-757" baseline="-20833" dirty="0">
                <a:solidFill>
                  <a:srgbClr val="151517"/>
                </a:solidFill>
                <a:latin typeface="Arial MT"/>
                <a:cs typeface="Arial MT"/>
              </a:rPr>
              <a:t>n</a:t>
            </a:r>
            <a:r>
              <a:rPr sz="1200" spc="20" dirty="0">
                <a:solidFill>
                  <a:srgbClr val="151517"/>
                </a:solidFill>
                <a:latin typeface="Arial MT"/>
                <a:cs typeface="Arial MT"/>
              </a:rPr>
              <a:t>li</a:t>
            </a:r>
            <a:r>
              <a:rPr sz="1200" spc="-640" dirty="0">
                <a:solidFill>
                  <a:srgbClr val="151517"/>
                </a:solidFill>
                <a:latin typeface="Arial MT"/>
                <a:cs typeface="Arial MT"/>
              </a:rPr>
              <a:t>n</a:t>
            </a:r>
            <a:r>
              <a:rPr sz="1800" spc="22" baseline="-20833" dirty="0">
                <a:solidFill>
                  <a:srgbClr val="151517"/>
                </a:solidFill>
                <a:latin typeface="Arial MT"/>
                <a:cs typeface="Arial MT"/>
              </a:rPr>
              <a:t>a</a:t>
            </a:r>
            <a:r>
              <a:rPr sz="1800" spc="-472" baseline="-20833" dirty="0">
                <a:solidFill>
                  <a:srgbClr val="151517"/>
                </a:solidFill>
                <a:latin typeface="Arial MT"/>
                <a:cs typeface="Arial MT"/>
              </a:rPr>
              <a:t>t</a:t>
            </a:r>
            <a:r>
              <a:rPr sz="1200" spc="-320" dirty="0">
                <a:solidFill>
                  <a:srgbClr val="151517"/>
                </a:solidFill>
                <a:latin typeface="Arial MT"/>
                <a:cs typeface="Arial MT"/>
              </a:rPr>
              <a:t>a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i</a:t>
            </a:r>
            <a:r>
              <a:rPr sz="1800" spc="-862" baseline="-20833" dirty="0">
                <a:solidFill>
                  <a:srgbClr val="151517"/>
                </a:solidFill>
                <a:latin typeface="Arial MT"/>
                <a:cs typeface="Arial MT"/>
              </a:rPr>
              <a:t>o</a:t>
            </a:r>
            <a:r>
              <a:rPr sz="1200" spc="15" dirty="0">
                <a:solidFill>
                  <a:srgbClr val="151517"/>
                </a:solidFill>
                <a:latin typeface="Arial MT"/>
                <a:cs typeface="Arial MT"/>
              </a:rPr>
              <a:t>t</a:t>
            </a:r>
            <a:r>
              <a:rPr sz="1200" spc="20" dirty="0">
                <a:solidFill>
                  <a:srgbClr val="151517"/>
                </a:solidFill>
                <a:latin typeface="Arial MT"/>
                <a:cs typeface="Arial MT"/>
              </a:rPr>
              <a:t>i</a:t>
            </a:r>
            <a:r>
              <a:rPr sz="1200" spc="-640" dirty="0">
                <a:solidFill>
                  <a:srgbClr val="151517"/>
                </a:solidFill>
                <a:latin typeface="Arial MT"/>
                <a:cs typeface="Arial MT"/>
              </a:rPr>
              <a:t>o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n</a:t>
            </a:r>
            <a:r>
              <a:rPr sz="1200" spc="-350" dirty="0">
                <a:solidFill>
                  <a:srgbClr val="151517"/>
                </a:solidFill>
                <a:latin typeface="Arial MT"/>
                <a:cs typeface="Arial MT"/>
              </a:rPr>
              <a:t>n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p</a:t>
            </a:r>
            <a:r>
              <a:rPr sz="1800" spc="-359" baseline="-20833" dirty="0">
                <a:solidFill>
                  <a:srgbClr val="151517"/>
                </a:solidFill>
                <a:latin typeface="Arial MT"/>
                <a:cs typeface="Arial MT"/>
              </a:rPr>
              <a:t>l</a:t>
            </a:r>
            <a:r>
              <a:rPr sz="1200" spc="-380" dirty="0">
                <a:solidFill>
                  <a:srgbClr val="151517"/>
                </a:solidFill>
                <a:latin typeface="Arial MT"/>
                <a:cs typeface="Arial MT"/>
              </a:rPr>
              <a:t>p</a:t>
            </a:r>
            <a:r>
              <a:rPr sz="1800" spc="-367" baseline="-20833" dirty="0">
                <a:solidFill>
                  <a:srgbClr val="151517"/>
                </a:solidFill>
                <a:latin typeface="Arial MT"/>
                <a:cs typeface="Arial MT"/>
              </a:rPr>
              <a:t>a</a:t>
            </a:r>
            <a:r>
              <a:rPr sz="1200" spc="20" dirty="0">
                <a:solidFill>
                  <a:srgbClr val="151517"/>
                </a:solidFill>
                <a:latin typeface="Arial MT"/>
                <a:cs typeface="Arial MT"/>
              </a:rPr>
              <a:t>l</a:t>
            </a:r>
            <a:r>
              <a:rPr sz="1200" spc="-645" dirty="0">
                <a:solidFill>
                  <a:srgbClr val="151517"/>
                </a:solidFill>
                <a:latin typeface="Arial MT"/>
                <a:cs typeface="Arial MT"/>
              </a:rPr>
              <a:t>a</a:t>
            </a:r>
            <a:r>
              <a:rPr sz="1800" spc="30" baseline="-20833" dirty="0">
                <a:solidFill>
                  <a:srgbClr val="151517"/>
                </a:solidFill>
                <a:latin typeface="Arial MT"/>
                <a:cs typeface="Arial MT"/>
              </a:rPr>
              <a:t>n</a:t>
            </a:r>
            <a:r>
              <a:rPr sz="1800" spc="-472" baseline="-20833" dirty="0">
                <a:solidFill>
                  <a:srgbClr val="151517"/>
                </a:solidFill>
                <a:latin typeface="Arial MT"/>
                <a:cs typeface="Arial MT"/>
              </a:rPr>
              <a:t>t</a:t>
            </a:r>
            <a:r>
              <a:rPr sz="1200" spc="20" dirty="0">
                <a:solidFill>
                  <a:srgbClr val="151517"/>
                </a:solidFill>
                <a:latin typeface="Arial MT"/>
                <a:cs typeface="Arial MT"/>
              </a:rPr>
              <a:t>n</a:t>
            </a:r>
            <a:r>
              <a:rPr sz="1200" spc="25" dirty="0">
                <a:solidFill>
                  <a:srgbClr val="151517"/>
                </a:solidFill>
                <a:latin typeface="Arial MT"/>
                <a:cs typeface="Arial MT"/>
              </a:rPr>
              <a:t>t</a:t>
            </a:r>
            <a:endParaRPr sz="1200">
              <a:latin typeface="Arial MT"/>
              <a:cs typeface="Arial MT"/>
            </a:endParaRPr>
          </a:p>
          <a:p>
            <a:pPr marL="50800">
              <a:lnSpc>
                <a:spcPts val="1675"/>
              </a:lnSpc>
            </a:pPr>
            <a:r>
              <a:rPr sz="1400" b="1" dirty="0">
                <a:solidFill>
                  <a:srgbClr val="151517"/>
                </a:solidFill>
                <a:latin typeface="Arial"/>
                <a:cs typeface="Arial"/>
              </a:rPr>
              <a:t>Reverse</a:t>
            </a:r>
            <a:r>
              <a:rPr sz="1400" b="1" spc="-50" dirty="0">
                <a:solidFill>
                  <a:srgbClr val="151517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Osm</a:t>
            </a:r>
            <a:r>
              <a:rPr sz="1400" b="1" spc="-850" dirty="0">
                <a:solidFill>
                  <a:srgbClr val="151517"/>
                </a:solidFill>
                <a:latin typeface="Arial"/>
                <a:cs typeface="Arial"/>
              </a:rPr>
              <a:t>o</a:t>
            </a:r>
            <a:r>
              <a:rPr sz="2100" b="1" spc="-525" baseline="-17857" dirty="0">
                <a:solidFill>
                  <a:srgbClr val="151517"/>
                </a:solidFill>
                <a:latin typeface="Arial"/>
                <a:cs typeface="Arial"/>
              </a:rPr>
              <a:t>M</a:t>
            </a:r>
            <a:r>
              <a:rPr sz="1400" b="1" spc="-440" dirty="0">
                <a:solidFill>
                  <a:srgbClr val="151517"/>
                </a:solidFill>
                <a:latin typeface="Arial"/>
                <a:cs typeface="Arial"/>
              </a:rPr>
              <a:t>s</a:t>
            </a:r>
            <a:r>
              <a:rPr sz="2100" b="1" spc="-667" baseline="-17857" dirty="0">
                <a:solidFill>
                  <a:srgbClr val="151517"/>
                </a:solidFill>
                <a:latin typeface="Arial"/>
                <a:cs typeface="Arial"/>
              </a:rPr>
              <a:t>u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i</a:t>
            </a:r>
            <a:r>
              <a:rPr sz="1400" b="1" spc="-760" dirty="0">
                <a:solidFill>
                  <a:srgbClr val="151517"/>
                </a:solidFill>
                <a:latin typeface="Arial"/>
                <a:cs typeface="Arial"/>
              </a:rPr>
              <a:t>s</a:t>
            </a:r>
            <a:r>
              <a:rPr sz="2100" b="1" spc="-15" baseline="-17857" dirty="0">
                <a:solidFill>
                  <a:srgbClr val="151517"/>
                </a:solidFill>
                <a:latin typeface="Arial"/>
                <a:cs typeface="Arial"/>
              </a:rPr>
              <a:t>l</a:t>
            </a:r>
            <a:r>
              <a:rPr sz="2100" b="1" spc="-525" baseline="-17857" dirty="0">
                <a:solidFill>
                  <a:srgbClr val="151517"/>
                </a:solidFill>
                <a:latin typeface="Arial"/>
                <a:cs typeface="Arial"/>
              </a:rPr>
              <a:t>t</a:t>
            </a:r>
            <a:r>
              <a:rPr sz="1400" b="1" spc="-844" dirty="0">
                <a:solidFill>
                  <a:srgbClr val="151517"/>
                </a:solidFill>
                <a:latin typeface="Arial"/>
                <a:cs typeface="Arial"/>
              </a:rPr>
              <a:t>M</a:t>
            </a:r>
            <a:r>
              <a:rPr sz="2100" b="1" spc="-232" baseline="-17857" dirty="0">
                <a:solidFill>
                  <a:srgbClr val="151517"/>
                </a:solidFill>
                <a:latin typeface="Arial"/>
                <a:cs typeface="Arial"/>
              </a:rPr>
              <a:t>i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(</a:t>
            </a:r>
            <a:r>
              <a:rPr sz="1400" b="1" spc="-1005" dirty="0">
                <a:solidFill>
                  <a:srgbClr val="151517"/>
                </a:solidFill>
                <a:latin typeface="Arial"/>
                <a:cs typeface="Arial"/>
              </a:rPr>
              <a:t>R</a:t>
            </a:r>
            <a:r>
              <a:rPr sz="2100" b="1" spc="-1267" baseline="-17857" dirty="0">
                <a:solidFill>
                  <a:srgbClr val="151517"/>
                </a:solidFill>
                <a:latin typeface="Arial"/>
                <a:cs typeface="Arial"/>
              </a:rPr>
              <a:t>E</a:t>
            </a:r>
            <a:r>
              <a:rPr sz="1400" b="1" spc="-20" dirty="0">
                <a:solidFill>
                  <a:srgbClr val="151517"/>
                </a:solidFill>
                <a:latin typeface="Arial"/>
                <a:cs typeface="Arial"/>
              </a:rPr>
              <a:t>u</a:t>
            </a:r>
            <a:r>
              <a:rPr sz="1400" b="1" spc="-434" dirty="0">
                <a:solidFill>
                  <a:srgbClr val="151517"/>
                </a:solidFill>
                <a:latin typeface="Arial"/>
                <a:cs typeface="Arial"/>
              </a:rPr>
              <a:t>l</a:t>
            </a:r>
            <a:r>
              <a:rPr sz="2100" b="1" spc="-644" baseline="-17857" dirty="0">
                <a:solidFill>
                  <a:srgbClr val="151517"/>
                </a:solidFill>
                <a:latin typeface="Arial"/>
                <a:cs typeface="Arial"/>
              </a:rPr>
              <a:t>f</a:t>
            </a:r>
            <a:r>
              <a:rPr sz="1400" b="1" spc="-730" dirty="0">
                <a:solidFill>
                  <a:srgbClr val="151517"/>
                </a:solidFill>
                <a:latin typeface="Arial"/>
                <a:cs typeface="Arial"/>
              </a:rPr>
              <a:t>O</a:t>
            </a:r>
            <a:r>
              <a:rPr sz="1400" b="1" spc="-440" dirty="0">
                <a:solidFill>
                  <a:srgbClr val="151517"/>
                </a:solidFill>
                <a:latin typeface="Arial"/>
                <a:cs typeface="Arial"/>
              </a:rPr>
              <a:t>t</a:t>
            </a:r>
            <a:r>
              <a:rPr sz="2100" b="1" spc="-82" baseline="-17857" dirty="0">
                <a:solidFill>
                  <a:srgbClr val="151517"/>
                </a:solidFill>
                <a:latin typeface="Arial"/>
                <a:cs typeface="Arial"/>
              </a:rPr>
              <a:t>f</a:t>
            </a:r>
            <a:r>
              <a:rPr sz="1400" b="1" spc="-360" dirty="0">
                <a:solidFill>
                  <a:srgbClr val="151517"/>
                </a:solidFill>
                <a:latin typeface="Arial"/>
                <a:cs typeface="Arial"/>
              </a:rPr>
              <a:t>i</a:t>
            </a:r>
            <a:r>
              <a:rPr sz="2100" b="1" spc="-877" baseline="-17857" dirty="0">
                <a:solidFill>
                  <a:srgbClr val="151517"/>
                </a:solidFill>
                <a:latin typeface="Arial"/>
                <a:cs typeface="Arial"/>
              </a:rPr>
              <a:t>e</a:t>
            </a:r>
            <a:r>
              <a:rPr sz="1400" b="1" dirty="0">
                <a:solidFill>
                  <a:srgbClr val="151517"/>
                </a:solidFill>
                <a:latin typeface="Arial"/>
                <a:cs typeface="Arial"/>
              </a:rPr>
              <a:t>)</a:t>
            </a:r>
            <a:r>
              <a:rPr sz="1400" b="1" spc="-869" dirty="0">
                <a:solidFill>
                  <a:srgbClr val="151517"/>
                </a:solidFill>
                <a:latin typeface="Arial"/>
                <a:cs typeface="Arial"/>
              </a:rPr>
              <a:t>S</a:t>
            </a:r>
            <a:r>
              <a:rPr sz="2100" b="1" spc="82" baseline="-17857" dirty="0">
                <a:solidFill>
                  <a:srgbClr val="151517"/>
                </a:solidFill>
                <a:latin typeface="Arial"/>
                <a:cs typeface="Arial"/>
              </a:rPr>
              <a:t>c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t</a:t>
            </a:r>
            <a:r>
              <a:rPr sz="1400" b="1" spc="-490" dirty="0">
                <a:solidFill>
                  <a:srgbClr val="151517"/>
                </a:solidFill>
                <a:latin typeface="Arial"/>
                <a:cs typeface="Arial"/>
              </a:rPr>
              <a:t>a</a:t>
            </a:r>
            <a:r>
              <a:rPr sz="2100" b="1" spc="-825" baseline="-17857" dirty="0">
                <a:solidFill>
                  <a:srgbClr val="151517"/>
                </a:solidFill>
                <a:latin typeface="Arial"/>
                <a:cs typeface="Arial"/>
              </a:rPr>
              <a:t>D</a:t>
            </a:r>
            <a:r>
              <a:rPr sz="1400" b="1" spc="-340" dirty="0">
                <a:solidFill>
                  <a:srgbClr val="151517"/>
                </a:solidFill>
                <a:latin typeface="Arial"/>
                <a:cs typeface="Arial"/>
              </a:rPr>
              <a:t>g</a:t>
            </a:r>
            <a:r>
              <a:rPr sz="2100" b="1" spc="-127" baseline="-17857" dirty="0">
                <a:solidFill>
                  <a:srgbClr val="151517"/>
                </a:solidFill>
                <a:latin typeface="Arial"/>
                <a:cs typeface="Arial"/>
              </a:rPr>
              <a:t>i</a:t>
            </a:r>
            <a:r>
              <a:rPr sz="1400" b="1" spc="-715" dirty="0">
                <a:solidFill>
                  <a:srgbClr val="151517"/>
                </a:solidFill>
                <a:latin typeface="Arial"/>
                <a:cs typeface="Arial"/>
              </a:rPr>
              <a:t>e</a:t>
            </a:r>
            <a:r>
              <a:rPr sz="2100" b="1" spc="-15" baseline="-17857" dirty="0">
                <a:solidFill>
                  <a:srgbClr val="151517"/>
                </a:solidFill>
                <a:latin typeface="Arial"/>
                <a:cs typeface="Arial"/>
              </a:rPr>
              <a:t>s</a:t>
            </a:r>
            <a:r>
              <a:rPr sz="2100" b="1" spc="-277" baseline="-17857" dirty="0">
                <a:solidFill>
                  <a:srgbClr val="151517"/>
                </a:solidFill>
                <a:latin typeface="Arial"/>
                <a:cs typeface="Arial"/>
              </a:rPr>
              <a:t>t</a:t>
            </a:r>
            <a:r>
              <a:rPr sz="1400" b="1" spc="-700" dirty="0">
                <a:solidFill>
                  <a:srgbClr val="151517"/>
                </a:solidFill>
                <a:latin typeface="Arial"/>
                <a:cs typeface="Arial"/>
              </a:rPr>
              <a:t>F</a:t>
            </a:r>
            <a:r>
              <a:rPr sz="2100" b="1" spc="-15" baseline="-17857" dirty="0">
                <a:solidFill>
                  <a:srgbClr val="151517"/>
                </a:solidFill>
                <a:latin typeface="Arial"/>
                <a:cs typeface="Arial"/>
              </a:rPr>
              <a:t>i</a:t>
            </a:r>
            <a:r>
              <a:rPr sz="2100" b="1" spc="-172" baseline="-17857" dirty="0">
                <a:solidFill>
                  <a:srgbClr val="151517"/>
                </a:solidFill>
                <a:latin typeface="Arial"/>
                <a:cs typeface="Arial"/>
              </a:rPr>
              <a:t>l</a:t>
            </a:r>
            <a:r>
              <a:rPr sz="1400" b="1" spc="-295" dirty="0">
                <a:solidFill>
                  <a:srgbClr val="151517"/>
                </a:solidFill>
                <a:latin typeface="Arial"/>
                <a:cs typeface="Arial"/>
              </a:rPr>
              <a:t>l</a:t>
            </a:r>
            <a:r>
              <a:rPr sz="2100" b="1" spc="-172" baseline="-17857" dirty="0">
                <a:solidFill>
                  <a:srgbClr val="151517"/>
                </a:solidFill>
                <a:latin typeface="Arial"/>
                <a:cs typeface="Arial"/>
              </a:rPr>
              <a:t>l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a</a:t>
            </a:r>
            <a:r>
              <a:rPr sz="1400" b="1" spc="-695" dirty="0">
                <a:solidFill>
                  <a:srgbClr val="151517"/>
                </a:solidFill>
                <a:latin typeface="Arial"/>
                <a:cs typeface="Arial"/>
              </a:rPr>
              <a:t>s</a:t>
            </a:r>
            <a:r>
              <a:rPr sz="2100" b="1" spc="-37" baseline="-17857" dirty="0">
                <a:solidFill>
                  <a:srgbClr val="151517"/>
                </a:solidFill>
                <a:latin typeface="Arial"/>
                <a:cs typeface="Arial"/>
              </a:rPr>
              <a:t>t</a:t>
            </a:r>
            <a:r>
              <a:rPr sz="2100" b="1" spc="-262" baseline="-17857" dirty="0">
                <a:solidFill>
                  <a:srgbClr val="151517"/>
                </a:solidFill>
                <a:latin typeface="Arial"/>
                <a:cs typeface="Arial"/>
              </a:rPr>
              <a:t>i</a:t>
            </a:r>
            <a:r>
              <a:rPr sz="1400" b="1" spc="-705" dirty="0">
                <a:solidFill>
                  <a:srgbClr val="151517"/>
                </a:solidFill>
                <a:latin typeface="Arial"/>
                <a:cs typeface="Arial"/>
              </a:rPr>
              <a:t>h</a:t>
            </a:r>
            <a:r>
              <a:rPr sz="2100" b="1" spc="-30" baseline="-17857" dirty="0">
                <a:solidFill>
                  <a:srgbClr val="151517"/>
                </a:solidFill>
                <a:latin typeface="Arial"/>
                <a:cs typeface="Arial"/>
              </a:rPr>
              <a:t>o</a:t>
            </a:r>
            <a:r>
              <a:rPr sz="2100" b="1" spc="-997" baseline="-17857" dirty="0">
                <a:solidFill>
                  <a:srgbClr val="151517"/>
                </a:solidFill>
                <a:latin typeface="Arial"/>
                <a:cs typeface="Arial"/>
              </a:rPr>
              <a:t>n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(</a:t>
            </a:r>
            <a:r>
              <a:rPr sz="1400" b="1" spc="-655" dirty="0">
                <a:solidFill>
                  <a:srgbClr val="151517"/>
                </a:solidFill>
                <a:latin typeface="Arial"/>
                <a:cs typeface="Arial"/>
              </a:rPr>
              <a:t>M</a:t>
            </a:r>
            <a:r>
              <a:rPr sz="2100" b="1" spc="-15" baseline="-17857" dirty="0">
                <a:solidFill>
                  <a:srgbClr val="151517"/>
                </a:solidFill>
                <a:latin typeface="Arial"/>
                <a:cs typeface="Arial"/>
              </a:rPr>
              <a:t>(</a:t>
            </a:r>
            <a:r>
              <a:rPr sz="2100" b="1" spc="-1485" baseline="-17857" dirty="0">
                <a:solidFill>
                  <a:srgbClr val="151517"/>
                </a:solidFill>
                <a:latin typeface="Arial"/>
                <a:cs typeface="Arial"/>
              </a:rPr>
              <a:t>M</a:t>
            </a:r>
            <a:r>
              <a:rPr sz="1400" b="1" spc="-10" dirty="0">
                <a:solidFill>
                  <a:srgbClr val="151517"/>
                </a:solidFill>
                <a:latin typeface="Arial"/>
                <a:cs typeface="Arial"/>
              </a:rPr>
              <a:t>S</a:t>
            </a:r>
            <a:r>
              <a:rPr sz="1400" b="1" spc="-810" dirty="0">
                <a:solidFill>
                  <a:srgbClr val="151517"/>
                </a:solidFill>
                <a:latin typeface="Arial"/>
                <a:cs typeface="Arial"/>
              </a:rPr>
              <a:t>F</a:t>
            </a:r>
            <a:r>
              <a:rPr sz="2100" b="1" spc="-232" baseline="-17857" dirty="0">
                <a:solidFill>
                  <a:srgbClr val="151517"/>
                </a:solidFill>
                <a:latin typeface="Arial"/>
                <a:cs typeface="Arial"/>
              </a:rPr>
              <a:t>E</a:t>
            </a:r>
            <a:r>
              <a:rPr sz="1200" spc="-280" dirty="0">
                <a:solidFill>
                  <a:srgbClr val="151517"/>
                </a:solidFill>
                <a:latin typeface="Arial MT"/>
                <a:cs typeface="Arial MT"/>
              </a:rPr>
              <a:t>)</a:t>
            </a:r>
            <a:r>
              <a:rPr sz="2100" b="1" spc="-30" baseline="-17857" dirty="0">
                <a:solidFill>
                  <a:srgbClr val="151517"/>
                </a:solidFill>
                <a:latin typeface="Arial"/>
                <a:cs typeface="Arial"/>
              </a:rPr>
              <a:t>D</a:t>
            </a:r>
            <a:r>
              <a:rPr sz="2100" b="1" spc="-15" baseline="-17857" dirty="0">
                <a:solidFill>
                  <a:srgbClr val="151517"/>
                </a:solidFill>
                <a:latin typeface="Arial"/>
                <a:cs typeface="Arial"/>
              </a:rPr>
              <a:t>)</a:t>
            </a:r>
            <a:endParaRPr sz="2100" baseline="-17857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96240" y="2215895"/>
            <a:ext cx="8353425" cy="2450465"/>
            <a:chOff x="396240" y="2215895"/>
            <a:chExt cx="8353425" cy="2450465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6240" y="2215895"/>
              <a:ext cx="2520696" cy="168249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28587" y="2215895"/>
              <a:ext cx="2520695" cy="168249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959116" y="3886834"/>
              <a:ext cx="5499100" cy="779780"/>
            </a:xfrm>
            <a:custGeom>
              <a:avLst/>
              <a:gdLst/>
              <a:ahLst/>
              <a:cxnLst/>
              <a:rect l="l" t="t" r="r" b="b"/>
              <a:pathLst>
                <a:path w="5499100" h="779779">
                  <a:moveTo>
                    <a:pt x="171157" y="161886"/>
                  </a:moveTo>
                  <a:lnTo>
                    <a:pt x="168719" y="154686"/>
                  </a:lnTo>
                  <a:lnTo>
                    <a:pt x="107657" y="50038"/>
                  </a:lnTo>
                  <a:lnTo>
                    <a:pt x="85585" y="12192"/>
                  </a:lnTo>
                  <a:lnTo>
                    <a:pt x="2451" y="154686"/>
                  </a:lnTo>
                  <a:lnTo>
                    <a:pt x="0" y="161886"/>
                  </a:lnTo>
                  <a:lnTo>
                    <a:pt x="482" y="169202"/>
                  </a:lnTo>
                  <a:lnTo>
                    <a:pt x="3657" y="175806"/>
                  </a:lnTo>
                  <a:lnTo>
                    <a:pt x="9309" y="180848"/>
                  </a:lnTo>
                  <a:lnTo>
                    <a:pt x="16459" y="183248"/>
                  </a:lnTo>
                  <a:lnTo>
                    <a:pt x="23749" y="182753"/>
                  </a:lnTo>
                  <a:lnTo>
                    <a:pt x="30327" y="179603"/>
                  </a:lnTo>
                  <a:lnTo>
                    <a:pt x="35369" y="173990"/>
                  </a:lnTo>
                  <a:lnTo>
                    <a:pt x="66522" y="120573"/>
                  </a:lnTo>
                  <a:lnTo>
                    <a:pt x="66535" y="50038"/>
                  </a:lnTo>
                  <a:lnTo>
                    <a:pt x="66535" y="120573"/>
                  </a:lnTo>
                  <a:lnTo>
                    <a:pt x="66535" y="779399"/>
                  </a:lnTo>
                  <a:lnTo>
                    <a:pt x="104635" y="779399"/>
                  </a:lnTo>
                  <a:lnTo>
                    <a:pt x="104635" y="120573"/>
                  </a:lnTo>
                  <a:lnTo>
                    <a:pt x="135801" y="173990"/>
                  </a:lnTo>
                  <a:lnTo>
                    <a:pt x="140830" y="179603"/>
                  </a:lnTo>
                  <a:lnTo>
                    <a:pt x="147408" y="182753"/>
                  </a:lnTo>
                  <a:lnTo>
                    <a:pt x="154698" y="183248"/>
                  </a:lnTo>
                  <a:lnTo>
                    <a:pt x="161861" y="180848"/>
                  </a:lnTo>
                  <a:lnTo>
                    <a:pt x="167500" y="175806"/>
                  </a:lnTo>
                  <a:lnTo>
                    <a:pt x="170675" y="169202"/>
                  </a:lnTo>
                  <a:lnTo>
                    <a:pt x="171157" y="161886"/>
                  </a:lnTo>
                  <a:close/>
                </a:path>
                <a:path w="5499100" h="779779">
                  <a:moveTo>
                    <a:pt x="5499062" y="149694"/>
                  </a:moveTo>
                  <a:lnTo>
                    <a:pt x="5496674" y="142494"/>
                  </a:lnTo>
                  <a:lnTo>
                    <a:pt x="5435574" y="37846"/>
                  </a:lnTo>
                  <a:lnTo>
                    <a:pt x="5413489" y="0"/>
                  </a:lnTo>
                  <a:lnTo>
                    <a:pt x="5330304" y="142494"/>
                  </a:lnTo>
                  <a:lnTo>
                    <a:pt x="5327904" y="149694"/>
                  </a:lnTo>
                  <a:lnTo>
                    <a:pt x="5328399" y="157010"/>
                  </a:lnTo>
                  <a:lnTo>
                    <a:pt x="5331549" y="163614"/>
                  </a:lnTo>
                  <a:lnTo>
                    <a:pt x="5337162" y="168656"/>
                  </a:lnTo>
                  <a:lnTo>
                    <a:pt x="5344350" y="171056"/>
                  </a:lnTo>
                  <a:lnTo>
                    <a:pt x="5351665" y="170561"/>
                  </a:lnTo>
                  <a:lnTo>
                    <a:pt x="5358269" y="167411"/>
                  </a:lnTo>
                  <a:lnTo>
                    <a:pt x="5363324" y="161798"/>
                  </a:lnTo>
                  <a:lnTo>
                    <a:pt x="5394439" y="108458"/>
                  </a:lnTo>
                  <a:lnTo>
                    <a:pt x="5394439" y="767207"/>
                  </a:lnTo>
                  <a:lnTo>
                    <a:pt x="5432539" y="767207"/>
                  </a:lnTo>
                  <a:lnTo>
                    <a:pt x="5432539" y="108458"/>
                  </a:lnTo>
                  <a:lnTo>
                    <a:pt x="5463654" y="161798"/>
                  </a:lnTo>
                  <a:lnTo>
                    <a:pt x="5468696" y="167411"/>
                  </a:lnTo>
                  <a:lnTo>
                    <a:pt x="5475300" y="170561"/>
                  </a:lnTo>
                  <a:lnTo>
                    <a:pt x="5482615" y="171056"/>
                  </a:lnTo>
                  <a:lnTo>
                    <a:pt x="5489816" y="168656"/>
                  </a:lnTo>
                  <a:lnTo>
                    <a:pt x="5495417" y="163614"/>
                  </a:lnTo>
                  <a:lnTo>
                    <a:pt x="5498579" y="157010"/>
                  </a:lnTo>
                  <a:lnTo>
                    <a:pt x="5499062" y="149694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181811" y="4047235"/>
            <a:ext cx="551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Primary Energy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97311" y="2999698"/>
            <a:ext cx="1484630" cy="149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">
              <a:lnSpc>
                <a:spcPts val="1325"/>
              </a:lnSpc>
            </a:pPr>
            <a:r>
              <a:rPr sz="1200" spc="-20" dirty="0">
                <a:solidFill>
                  <a:srgbClr val="151517"/>
                </a:solidFill>
                <a:latin typeface="Arial MT"/>
                <a:cs typeface="Arial MT"/>
              </a:rPr>
              <a:t>tion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r>
              <a:rPr sz="1200" spc="-50" dirty="0">
                <a:solidFill>
                  <a:srgbClr val="151517"/>
                </a:solidFill>
                <a:latin typeface="Arial MT"/>
                <a:cs typeface="Arial MT"/>
              </a:rPr>
              <a:t>l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200">
              <a:latin typeface="Arial MT"/>
              <a:cs typeface="Arial MT"/>
            </a:endParaRPr>
          </a:p>
          <a:p>
            <a:pPr marL="1001394" indent="-43180" algn="r">
              <a:lnSpc>
                <a:spcPct val="100000"/>
              </a:lnSpc>
            </a:pP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Primary Energy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28491" y="4387088"/>
            <a:ext cx="1026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51517"/>
                </a:solidFill>
                <a:latin typeface="Arial MT"/>
                <a:cs typeface="Arial MT"/>
              </a:rPr>
              <a:t>Electric</a:t>
            </a:r>
            <a:r>
              <a:rPr sz="1200" spc="-25" dirty="0">
                <a:solidFill>
                  <a:srgbClr val="151517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51517"/>
                </a:solidFill>
                <a:latin typeface="Arial MT"/>
                <a:cs typeface="Arial MT"/>
              </a:rPr>
              <a:t>Output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02123" y="2185416"/>
            <a:ext cx="3941445" cy="2418715"/>
            <a:chOff x="4802123" y="2185416"/>
            <a:chExt cx="3941445" cy="2418715"/>
          </a:xfrm>
        </p:grpSpPr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28587" y="2205228"/>
              <a:ext cx="2514600" cy="165354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02123" y="2185416"/>
              <a:ext cx="3227831" cy="24185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6303" y="457580"/>
            <a:ext cx="73787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Main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Parameters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Desalination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Processes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04" y="1022705"/>
            <a:ext cx="8736330" cy="544449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18465" algn="l"/>
              </a:tabLst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Capacity</a:t>
            </a:r>
            <a:r>
              <a:rPr sz="2000" b="1" spc="3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000" spc="-9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Production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(usually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m</a:t>
            </a:r>
            <a:r>
              <a:rPr sz="1950" spc="-15" baseline="25641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/d)</a:t>
            </a:r>
            <a:endParaRPr sz="2000">
              <a:latin typeface="Calibri"/>
              <a:cs typeface="Calibri"/>
            </a:endParaRPr>
          </a:p>
          <a:p>
            <a:pPr marL="4184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18465" algn="l"/>
              </a:tabLst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Quality</a:t>
            </a:r>
            <a:r>
              <a:rPr sz="20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000" spc="-9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quality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expressed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amount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total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dissolved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solids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(TDS)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419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product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(in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ppm)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Specific</a:t>
            </a:r>
            <a:r>
              <a:rPr sz="2000" b="1" u="sng" spc="-7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for</a:t>
            </a:r>
            <a:r>
              <a:rPr sz="2000" b="1" u="sng" spc="-7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thermal</a:t>
            </a:r>
            <a:endParaRPr sz="2000">
              <a:latin typeface="Calibri"/>
              <a:cs typeface="Calibri"/>
            </a:endParaRPr>
          </a:p>
          <a:p>
            <a:pPr marL="419100" marR="279400" indent="-34290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419100" algn="l"/>
              </a:tabLst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Gain</a:t>
            </a:r>
            <a:r>
              <a:rPr sz="20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r>
              <a:rPr sz="20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Ratio</a:t>
            </a:r>
            <a:r>
              <a:rPr sz="20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GOR</a:t>
            </a:r>
            <a:r>
              <a:rPr sz="20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000" spc="-8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ratio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mass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product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per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mass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 of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steam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needed.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It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used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measure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efficiency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(the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bigger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better)</a:t>
            </a:r>
            <a:endParaRPr sz="2000">
              <a:latin typeface="Calibri"/>
              <a:cs typeface="Calibri"/>
            </a:endParaRPr>
          </a:p>
          <a:p>
            <a:pPr marL="419100" marR="266065" indent="-342900">
              <a:lnSpc>
                <a:spcPts val="3600"/>
              </a:lnSpc>
              <a:buFont typeface="Arial MT"/>
              <a:buChar char="•"/>
              <a:tabLst>
                <a:tab pos="419100" algn="l"/>
              </a:tabLst>
            </a:pPr>
            <a:r>
              <a:rPr sz="2000" b="1" spc="-40" dirty="0">
                <a:solidFill>
                  <a:srgbClr val="C00000"/>
                </a:solidFill>
                <a:latin typeface="Calibri"/>
                <a:cs typeface="Calibri"/>
              </a:rPr>
              <a:t>Top</a:t>
            </a:r>
            <a:r>
              <a:rPr sz="2000" b="1" spc="-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Brine</a:t>
            </a:r>
            <a:r>
              <a:rPr sz="2000" b="1" spc="-5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Temperature</a:t>
            </a:r>
            <a:r>
              <a:rPr sz="2000" b="1" spc="36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000" spc="-1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maximum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temperature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brine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first 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stage/effect.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Defines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quality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heat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needed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affects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GOR.</a:t>
            </a:r>
            <a:endParaRPr sz="2000">
              <a:latin typeface="Calibri"/>
              <a:cs typeface="Calibri"/>
            </a:endParaRPr>
          </a:p>
          <a:p>
            <a:pPr marL="76200">
              <a:lnSpc>
                <a:spcPct val="100000"/>
              </a:lnSpc>
              <a:spcBef>
                <a:spcPts val="2145"/>
              </a:spcBef>
            </a:pP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Specific</a:t>
            </a:r>
            <a:r>
              <a:rPr sz="2000" b="1" u="sng" spc="-7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for</a:t>
            </a:r>
            <a:r>
              <a:rPr sz="2000" b="1" u="sng" spc="-7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membrane</a:t>
            </a:r>
            <a:endParaRPr sz="2000">
              <a:latin typeface="Calibri"/>
              <a:cs typeface="Calibri"/>
            </a:endParaRPr>
          </a:p>
          <a:p>
            <a:pPr marL="419100" marR="17780" indent="-342900">
              <a:lnSpc>
                <a:spcPct val="150000"/>
              </a:lnSpc>
              <a:buFont typeface="Arial MT"/>
              <a:buChar char="•"/>
              <a:tabLst>
                <a:tab pos="419100" algn="l"/>
              </a:tabLst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Pressure</a:t>
            </a:r>
            <a:r>
              <a:rPr sz="20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000" spc="-1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feedwater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pressure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used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pump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feedwater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through</a:t>
            </a:r>
            <a:r>
              <a:rPr sz="20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membrane.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Usually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related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with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membrane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type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mechanical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properties.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7779" y="4820439"/>
            <a:ext cx="3881481" cy="17769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32359" y="4871084"/>
            <a:ext cx="482536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1800" spc="484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4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MED</a:t>
            </a:r>
            <a:r>
              <a:rPr sz="1800" spc="4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process,  vapor  produced</a:t>
            </a:r>
            <a:r>
              <a:rPr sz="1800" spc="4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by  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an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external</a:t>
            </a:r>
            <a:r>
              <a:rPr sz="1800" spc="19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heating</a:t>
            </a:r>
            <a:r>
              <a:rPr sz="1800" spc="20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steam</a:t>
            </a:r>
            <a:r>
              <a:rPr sz="1800" spc="20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source</a:t>
            </a:r>
            <a:r>
              <a:rPr sz="1800" spc="1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1800" spc="20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multiplied</a:t>
            </a:r>
            <a:r>
              <a:rPr sz="1800" spc="20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by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placing</a:t>
            </a:r>
            <a:r>
              <a:rPr sz="1800" spc="2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several</a:t>
            </a:r>
            <a:r>
              <a:rPr sz="1800" spc="2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evaporators</a:t>
            </a:r>
            <a:r>
              <a:rPr sz="1800" spc="2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(effects)</a:t>
            </a:r>
            <a:r>
              <a:rPr sz="1800" spc="29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1800" spc="2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series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under</a:t>
            </a:r>
            <a:r>
              <a:rPr sz="1800" spc="8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successively</a:t>
            </a:r>
            <a:r>
              <a:rPr sz="1800" spc="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lower</a:t>
            </a:r>
            <a:r>
              <a:rPr sz="1800" spc="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pressures,</a:t>
            </a:r>
            <a:r>
              <a:rPr sz="1800" spc="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1800" spc="8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using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3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vapor</a:t>
            </a:r>
            <a:r>
              <a:rPr sz="1800" spc="3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produced</a:t>
            </a:r>
            <a:r>
              <a:rPr sz="1800" spc="37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1800" spc="3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each</a:t>
            </a:r>
            <a:r>
              <a:rPr sz="1800" spc="38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effect</a:t>
            </a:r>
            <a:r>
              <a:rPr sz="1800" spc="38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as</a:t>
            </a:r>
            <a:r>
              <a:rPr sz="1800" spc="3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</a:t>
            </a:r>
            <a:r>
              <a:rPr sz="1800" spc="3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heat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source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next 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one.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26008" y="2101595"/>
            <a:ext cx="5835650" cy="2362200"/>
            <a:chOff x="826008" y="2101595"/>
            <a:chExt cx="5835650" cy="2362200"/>
          </a:xfrm>
        </p:grpSpPr>
        <p:sp>
          <p:nvSpPr>
            <p:cNvPr id="8" name="object 8"/>
            <p:cNvSpPr/>
            <p:nvPr/>
          </p:nvSpPr>
          <p:spPr>
            <a:xfrm>
              <a:off x="6129528" y="2340863"/>
              <a:ext cx="13970" cy="218440"/>
            </a:xfrm>
            <a:custGeom>
              <a:avLst/>
              <a:gdLst/>
              <a:ahLst/>
              <a:cxnLst/>
              <a:rect l="l" t="t" r="r" b="b"/>
              <a:pathLst>
                <a:path w="13970" h="218439">
                  <a:moveTo>
                    <a:pt x="13716" y="217932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97829" y="2489453"/>
              <a:ext cx="0" cy="382905"/>
            </a:xfrm>
            <a:custGeom>
              <a:avLst/>
              <a:gdLst/>
              <a:ahLst/>
              <a:cxnLst/>
              <a:rect l="l" t="t" r="r" b="b"/>
              <a:pathLst>
                <a:path h="382905">
                  <a:moveTo>
                    <a:pt x="0" y="120396"/>
                  </a:moveTo>
                  <a:lnTo>
                    <a:pt x="0" y="0"/>
                  </a:lnTo>
                </a:path>
                <a:path h="382905">
                  <a:moveTo>
                    <a:pt x="0" y="382524"/>
                  </a:moveTo>
                  <a:lnTo>
                    <a:pt x="0" y="275844"/>
                  </a:lnTo>
                </a:path>
              </a:pathLst>
            </a:custGeom>
            <a:ln w="38100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056631" y="3395471"/>
              <a:ext cx="861060" cy="483234"/>
            </a:xfrm>
            <a:custGeom>
              <a:avLst/>
              <a:gdLst/>
              <a:ahLst/>
              <a:cxnLst/>
              <a:rect l="l" t="t" r="r" b="b"/>
              <a:pathLst>
                <a:path w="861060" h="483235">
                  <a:moveTo>
                    <a:pt x="861060" y="0"/>
                  </a:moveTo>
                  <a:lnTo>
                    <a:pt x="0" y="0"/>
                  </a:lnTo>
                  <a:lnTo>
                    <a:pt x="0" y="483107"/>
                  </a:lnTo>
                  <a:lnTo>
                    <a:pt x="861060" y="483107"/>
                  </a:lnTo>
                  <a:lnTo>
                    <a:pt x="861060" y="0"/>
                  </a:lnTo>
                  <a:close/>
                </a:path>
              </a:pathLst>
            </a:custGeom>
            <a:solidFill>
              <a:srgbClr val="858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56631" y="2488691"/>
              <a:ext cx="861060" cy="1390015"/>
            </a:xfrm>
            <a:custGeom>
              <a:avLst/>
              <a:gdLst/>
              <a:ahLst/>
              <a:cxnLst/>
              <a:rect l="l" t="t" r="r" b="b"/>
              <a:pathLst>
                <a:path w="861060" h="1390014">
                  <a:moveTo>
                    <a:pt x="0" y="1389887"/>
                  </a:moveTo>
                  <a:lnTo>
                    <a:pt x="861060" y="1389887"/>
                  </a:lnTo>
                  <a:lnTo>
                    <a:pt x="861060" y="906779"/>
                  </a:lnTo>
                  <a:lnTo>
                    <a:pt x="0" y="906779"/>
                  </a:lnTo>
                  <a:lnTo>
                    <a:pt x="0" y="1389887"/>
                  </a:lnTo>
                  <a:close/>
                </a:path>
                <a:path w="861060" h="1390014">
                  <a:moveTo>
                    <a:pt x="0" y="906779"/>
                  </a:moveTo>
                  <a:lnTo>
                    <a:pt x="861060" y="906779"/>
                  </a:lnTo>
                  <a:lnTo>
                    <a:pt x="861060" y="0"/>
                  </a:lnTo>
                  <a:lnTo>
                    <a:pt x="0" y="0"/>
                  </a:lnTo>
                  <a:lnTo>
                    <a:pt x="0" y="906779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82996" y="2101595"/>
              <a:ext cx="796290" cy="387985"/>
            </a:xfrm>
            <a:custGeom>
              <a:avLst/>
              <a:gdLst/>
              <a:ahLst/>
              <a:cxnLst/>
              <a:rect l="l" t="t" r="r" b="b"/>
              <a:pathLst>
                <a:path w="796289" h="387985">
                  <a:moveTo>
                    <a:pt x="16764" y="281940"/>
                  </a:moveTo>
                  <a:lnTo>
                    <a:pt x="0" y="281940"/>
                  </a:lnTo>
                  <a:lnTo>
                    <a:pt x="0" y="387858"/>
                  </a:lnTo>
                  <a:lnTo>
                    <a:pt x="16764" y="387858"/>
                  </a:lnTo>
                  <a:lnTo>
                    <a:pt x="16764" y="281940"/>
                  </a:lnTo>
                  <a:close/>
                </a:path>
                <a:path w="796289" h="387985">
                  <a:moveTo>
                    <a:pt x="16764" y="67818"/>
                  </a:moveTo>
                  <a:lnTo>
                    <a:pt x="0" y="67818"/>
                  </a:lnTo>
                  <a:lnTo>
                    <a:pt x="0" y="213372"/>
                  </a:lnTo>
                  <a:lnTo>
                    <a:pt x="16764" y="213372"/>
                  </a:lnTo>
                  <a:lnTo>
                    <a:pt x="16764" y="67818"/>
                  </a:lnTo>
                  <a:close/>
                </a:path>
                <a:path w="796289" h="387985">
                  <a:moveTo>
                    <a:pt x="50292" y="281940"/>
                  </a:moveTo>
                  <a:lnTo>
                    <a:pt x="33528" y="281940"/>
                  </a:lnTo>
                  <a:lnTo>
                    <a:pt x="33528" y="387858"/>
                  </a:lnTo>
                  <a:lnTo>
                    <a:pt x="50292" y="387858"/>
                  </a:lnTo>
                  <a:lnTo>
                    <a:pt x="50292" y="281940"/>
                  </a:lnTo>
                  <a:close/>
                </a:path>
                <a:path w="796289" h="387985">
                  <a:moveTo>
                    <a:pt x="796290" y="75438"/>
                  </a:moveTo>
                  <a:lnTo>
                    <a:pt x="779513" y="67056"/>
                  </a:lnTo>
                  <a:lnTo>
                    <a:pt x="745985" y="50292"/>
                  </a:lnTo>
                  <a:lnTo>
                    <a:pt x="645414" y="0"/>
                  </a:lnTo>
                  <a:lnTo>
                    <a:pt x="645414" y="50292"/>
                  </a:lnTo>
                  <a:lnTo>
                    <a:pt x="25146" y="50292"/>
                  </a:lnTo>
                  <a:lnTo>
                    <a:pt x="25146" y="67056"/>
                  </a:lnTo>
                  <a:lnTo>
                    <a:pt x="645414" y="67056"/>
                  </a:lnTo>
                  <a:lnTo>
                    <a:pt x="645414" y="83820"/>
                  </a:lnTo>
                  <a:lnTo>
                    <a:pt x="50292" y="83820"/>
                  </a:lnTo>
                  <a:lnTo>
                    <a:pt x="50292" y="67818"/>
                  </a:lnTo>
                  <a:lnTo>
                    <a:pt x="33528" y="67818"/>
                  </a:lnTo>
                  <a:lnTo>
                    <a:pt x="33528" y="83820"/>
                  </a:lnTo>
                  <a:lnTo>
                    <a:pt x="25146" y="83820"/>
                  </a:lnTo>
                  <a:lnTo>
                    <a:pt x="25146" y="100584"/>
                  </a:lnTo>
                  <a:lnTo>
                    <a:pt x="33528" y="100584"/>
                  </a:lnTo>
                  <a:lnTo>
                    <a:pt x="33528" y="213372"/>
                  </a:lnTo>
                  <a:lnTo>
                    <a:pt x="50292" y="213372"/>
                  </a:lnTo>
                  <a:lnTo>
                    <a:pt x="50292" y="100584"/>
                  </a:lnTo>
                  <a:lnTo>
                    <a:pt x="645414" y="100584"/>
                  </a:lnTo>
                  <a:lnTo>
                    <a:pt x="645414" y="150876"/>
                  </a:lnTo>
                  <a:lnTo>
                    <a:pt x="745998" y="100584"/>
                  </a:lnTo>
                  <a:lnTo>
                    <a:pt x="779526" y="83820"/>
                  </a:lnTo>
                  <a:lnTo>
                    <a:pt x="796290" y="75438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16055" y="2703448"/>
              <a:ext cx="345440" cy="543560"/>
            </a:xfrm>
            <a:custGeom>
              <a:avLst/>
              <a:gdLst/>
              <a:ahLst/>
              <a:cxnLst/>
              <a:rect l="l" t="t" r="r" b="b"/>
              <a:pathLst>
                <a:path w="345439" h="543560">
                  <a:moveTo>
                    <a:pt x="301002" y="139827"/>
                  </a:moveTo>
                  <a:lnTo>
                    <a:pt x="298805" y="128930"/>
                  </a:lnTo>
                  <a:lnTo>
                    <a:pt x="292836" y="120053"/>
                  </a:lnTo>
                  <a:lnTo>
                    <a:pt x="283959" y="114084"/>
                  </a:lnTo>
                  <a:lnTo>
                    <a:pt x="273062" y="111887"/>
                  </a:lnTo>
                  <a:lnTo>
                    <a:pt x="262204" y="114084"/>
                  </a:lnTo>
                  <a:lnTo>
                    <a:pt x="253326" y="120053"/>
                  </a:lnTo>
                  <a:lnTo>
                    <a:pt x="247319" y="128930"/>
                  </a:lnTo>
                  <a:lnTo>
                    <a:pt x="245122" y="139827"/>
                  </a:lnTo>
                  <a:lnTo>
                    <a:pt x="247319" y="150736"/>
                  </a:lnTo>
                  <a:lnTo>
                    <a:pt x="253326" y="159613"/>
                  </a:lnTo>
                  <a:lnTo>
                    <a:pt x="262204" y="165582"/>
                  </a:lnTo>
                  <a:lnTo>
                    <a:pt x="273062" y="167767"/>
                  </a:lnTo>
                  <a:lnTo>
                    <a:pt x="283959" y="165582"/>
                  </a:lnTo>
                  <a:lnTo>
                    <a:pt x="292836" y="159613"/>
                  </a:lnTo>
                  <a:lnTo>
                    <a:pt x="298805" y="150736"/>
                  </a:lnTo>
                  <a:lnTo>
                    <a:pt x="301002" y="139827"/>
                  </a:lnTo>
                  <a:close/>
                </a:path>
                <a:path w="345439" h="543560">
                  <a:moveTo>
                    <a:pt x="327037" y="66167"/>
                  </a:moveTo>
                  <a:lnTo>
                    <a:pt x="325577" y="58915"/>
                  </a:lnTo>
                  <a:lnTo>
                    <a:pt x="321614" y="52984"/>
                  </a:lnTo>
                  <a:lnTo>
                    <a:pt x="315722" y="48971"/>
                  </a:lnTo>
                  <a:lnTo>
                    <a:pt x="308495" y="47498"/>
                  </a:lnTo>
                  <a:lnTo>
                    <a:pt x="301231" y="48971"/>
                  </a:lnTo>
                  <a:lnTo>
                    <a:pt x="295300" y="52984"/>
                  </a:lnTo>
                  <a:lnTo>
                    <a:pt x="291287" y="58915"/>
                  </a:lnTo>
                  <a:lnTo>
                    <a:pt x="289826" y="66167"/>
                  </a:lnTo>
                  <a:lnTo>
                    <a:pt x="291287" y="73431"/>
                  </a:lnTo>
                  <a:lnTo>
                    <a:pt x="295300" y="79362"/>
                  </a:lnTo>
                  <a:lnTo>
                    <a:pt x="301231" y="83375"/>
                  </a:lnTo>
                  <a:lnTo>
                    <a:pt x="308495" y="84836"/>
                  </a:lnTo>
                  <a:lnTo>
                    <a:pt x="315722" y="83375"/>
                  </a:lnTo>
                  <a:lnTo>
                    <a:pt x="321614" y="79362"/>
                  </a:lnTo>
                  <a:lnTo>
                    <a:pt x="325577" y="73431"/>
                  </a:lnTo>
                  <a:lnTo>
                    <a:pt x="327037" y="66167"/>
                  </a:lnTo>
                  <a:close/>
                </a:path>
                <a:path w="345439" h="543560">
                  <a:moveTo>
                    <a:pt x="335013" y="354012"/>
                  </a:moveTo>
                  <a:lnTo>
                    <a:pt x="314845" y="301879"/>
                  </a:lnTo>
                  <a:lnTo>
                    <a:pt x="290334" y="286385"/>
                  </a:lnTo>
                  <a:lnTo>
                    <a:pt x="286639" y="260286"/>
                  </a:lnTo>
                  <a:lnTo>
                    <a:pt x="276898" y="239052"/>
                  </a:lnTo>
                  <a:lnTo>
                    <a:pt x="262534" y="224815"/>
                  </a:lnTo>
                  <a:lnTo>
                    <a:pt x="244995" y="219710"/>
                  </a:lnTo>
                  <a:lnTo>
                    <a:pt x="238836" y="220446"/>
                  </a:lnTo>
                  <a:lnTo>
                    <a:pt x="232829" y="222415"/>
                  </a:lnTo>
                  <a:lnTo>
                    <a:pt x="227063" y="225577"/>
                  </a:lnTo>
                  <a:lnTo>
                    <a:pt x="221627" y="229870"/>
                  </a:lnTo>
                  <a:lnTo>
                    <a:pt x="211785" y="202387"/>
                  </a:lnTo>
                  <a:lnTo>
                    <a:pt x="196215" y="183362"/>
                  </a:lnTo>
                  <a:lnTo>
                    <a:pt x="177050" y="174472"/>
                  </a:lnTo>
                  <a:lnTo>
                    <a:pt x="156349" y="177419"/>
                  </a:lnTo>
                  <a:lnTo>
                    <a:pt x="147916" y="182473"/>
                  </a:lnTo>
                  <a:lnTo>
                    <a:pt x="140258" y="189522"/>
                  </a:lnTo>
                  <a:lnTo>
                    <a:pt x="133540" y="198424"/>
                  </a:lnTo>
                  <a:lnTo>
                    <a:pt x="127901" y="209042"/>
                  </a:lnTo>
                  <a:lnTo>
                    <a:pt x="105498" y="197027"/>
                  </a:lnTo>
                  <a:lnTo>
                    <a:pt x="82575" y="198793"/>
                  </a:lnTo>
                  <a:lnTo>
                    <a:pt x="61760" y="213372"/>
                  </a:lnTo>
                  <a:lnTo>
                    <a:pt x="45224" y="240792"/>
                  </a:lnTo>
                  <a:lnTo>
                    <a:pt x="45097" y="241427"/>
                  </a:lnTo>
                  <a:lnTo>
                    <a:pt x="31699" y="243052"/>
                  </a:lnTo>
                  <a:lnTo>
                    <a:pt x="20154" y="251904"/>
                  </a:lnTo>
                  <a:lnTo>
                    <a:pt x="11671" y="266573"/>
                  </a:lnTo>
                  <a:lnTo>
                    <a:pt x="7505" y="285623"/>
                  </a:lnTo>
                  <a:lnTo>
                    <a:pt x="7454" y="296697"/>
                  </a:lnTo>
                  <a:lnTo>
                    <a:pt x="8991" y="307365"/>
                  </a:lnTo>
                  <a:lnTo>
                    <a:pt x="12001" y="317296"/>
                  </a:lnTo>
                  <a:lnTo>
                    <a:pt x="16395" y="326136"/>
                  </a:lnTo>
                  <a:lnTo>
                    <a:pt x="6426" y="339534"/>
                  </a:lnTo>
                  <a:lnTo>
                    <a:pt x="838" y="357047"/>
                  </a:lnTo>
                  <a:lnTo>
                    <a:pt x="0" y="376453"/>
                  </a:lnTo>
                  <a:lnTo>
                    <a:pt x="4330" y="395478"/>
                  </a:lnTo>
                  <a:lnTo>
                    <a:pt x="9131" y="405041"/>
                  </a:lnTo>
                  <a:lnTo>
                    <a:pt x="15201" y="412546"/>
                  </a:lnTo>
                  <a:lnTo>
                    <a:pt x="22237" y="417753"/>
                  </a:lnTo>
                  <a:lnTo>
                    <a:pt x="29984" y="420370"/>
                  </a:lnTo>
                  <a:lnTo>
                    <a:pt x="30238" y="421513"/>
                  </a:lnTo>
                  <a:lnTo>
                    <a:pt x="40525" y="479552"/>
                  </a:lnTo>
                  <a:lnTo>
                    <a:pt x="75196" y="509778"/>
                  </a:lnTo>
                  <a:lnTo>
                    <a:pt x="83870" y="510489"/>
                  </a:lnTo>
                  <a:lnTo>
                    <a:pt x="92481" y="509003"/>
                  </a:lnTo>
                  <a:lnTo>
                    <a:pt x="100812" y="505409"/>
                  </a:lnTo>
                  <a:lnTo>
                    <a:pt x="108724" y="499745"/>
                  </a:lnTo>
                  <a:lnTo>
                    <a:pt x="119126" y="518833"/>
                  </a:lnTo>
                  <a:lnTo>
                    <a:pt x="133146" y="530021"/>
                  </a:lnTo>
                  <a:lnTo>
                    <a:pt x="148958" y="532523"/>
                  </a:lnTo>
                  <a:lnTo>
                    <a:pt x="164731" y="525526"/>
                  </a:lnTo>
                  <a:lnTo>
                    <a:pt x="168160" y="522605"/>
                  </a:lnTo>
                  <a:lnTo>
                    <a:pt x="171462" y="519049"/>
                  </a:lnTo>
                  <a:lnTo>
                    <a:pt x="174256" y="514858"/>
                  </a:lnTo>
                  <a:lnTo>
                    <a:pt x="182537" y="530796"/>
                  </a:lnTo>
                  <a:lnTo>
                    <a:pt x="193840" y="540385"/>
                  </a:lnTo>
                  <a:lnTo>
                    <a:pt x="206717" y="542937"/>
                  </a:lnTo>
                  <a:lnTo>
                    <a:pt x="219722" y="537718"/>
                  </a:lnTo>
                  <a:lnTo>
                    <a:pt x="224421" y="534162"/>
                  </a:lnTo>
                  <a:lnTo>
                    <a:pt x="228358" y="529209"/>
                  </a:lnTo>
                  <a:lnTo>
                    <a:pt x="231533" y="522986"/>
                  </a:lnTo>
                  <a:lnTo>
                    <a:pt x="243268" y="536867"/>
                  </a:lnTo>
                  <a:lnTo>
                    <a:pt x="257162" y="542721"/>
                  </a:lnTo>
                  <a:lnTo>
                    <a:pt x="271513" y="540372"/>
                  </a:lnTo>
                  <a:lnTo>
                    <a:pt x="284619" y="529590"/>
                  </a:lnTo>
                  <a:lnTo>
                    <a:pt x="289229" y="522655"/>
                  </a:lnTo>
                  <a:lnTo>
                    <a:pt x="292938" y="514705"/>
                  </a:lnTo>
                  <a:lnTo>
                    <a:pt x="295681" y="505955"/>
                  </a:lnTo>
                  <a:lnTo>
                    <a:pt x="297446" y="496570"/>
                  </a:lnTo>
                  <a:lnTo>
                    <a:pt x="312089" y="485521"/>
                  </a:lnTo>
                  <a:lnTo>
                    <a:pt x="322440" y="467525"/>
                  </a:lnTo>
                  <a:lnTo>
                    <a:pt x="327533" y="444995"/>
                  </a:lnTo>
                  <a:lnTo>
                    <a:pt x="326402" y="420370"/>
                  </a:lnTo>
                  <a:lnTo>
                    <a:pt x="326021" y="417576"/>
                  </a:lnTo>
                  <a:lnTo>
                    <a:pt x="324624" y="412242"/>
                  </a:lnTo>
                  <a:lnTo>
                    <a:pt x="333794" y="384149"/>
                  </a:lnTo>
                  <a:lnTo>
                    <a:pt x="335013" y="354012"/>
                  </a:lnTo>
                  <a:close/>
                </a:path>
                <a:path w="345439" h="543560">
                  <a:moveTo>
                    <a:pt x="344944" y="4191"/>
                  </a:moveTo>
                  <a:lnTo>
                    <a:pt x="340880" y="0"/>
                  </a:lnTo>
                  <a:lnTo>
                    <a:pt x="330593" y="0"/>
                  </a:lnTo>
                  <a:lnTo>
                    <a:pt x="326402" y="4191"/>
                  </a:lnTo>
                  <a:lnTo>
                    <a:pt x="326402" y="14478"/>
                  </a:lnTo>
                  <a:lnTo>
                    <a:pt x="330593" y="18669"/>
                  </a:lnTo>
                  <a:lnTo>
                    <a:pt x="340880" y="18669"/>
                  </a:lnTo>
                  <a:lnTo>
                    <a:pt x="344944" y="14478"/>
                  </a:lnTo>
                  <a:lnTo>
                    <a:pt x="344944" y="9271"/>
                  </a:lnTo>
                  <a:lnTo>
                    <a:pt x="344944" y="4191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16056" y="2703448"/>
              <a:ext cx="345440" cy="543560"/>
            </a:xfrm>
            <a:custGeom>
              <a:avLst/>
              <a:gdLst/>
              <a:ahLst/>
              <a:cxnLst/>
              <a:rect l="l" t="t" r="r" b="b"/>
              <a:pathLst>
                <a:path w="345439" h="543560">
                  <a:moveTo>
                    <a:pt x="30237" y="421513"/>
                  </a:moveTo>
                  <a:lnTo>
                    <a:pt x="40524" y="479551"/>
                  </a:lnTo>
                  <a:lnTo>
                    <a:pt x="75195" y="509777"/>
                  </a:lnTo>
                  <a:lnTo>
                    <a:pt x="83881" y="510478"/>
                  </a:lnTo>
                  <a:lnTo>
                    <a:pt x="92483" y="509000"/>
                  </a:lnTo>
                  <a:lnTo>
                    <a:pt x="100824" y="505402"/>
                  </a:lnTo>
                  <a:lnTo>
                    <a:pt x="108723" y="499745"/>
                  </a:lnTo>
                  <a:lnTo>
                    <a:pt x="119135" y="518828"/>
                  </a:lnTo>
                  <a:lnTo>
                    <a:pt x="133155" y="530018"/>
                  </a:lnTo>
                  <a:lnTo>
                    <a:pt x="148961" y="532516"/>
                  </a:lnTo>
                  <a:lnTo>
                    <a:pt x="164730" y="525526"/>
                  </a:lnTo>
                  <a:lnTo>
                    <a:pt x="168159" y="522604"/>
                  </a:lnTo>
                  <a:lnTo>
                    <a:pt x="171461" y="519049"/>
                  </a:lnTo>
                  <a:lnTo>
                    <a:pt x="174255" y="514858"/>
                  </a:lnTo>
                  <a:lnTo>
                    <a:pt x="182538" y="530788"/>
                  </a:lnTo>
                  <a:lnTo>
                    <a:pt x="193845" y="540385"/>
                  </a:lnTo>
                  <a:lnTo>
                    <a:pt x="206724" y="542932"/>
                  </a:lnTo>
                  <a:lnTo>
                    <a:pt x="219721" y="537717"/>
                  </a:lnTo>
                  <a:lnTo>
                    <a:pt x="224420" y="534162"/>
                  </a:lnTo>
                  <a:lnTo>
                    <a:pt x="228357" y="529209"/>
                  </a:lnTo>
                  <a:lnTo>
                    <a:pt x="231532" y="522986"/>
                  </a:lnTo>
                  <a:lnTo>
                    <a:pt x="243274" y="536858"/>
                  </a:lnTo>
                  <a:lnTo>
                    <a:pt x="257171" y="542718"/>
                  </a:lnTo>
                  <a:lnTo>
                    <a:pt x="271520" y="540363"/>
                  </a:lnTo>
                  <a:lnTo>
                    <a:pt x="284618" y="529589"/>
                  </a:lnTo>
                  <a:lnTo>
                    <a:pt x="289230" y="522644"/>
                  </a:lnTo>
                  <a:lnTo>
                    <a:pt x="292937" y="514699"/>
                  </a:lnTo>
                  <a:lnTo>
                    <a:pt x="295691" y="505944"/>
                  </a:lnTo>
                  <a:lnTo>
                    <a:pt x="297445" y="496570"/>
                  </a:lnTo>
                  <a:lnTo>
                    <a:pt x="312096" y="485521"/>
                  </a:lnTo>
                  <a:lnTo>
                    <a:pt x="322449" y="467518"/>
                  </a:lnTo>
                  <a:lnTo>
                    <a:pt x="327538" y="444992"/>
                  </a:lnTo>
                  <a:lnTo>
                    <a:pt x="326401" y="420370"/>
                  </a:lnTo>
                  <a:lnTo>
                    <a:pt x="326020" y="417575"/>
                  </a:lnTo>
                  <a:lnTo>
                    <a:pt x="325385" y="414909"/>
                  </a:lnTo>
                  <a:lnTo>
                    <a:pt x="324623" y="412241"/>
                  </a:lnTo>
                  <a:lnTo>
                    <a:pt x="333793" y="384139"/>
                  </a:lnTo>
                  <a:lnTo>
                    <a:pt x="328606" y="325409"/>
                  </a:lnTo>
                  <a:lnTo>
                    <a:pt x="303256" y="291750"/>
                  </a:lnTo>
                  <a:lnTo>
                    <a:pt x="290333" y="286385"/>
                  </a:lnTo>
                  <a:lnTo>
                    <a:pt x="286642" y="260286"/>
                  </a:lnTo>
                  <a:lnTo>
                    <a:pt x="276903" y="239045"/>
                  </a:lnTo>
                  <a:lnTo>
                    <a:pt x="262544" y="224805"/>
                  </a:lnTo>
                  <a:lnTo>
                    <a:pt x="244994" y="219710"/>
                  </a:lnTo>
                  <a:lnTo>
                    <a:pt x="238843" y="220440"/>
                  </a:lnTo>
                  <a:lnTo>
                    <a:pt x="232834" y="222408"/>
                  </a:lnTo>
                  <a:lnTo>
                    <a:pt x="227064" y="225567"/>
                  </a:lnTo>
                  <a:lnTo>
                    <a:pt x="221626" y="229870"/>
                  </a:lnTo>
                  <a:lnTo>
                    <a:pt x="211784" y="202386"/>
                  </a:lnTo>
                  <a:lnTo>
                    <a:pt x="196226" y="183356"/>
                  </a:lnTo>
                  <a:lnTo>
                    <a:pt x="177049" y="174470"/>
                  </a:lnTo>
                  <a:lnTo>
                    <a:pt x="156348" y="177418"/>
                  </a:lnTo>
                  <a:lnTo>
                    <a:pt x="147921" y="182467"/>
                  </a:lnTo>
                  <a:lnTo>
                    <a:pt x="140267" y="189515"/>
                  </a:lnTo>
                  <a:lnTo>
                    <a:pt x="133542" y="198421"/>
                  </a:lnTo>
                  <a:lnTo>
                    <a:pt x="127900" y="209041"/>
                  </a:lnTo>
                  <a:lnTo>
                    <a:pt x="105507" y="197020"/>
                  </a:lnTo>
                  <a:lnTo>
                    <a:pt x="82577" y="198786"/>
                  </a:lnTo>
                  <a:lnTo>
                    <a:pt x="61767" y="213363"/>
                  </a:lnTo>
                  <a:lnTo>
                    <a:pt x="45731" y="239775"/>
                  </a:lnTo>
                  <a:lnTo>
                    <a:pt x="45477" y="240284"/>
                  </a:lnTo>
                  <a:lnTo>
                    <a:pt x="45223" y="240791"/>
                  </a:lnTo>
                  <a:lnTo>
                    <a:pt x="45096" y="241426"/>
                  </a:lnTo>
                  <a:lnTo>
                    <a:pt x="31704" y="243046"/>
                  </a:lnTo>
                  <a:lnTo>
                    <a:pt x="20157" y="251904"/>
                  </a:lnTo>
                  <a:lnTo>
                    <a:pt x="11682" y="266573"/>
                  </a:lnTo>
                  <a:lnTo>
                    <a:pt x="7504" y="285623"/>
                  </a:lnTo>
                  <a:lnTo>
                    <a:pt x="7465" y="296685"/>
                  </a:lnTo>
                  <a:lnTo>
                    <a:pt x="8997" y="307355"/>
                  </a:lnTo>
                  <a:lnTo>
                    <a:pt x="12005" y="317287"/>
                  </a:lnTo>
                  <a:lnTo>
                    <a:pt x="16394" y="326136"/>
                  </a:lnTo>
                  <a:lnTo>
                    <a:pt x="6437" y="339524"/>
                  </a:lnTo>
                  <a:lnTo>
                    <a:pt x="837" y="357044"/>
                  </a:lnTo>
                  <a:lnTo>
                    <a:pt x="0" y="376445"/>
                  </a:lnTo>
                  <a:lnTo>
                    <a:pt x="4329" y="395477"/>
                  </a:lnTo>
                  <a:lnTo>
                    <a:pt x="9142" y="405028"/>
                  </a:lnTo>
                  <a:lnTo>
                    <a:pt x="15204" y="412543"/>
                  </a:lnTo>
                  <a:lnTo>
                    <a:pt x="22242" y="417748"/>
                  </a:lnTo>
                  <a:lnTo>
                    <a:pt x="29983" y="420370"/>
                  </a:lnTo>
                  <a:lnTo>
                    <a:pt x="30237" y="421513"/>
                  </a:lnTo>
                  <a:close/>
                </a:path>
                <a:path w="345439" h="543560">
                  <a:moveTo>
                    <a:pt x="344943" y="9271"/>
                  </a:moveTo>
                  <a:lnTo>
                    <a:pt x="344943" y="4190"/>
                  </a:lnTo>
                  <a:lnTo>
                    <a:pt x="340879" y="0"/>
                  </a:lnTo>
                  <a:lnTo>
                    <a:pt x="335672" y="0"/>
                  </a:lnTo>
                  <a:lnTo>
                    <a:pt x="330592" y="0"/>
                  </a:lnTo>
                  <a:lnTo>
                    <a:pt x="326401" y="4190"/>
                  </a:lnTo>
                  <a:lnTo>
                    <a:pt x="326401" y="9271"/>
                  </a:lnTo>
                  <a:lnTo>
                    <a:pt x="326401" y="14477"/>
                  </a:lnTo>
                  <a:lnTo>
                    <a:pt x="330592" y="18668"/>
                  </a:lnTo>
                  <a:lnTo>
                    <a:pt x="335672" y="18668"/>
                  </a:lnTo>
                  <a:lnTo>
                    <a:pt x="340879" y="18668"/>
                  </a:lnTo>
                  <a:lnTo>
                    <a:pt x="344943" y="14477"/>
                  </a:lnTo>
                  <a:lnTo>
                    <a:pt x="344943" y="9271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56605" y="2746374"/>
              <a:ext cx="91059" cy="1294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132831" y="2913887"/>
              <a:ext cx="307975" cy="314325"/>
            </a:xfrm>
            <a:custGeom>
              <a:avLst/>
              <a:gdLst/>
              <a:ahLst/>
              <a:cxnLst/>
              <a:rect l="l" t="t" r="r" b="b"/>
              <a:pathLst>
                <a:path w="307975" h="314325">
                  <a:moveTo>
                    <a:pt x="19684" y="110236"/>
                  </a:moveTo>
                  <a:lnTo>
                    <a:pt x="12826" y="109474"/>
                  </a:lnTo>
                  <a:lnTo>
                    <a:pt x="5968" y="111887"/>
                  </a:lnTo>
                  <a:lnTo>
                    <a:pt x="0" y="117094"/>
                  </a:lnTo>
                </a:path>
                <a:path w="307975" h="314325">
                  <a:moveTo>
                    <a:pt x="36956" y="35813"/>
                  </a:moveTo>
                  <a:lnTo>
                    <a:pt x="34289" y="34162"/>
                  </a:lnTo>
                  <a:lnTo>
                    <a:pt x="31368" y="33020"/>
                  </a:lnTo>
                  <a:lnTo>
                    <a:pt x="28447" y="32512"/>
                  </a:lnTo>
                </a:path>
                <a:path w="307975" h="314325">
                  <a:moveTo>
                    <a:pt x="111125" y="0"/>
                  </a:moveTo>
                  <a:lnTo>
                    <a:pt x="109092" y="4699"/>
                  </a:lnTo>
                  <a:lnTo>
                    <a:pt x="107314" y="9651"/>
                  </a:lnTo>
                  <a:lnTo>
                    <a:pt x="105917" y="14859"/>
                  </a:lnTo>
                </a:path>
                <a:path w="307975" h="314325">
                  <a:moveTo>
                    <a:pt x="207009" y="37084"/>
                  </a:moveTo>
                  <a:lnTo>
                    <a:pt x="206628" y="31496"/>
                  </a:lnTo>
                  <a:lnTo>
                    <a:pt x="205993" y="26035"/>
                  </a:lnTo>
                  <a:lnTo>
                    <a:pt x="204850" y="20827"/>
                  </a:lnTo>
                </a:path>
                <a:path w="307975" h="314325">
                  <a:moveTo>
                    <a:pt x="248157" y="137795"/>
                  </a:moveTo>
                  <a:lnTo>
                    <a:pt x="258641" y="127144"/>
                  </a:lnTo>
                  <a:lnTo>
                    <a:pt x="266588" y="112791"/>
                  </a:lnTo>
                  <a:lnTo>
                    <a:pt x="271607" y="95700"/>
                  </a:lnTo>
                  <a:lnTo>
                    <a:pt x="273303" y="76835"/>
                  </a:lnTo>
                </a:path>
                <a:path w="307975" h="314325">
                  <a:moveTo>
                    <a:pt x="307593" y="202691"/>
                  </a:moveTo>
                  <a:lnTo>
                    <a:pt x="305454" y="196244"/>
                  </a:lnTo>
                  <a:lnTo>
                    <a:pt x="302863" y="190261"/>
                  </a:lnTo>
                  <a:lnTo>
                    <a:pt x="299843" y="184779"/>
                  </a:lnTo>
                  <a:lnTo>
                    <a:pt x="296417" y="179832"/>
                  </a:lnTo>
                </a:path>
                <a:path w="307975" h="314325">
                  <a:moveTo>
                    <a:pt x="280669" y="287400"/>
                  </a:moveTo>
                  <a:lnTo>
                    <a:pt x="281050" y="283845"/>
                  </a:lnTo>
                  <a:lnTo>
                    <a:pt x="281304" y="280288"/>
                  </a:lnTo>
                  <a:lnTo>
                    <a:pt x="281304" y="276606"/>
                  </a:lnTo>
                </a:path>
                <a:path w="307975" h="314325">
                  <a:moveTo>
                    <a:pt x="208914" y="299974"/>
                  </a:moveTo>
                  <a:lnTo>
                    <a:pt x="210438" y="305053"/>
                  </a:lnTo>
                  <a:lnTo>
                    <a:pt x="212343" y="309625"/>
                  </a:lnTo>
                  <a:lnTo>
                    <a:pt x="214629" y="313816"/>
                  </a:lnTo>
                </a:path>
                <a:path w="307975" h="314325">
                  <a:moveTo>
                    <a:pt x="155066" y="293497"/>
                  </a:moveTo>
                  <a:lnTo>
                    <a:pt x="155701" y="297561"/>
                  </a:lnTo>
                  <a:lnTo>
                    <a:pt x="156590" y="301498"/>
                  </a:lnTo>
                  <a:lnTo>
                    <a:pt x="157860" y="305308"/>
                  </a:lnTo>
                </a:path>
                <a:path w="307975" h="314325">
                  <a:moveTo>
                    <a:pt x="91947" y="289433"/>
                  </a:moveTo>
                  <a:lnTo>
                    <a:pt x="95503" y="286258"/>
                  </a:lnTo>
                  <a:lnTo>
                    <a:pt x="98932" y="282321"/>
                  </a:lnTo>
                  <a:lnTo>
                    <a:pt x="101980" y="277875"/>
                  </a:lnTo>
                </a:path>
                <a:path w="307975" h="314325">
                  <a:moveTo>
                    <a:pt x="15239" y="199009"/>
                  </a:moveTo>
                  <a:lnTo>
                    <a:pt x="14477" y="202946"/>
                  </a:lnTo>
                  <a:lnTo>
                    <a:pt x="13842" y="207010"/>
                  </a:lnTo>
                  <a:lnTo>
                    <a:pt x="13462" y="211074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497067" y="2679191"/>
              <a:ext cx="105410" cy="29209"/>
            </a:xfrm>
            <a:custGeom>
              <a:avLst/>
              <a:gdLst/>
              <a:ahLst/>
              <a:cxnLst/>
              <a:rect l="l" t="t" r="r" b="b"/>
              <a:pathLst>
                <a:path w="105410" h="29210">
                  <a:moveTo>
                    <a:pt x="66294" y="0"/>
                  </a:moveTo>
                  <a:lnTo>
                    <a:pt x="66294" y="7238"/>
                  </a:lnTo>
                  <a:lnTo>
                    <a:pt x="0" y="7238"/>
                  </a:lnTo>
                  <a:lnTo>
                    <a:pt x="0" y="21717"/>
                  </a:lnTo>
                  <a:lnTo>
                    <a:pt x="66294" y="21717"/>
                  </a:lnTo>
                  <a:lnTo>
                    <a:pt x="66294" y="28956"/>
                  </a:lnTo>
                  <a:lnTo>
                    <a:pt x="105156" y="14478"/>
                  </a:lnTo>
                  <a:lnTo>
                    <a:pt x="66294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97067" y="2679191"/>
              <a:ext cx="105410" cy="29209"/>
            </a:xfrm>
            <a:custGeom>
              <a:avLst/>
              <a:gdLst/>
              <a:ahLst/>
              <a:cxnLst/>
              <a:rect l="l" t="t" r="r" b="b"/>
              <a:pathLst>
                <a:path w="105410" h="29210">
                  <a:moveTo>
                    <a:pt x="0" y="7238"/>
                  </a:moveTo>
                  <a:lnTo>
                    <a:pt x="66294" y="7238"/>
                  </a:lnTo>
                  <a:lnTo>
                    <a:pt x="66294" y="0"/>
                  </a:lnTo>
                  <a:lnTo>
                    <a:pt x="105156" y="14478"/>
                  </a:lnTo>
                  <a:lnTo>
                    <a:pt x="66294" y="28956"/>
                  </a:lnTo>
                  <a:lnTo>
                    <a:pt x="66294" y="21717"/>
                  </a:lnTo>
                  <a:lnTo>
                    <a:pt x="0" y="21717"/>
                  </a:lnTo>
                  <a:lnTo>
                    <a:pt x="0" y="7238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497829" y="2879597"/>
              <a:ext cx="421005" cy="276225"/>
            </a:xfrm>
            <a:custGeom>
              <a:avLst/>
              <a:gdLst/>
              <a:ahLst/>
              <a:cxnLst/>
              <a:rect l="l" t="t" r="r" b="b"/>
              <a:pathLst>
                <a:path w="421004" h="276225">
                  <a:moveTo>
                    <a:pt x="420624" y="0"/>
                  </a:moveTo>
                  <a:lnTo>
                    <a:pt x="0" y="0"/>
                  </a:lnTo>
                  <a:lnTo>
                    <a:pt x="0" y="275843"/>
                  </a:lnTo>
                  <a:lnTo>
                    <a:pt x="420624" y="275843"/>
                  </a:lnTo>
                  <a:lnTo>
                    <a:pt x="420624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97829" y="2879597"/>
              <a:ext cx="421005" cy="276225"/>
            </a:xfrm>
            <a:custGeom>
              <a:avLst/>
              <a:gdLst/>
              <a:ahLst/>
              <a:cxnLst/>
              <a:rect l="l" t="t" r="r" b="b"/>
              <a:pathLst>
                <a:path w="421004" h="276225">
                  <a:moveTo>
                    <a:pt x="0" y="275843"/>
                  </a:moveTo>
                  <a:lnTo>
                    <a:pt x="420624" y="275843"/>
                  </a:lnTo>
                  <a:lnTo>
                    <a:pt x="420624" y="0"/>
                  </a:lnTo>
                  <a:lnTo>
                    <a:pt x="0" y="0"/>
                  </a:lnTo>
                  <a:lnTo>
                    <a:pt x="0" y="275843"/>
                  </a:lnTo>
                  <a:close/>
                </a:path>
              </a:pathLst>
            </a:custGeom>
            <a:ln w="38100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13119" y="3069335"/>
              <a:ext cx="234950" cy="0"/>
            </a:xfrm>
            <a:custGeom>
              <a:avLst/>
              <a:gdLst/>
              <a:ahLst/>
              <a:cxnLst/>
              <a:rect l="l" t="t" r="r" b="b"/>
              <a:pathLst>
                <a:path w="234950">
                  <a:moveTo>
                    <a:pt x="0" y="0"/>
                  </a:moveTo>
                  <a:lnTo>
                    <a:pt x="234695" y="0"/>
                  </a:lnTo>
                </a:path>
              </a:pathLst>
            </a:custGeom>
            <a:ln w="57912">
              <a:solidFill>
                <a:srgbClr val="33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29911" y="3523487"/>
              <a:ext cx="967740" cy="149860"/>
            </a:xfrm>
            <a:custGeom>
              <a:avLst/>
              <a:gdLst/>
              <a:ahLst/>
              <a:cxnLst/>
              <a:rect l="l" t="t" r="r" b="b"/>
              <a:pathLst>
                <a:path w="967739" h="149860">
                  <a:moveTo>
                    <a:pt x="0" y="0"/>
                  </a:moveTo>
                  <a:lnTo>
                    <a:pt x="967739" y="0"/>
                  </a:lnTo>
                </a:path>
                <a:path w="967739" h="149860">
                  <a:moveTo>
                    <a:pt x="967739" y="0"/>
                  </a:moveTo>
                  <a:lnTo>
                    <a:pt x="757427" y="149351"/>
                  </a:lnTo>
                </a:path>
              </a:pathLst>
            </a:custGeom>
            <a:ln w="57912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10099" y="3672839"/>
              <a:ext cx="992505" cy="419100"/>
            </a:xfrm>
            <a:custGeom>
              <a:avLst/>
              <a:gdLst/>
              <a:ahLst/>
              <a:cxnLst/>
              <a:rect l="l" t="t" r="r" b="b"/>
              <a:pathLst>
                <a:path w="992504" h="419100">
                  <a:moveTo>
                    <a:pt x="777239" y="0"/>
                  </a:moveTo>
                  <a:lnTo>
                    <a:pt x="992124" y="99060"/>
                  </a:lnTo>
                </a:path>
                <a:path w="992504" h="419100">
                  <a:moveTo>
                    <a:pt x="992124" y="99060"/>
                  </a:moveTo>
                  <a:lnTo>
                    <a:pt x="0" y="99060"/>
                  </a:lnTo>
                </a:path>
                <a:path w="992504" h="419100">
                  <a:moveTo>
                    <a:pt x="751332" y="91440"/>
                  </a:moveTo>
                  <a:lnTo>
                    <a:pt x="751332" y="419100"/>
                  </a:lnTo>
                </a:path>
              </a:pathLst>
            </a:custGeom>
            <a:ln w="57912">
              <a:solidFill>
                <a:srgbClr val="33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61431" y="4011167"/>
              <a:ext cx="1038225" cy="173990"/>
            </a:xfrm>
            <a:custGeom>
              <a:avLst/>
              <a:gdLst/>
              <a:ahLst/>
              <a:cxnLst/>
              <a:rect l="l" t="t" r="r" b="b"/>
              <a:pathLst>
                <a:path w="1038225" h="173989">
                  <a:moveTo>
                    <a:pt x="864107" y="0"/>
                  </a:moveTo>
                  <a:lnTo>
                    <a:pt x="864107" y="173735"/>
                  </a:lnTo>
                  <a:lnTo>
                    <a:pt x="979931" y="115823"/>
                  </a:lnTo>
                  <a:lnTo>
                    <a:pt x="893063" y="115823"/>
                  </a:lnTo>
                  <a:lnTo>
                    <a:pt x="893063" y="57911"/>
                  </a:lnTo>
                  <a:lnTo>
                    <a:pt x="979931" y="57911"/>
                  </a:lnTo>
                  <a:lnTo>
                    <a:pt x="864107" y="0"/>
                  </a:lnTo>
                  <a:close/>
                </a:path>
                <a:path w="1038225" h="173989">
                  <a:moveTo>
                    <a:pt x="864107" y="57911"/>
                  </a:moveTo>
                  <a:lnTo>
                    <a:pt x="0" y="57911"/>
                  </a:lnTo>
                  <a:lnTo>
                    <a:pt x="0" y="115823"/>
                  </a:lnTo>
                  <a:lnTo>
                    <a:pt x="864107" y="115823"/>
                  </a:lnTo>
                  <a:lnTo>
                    <a:pt x="864107" y="57911"/>
                  </a:lnTo>
                  <a:close/>
                </a:path>
                <a:path w="1038225" h="173989">
                  <a:moveTo>
                    <a:pt x="979931" y="57911"/>
                  </a:moveTo>
                  <a:lnTo>
                    <a:pt x="893063" y="57911"/>
                  </a:lnTo>
                  <a:lnTo>
                    <a:pt x="893063" y="115823"/>
                  </a:lnTo>
                  <a:lnTo>
                    <a:pt x="979931" y="115823"/>
                  </a:lnTo>
                  <a:lnTo>
                    <a:pt x="1037843" y="86867"/>
                  </a:lnTo>
                  <a:lnTo>
                    <a:pt x="979931" y="57911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147816" y="3069335"/>
              <a:ext cx="0" cy="1028700"/>
            </a:xfrm>
            <a:custGeom>
              <a:avLst/>
              <a:gdLst/>
              <a:ahLst/>
              <a:cxnLst/>
              <a:rect l="l" t="t" r="r" b="b"/>
              <a:pathLst>
                <a:path h="1028700">
                  <a:moveTo>
                    <a:pt x="0" y="0"/>
                  </a:moveTo>
                  <a:lnTo>
                    <a:pt x="0" y="1028700"/>
                  </a:lnTo>
                </a:path>
              </a:pathLst>
            </a:custGeom>
            <a:ln w="57912">
              <a:solidFill>
                <a:srgbClr val="33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104892" y="3406266"/>
              <a:ext cx="38100" cy="104139"/>
            </a:xfrm>
            <a:custGeom>
              <a:avLst/>
              <a:gdLst/>
              <a:ahLst/>
              <a:cxnLst/>
              <a:rect l="l" t="t" r="r" b="b"/>
              <a:pathLst>
                <a:path w="38100" h="104139">
                  <a:moveTo>
                    <a:pt x="21971" y="1016"/>
                  </a:moveTo>
                  <a:lnTo>
                    <a:pt x="20955" y="0"/>
                  </a:lnTo>
                  <a:lnTo>
                    <a:pt x="18288" y="0"/>
                  </a:lnTo>
                  <a:lnTo>
                    <a:pt x="17145" y="1016"/>
                  </a:lnTo>
                  <a:lnTo>
                    <a:pt x="17145" y="3683"/>
                  </a:lnTo>
                  <a:lnTo>
                    <a:pt x="18288" y="4826"/>
                  </a:lnTo>
                  <a:lnTo>
                    <a:pt x="20955" y="4826"/>
                  </a:lnTo>
                  <a:lnTo>
                    <a:pt x="21971" y="3683"/>
                  </a:lnTo>
                  <a:lnTo>
                    <a:pt x="21971" y="2413"/>
                  </a:lnTo>
                  <a:lnTo>
                    <a:pt x="21971" y="1016"/>
                  </a:lnTo>
                  <a:close/>
                </a:path>
                <a:path w="38100" h="104139">
                  <a:moveTo>
                    <a:pt x="37846" y="90424"/>
                  </a:moveTo>
                  <a:lnTo>
                    <a:pt x="37452" y="87503"/>
                  </a:lnTo>
                  <a:lnTo>
                    <a:pt x="37338" y="86614"/>
                  </a:lnTo>
                  <a:lnTo>
                    <a:pt x="34036" y="83820"/>
                  </a:lnTo>
                  <a:lnTo>
                    <a:pt x="33147" y="83439"/>
                  </a:lnTo>
                  <a:lnTo>
                    <a:pt x="32131" y="83439"/>
                  </a:lnTo>
                  <a:lnTo>
                    <a:pt x="32131" y="80391"/>
                  </a:lnTo>
                  <a:lnTo>
                    <a:pt x="30759" y="78867"/>
                  </a:lnTo>
                  <a:lnTo>
                    <a:pt x="29972" y="77978"/>
                  </a:lnTo>
                  <a:lnTo>
                    <a:pt x="26289" y="77978"/>
                  </a:lnTo>
                  <a:lnTo>
                    <a:pt x="25400" y="78359"/>
                  </a:lnTo>
                  <a:lnTo>
                    <a:pt x="24638" y="78867"/>
                  </a:lnTo>
                  <a:lnTo>
                    <a:pt x="24193" y="77216"/>
                  </a:lnTo>
                  <a:lnTo>
                    <a:pt x="23914" y="76200"/>
                  </a:lnTo>
                  <a:lnTo>
                    <a:pt x="23850" y="75946"/>
                  </a:lnTo>
                  <a:lnTo>
                    <a:pt x="23749" y="75565"/>
                  </a:lnTo>
                  <a:lnTo>
                    <a:pt x="20574" y="73660"/>
                  </a:lnTo>
                  <a:lnTo>
                    <a:pt x="17526" y="74676"/>
                  </a:lnTo>
                  <a:lnTo>
                    <a:pt x="16256" y="75184"/>
                  </a:lnTo>
                  <a:lnTo>
                    <a:pt x="15240" y="75946"/>
                  </a:lnTo>
                  <a:lnTo>
                    <a:pt x="14478" y="77216"/>
                  </a:lnTo>
                  <a:lnTo>
                    <a:pt x="11430" y="75184"/>
                  </a:lnTo>
                  <a:lnTo>
                    <a:pt x="7366" y="76200"/>
                  </a:lnTo>
                  <a:lnTo>
                    <a:pt x="5461" y="79629"/>
                  </a:lnTo>
                  <a:lnTo>
                    <a:pt x="3263" y="79629"/>
                  </a:lnTo>
                  <a:lnTo>
                    <a:pt x="1524" y="81026"/>
                  </a:lnTo>
                  <a:lnTo>
                    <a:pt x="1231" y="83439"/>
                  </a:lnTo>
                  <a:lnTo>
                    <a:pt x="1143" y="84328"/>
                  </a:lnTo>
                  <a:lnTo>
                    <a:pt x="1524" y="85471"/>
                  </a:lnTo>
                  <a:lnTo>
                    <a:pt x="2286" y="86360"/>
                  </a:lnTo>
                  <a:lnTo>
                    <a:pt x="508" y="87503"/>
                  </a:lnTo>
                  <a:lnTo>
                    <a:pt x="0" y="89916"/>
                  </a:lnTo>
                  <a:lnTo>
                    <a:pt x="1016" y="91821"/>
                  </a:lnTo>
                  <a:lnTo>
                    <a:pt x="1524" y="92964"/>
                  </a:lnTo>
                  <a:lnTo>
                    <a:pt x="2895" y="93726"/>
                  </a:lnTo>
                  <a:lnTo>
                    <a:pt x="3810" y="93726"/>
                  </a:lnTo>
                  <a:lnTo>
                    <a:pt x="3810" y="93853"/>
                  </a:lnTo>
                  <a:lnTo>
                    <a:pt x="3517" y="96393"/>
                  </a:lnTo>
                  <a:lnTo>
                    <a:pt x="3429" y="97282"/>
                  </a:lnTo>
                  <a:lnTo>
                    <a:pt x="5588" y="100330"/>
                  </a:lnTo>
                  <a:lnTo>
                    <a:pt x="8763" y="100838"/>
                  </a:lnTo>
                  <a:lnTo>
                    <a:pt x="10033" y="100965"/>
                  </a:lnTo>
                  <a:lnTo>
                    <a:pt x="10668" y="100838"/>
                  </a:lnTo>
                  <a:lnTo>
                    <a:pt x="11099" y="100838"/>
                  </a:lnTo>
                  <a:lnTo>
                    <a:pt x="12319" y="100076"/>
                  </a:lnTo>
                  <a:lnTo>
                    <a:pt x="13589" y="102362"/>
                  </a:lnTo>
                  <a:lnTo>
                    <a:pt x="16256" y="103251"/>
                  </a:lnTo>
                  <a:lnTo>
                    <a:pt x="18415" y="101981"/>
                  </a:lnTo>
                  <a:lnTo>
                    <a:pt x="18669" y="101981"/>
                  </a:lnTo>
                  <a:lnTo>
                    <a:pt x="19177" y="101473"/>
                  </a:lnTo>
                  <a:lnTo>
                    <a:pt x="19558" y="101219"/>
                  </a:lnTo>
                  <a:lnTo>
                    <a:pt x="20497" y="103251"/>
                  </a:lnTo>
                  <a:lnTo>
                    <a:pt x="20751" y="103251"/>
                  </a:lnTo>
                  <a:lnTo>
                    <a:pt x="22606" y="104013"/>
                  </a:lnTo>
                  <a:lnTo>
                    <a:pt x="25019" y="102743"/>
                  </a:lnTo>
                  <a:lnTo>
                    <a:pt x="25400" y="102362"/>
                  </a:lnTo>
                  <a:lnTo>
                    <a:pt x="25679" y="101981"/>
                  </a:lnTo>
                  <a:lnTo>
                    <a:pt x="25869" y="101981"/>
                  </a:lnTo>
                  <a:lnTo>
                    <a:pt x="27355" y="104013"/>
                  </a:lnTo>
                  <a:lnTo>
                    <a:pt x="29692" y="104013"/>
                  </a:lnTo>
                  <a:lnTo>
                    <a:pt x="31623" y="102362"/>
                  </a:lnTo>
                  <a:lnTo>
                    <a:pt x="32004" y="101981"/>
                  </a:lnTo>
                  <a:lnTo>
                    <a:pt x="32512" y="101473"/>
                  </a:lnTo>
                  <a:lnTo>
                    <a:pt x="32537" y="101219"/>
                  </a:lnTo>
                  <a:lnTo>
                    <a:pt x="32689" y="100965"/>
                  </a:lnTo>
                  <a:lnTo>
                    <a:pt x="32766" y="100838"/>
                  </a:lnTo>
                  <a:lnTo>
                    <a:pt x="32854" y="100076"/>
                  </a:lnTo>
                  <a:lnTo>
                    <a:pt x="32893" y="99822"/>
                  </a:lnTo>
                  <a:lnTo>
                    <a:pt x="35306" y="99060"/>
                  </a:lnTo>
                  <a:lnTo>
                    <a:pt x="36830" y="96393"/>
                  </a:lnTo>
                  <a:lnTo>
                    <a:pt x="36093" y="93853"/>
                  </a:lnTo>
                  <a:lnTo>
                    <a:pt x="36029" y="92964"/>
                  </a:lnTo>
                  <a:lnTo>
                    <a:pt x="37846" y="9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04892" y="3261867"/>
              <a:ext cx="38100" cy="248920"/>
            </a:xfrm>
            <a:custGeom>
              <a:avLst/>
              <a:gdLst/>
              <a:ahLst/>
              <a:cxnLst/>
              <a:rect l="l" t="t" r="r" b="b"/>
              <a:pathLst>
                <a:path w="38100" h="248920">
                  <a:moveTo>
                    <a:pt x="3810" y="238252"/>
                  </a:moveTo>
                  <a:lnTo>
                    <a:pt x="3429" y="241681"/>
                  </a:lnTo>
                  <a:lnTo>
                    <a:pt x="5587" y="244729"/>
                  </a:lnTo>
                  <a:lnTo>
                    <a:pt x="8762" y="245237"/>
                  </a:lnTo>
                  <a:lnTo>
                    <a:pt x="10033" y="245364"/>
                  </a:lnTo>
                  <a:lnTo>
                    <a:pt x="11303" y="245110"/>
                  </a:lnTo>
                  <a:lnTo>
                    <a:pt x="12319" y="244475"/>
                  </a:lnTo>
                  <a:lnTo>
                    <a:pt x="13588" y="246761"/>
                  </a:lnTo>
                  <a:lnTo>
                    <a:pt x="16256" y="247650"/>
                  </a:lnTo>
                  <a:lnTo>
                    <a:pt x="18415" y="246380"/>
                  </a:lnTo>
                  <a:lnTo>
                    <a:pt x="18796" y="246253"/>
                  </a:lnTo>
                  <a:lnTo>
                    <a:pt x="19177" y="245872"/>
                  </a:lnTo>
                  <a:lnTo>
                    <a:pt x="19558" y="245618"/>
                  </a:lnTo>
                  <a:lnTo>
                    <a:pt x="20447" y="247523"/>
                  </a:lnTo>
                  <a:lnTo>
                    <a:pt x="22606" y="248412"/>
                  </a:lnTo>
                  <a:lnTo>
                    <a:pt x="24511" y="247396"/>
                  </a:lnTo>
                  <a:lnTo>
                    <a:pt x="25019" y="247142"/>
                  </a:lnTo>
                  <a:lnTo>
                    <a:pt x="25400" y="246761"/>
                  </a:lnTo>
                  <a:lnTo>
                    <a:pt x="25781" y="246253"/>
                  </a:lnTo>
                  <a:lnTo>
                    <a:pt x="27178" y="248158"/>
                  </a:lnTo>
                  <a:lnTo>
                    <a:pt x="29845" y="248285"/>
                  </a:lnTo>
                  <a:lnTo>
                    <a:pt x="31623" y="246761"/>
                  </a:lnTo>
                  <a:lnTo>
                    <a:pt x="32258" y="246126"/>
                  </a:lnTo>
                  <a:lnTo>
                    <a:pt x="32766" y="245237"/>
                  </a:lnTo>
                  <a:lnTo>
                    <a:pt x="32893" y="244221"/>
                  </a:lnTo>
                  <a:lnTo>
                    <a:pt x="35306" y="243459"/>
                  </a:lnTo>
                  <a:lnTo>
                    <a:pt x="36830" y="240792"/>
                  </a:lnTo>
                  <a:lnTo>
                    <a:pt x="36068" y="238125"/>
                  </a:lnTo>
                  <a:lnTo>
                    <a:pt x="35941" y="237744"/>
                  </a:lnTo>
                  <a:lnTo>
                    <a:pt x="35941" y="237490"/>
                  </a:lnTo>
                  <a:lnTo>
                    <a:pt x="37846" y="234823"/>
                  </a:lnTo>
                  <a:lnTo>
                    <a:pt x="37337" y="231012"/>
                  </a:lnTo>
                  <a:lnTo>
                    <a:pt x="34798" y="228854"/>
                  </a:lnTo>
                  <a:lnTo>
                    <a:pt x="34036" y="228219"/>
                  </a:lnTo>
                  <a:lnTo>
                    <a:pt x="33147" y="227837"/>
                  </a:lnTo>
                  <a:lnTo>
                    <a:pt x="32131" y="227711"/>
                  </a:lnTo>
                  <a:lnTo>
                    <a:pt x="32131" y="224790"/>
                  </a:lnTo>
                  <a:lnTo>
                    <a:pt x="29972" y="222377"/>
                  </a:lnTo>
                  <a:lnTo>
                    <a:pt x="27178" y="222377"/>
                  </a:lnTo>
                  <a:lnTo>
                    <a:pt x="26288" y="222377"/>
                  </a:lnTo>
                  <a:lnTo>
                    <a:pt x="25400" y="222758"/>
                  </a:lnTo>
                  <a:lnTo>
                    <a:pt x="24637" y="223266"/>
                  </a:lnTo>
                  <a:lnTo>
                    <a:pt x="23749" y="219964"/>
                  </a:lnTo>
                  <a:lnTo>
                    <a:pt x="20574" y="218059"/>
                  </a:lnTo>
                  <a:lnTo>
                    <a:pt x="17525" y="219075"/>
                  </a:lnTo>
                  <a:lnTo>
                    <a:pt x="16256" y="219583"/>
                  </a:lnTo>
                  <a:lnTo>
                    <a:pt x="15240" y="220345"/>
                  </a:lnTo>
                  <a:lnTo>
                    <a:pt x="14478" y="221615"/>
                  </a:lnTo>
                  <a:lnTo>
                    <a:pt x="11430" y="219583"/>
                  </a:lnTo>
                  <a:lnTo>
                    <a:pt x="7366" y="220599"/>
                  </a:lnTo>
                  <a:lnTo>
                    <a:pt x="5461" y="224028"/>
                  </a:lnTo>
                  <a:lnTo>
                    <a:pt x="3429" y="223901"/>
                  </a:lnTo>
                  <a:lnTo>
                    <a:pt x="1524" y="225425"/>
                  </a:lnTo>
                  <a:lnTo>
                    <a:pt x="1270" y="227584"/>
                  </a:lnTo>
                  <a:lnTo>
                    <a:pt x="1143" y="228727"/>
                  </a:lnTo>
                  <a:lnTo>
                    <a:pt x="1524" y="229870"/>
                  </a:lnTo>
                  <a:lnTo>
                    <a:pt x="2286" y="230759"/>
                  </a:lnTo>
                  <a:lnTo>
                    <a:pt x="508" y="231902"/>
                  </a:lnTo>
                  <a:lnTo>
                    <a:pt x="0" y="234315"/>
                  </a:lnTo>
                  <a:lnTo>
                    <a:pt x="1016" y="236220"/>
                  </a:lnTo>
                  <a:lnTo>
                    <a:pt x="1524" y="237362"/>
                  </a:lnTo>
                  <a:lnTo>
                    <a:pt x="2667" y="237998"/>
                  </a:lnTo>
                  <a:lnTo>
                    <a:pt x="3810" y="238125"/>
                  </a:lnTo>
                  <a:lnTo>
                    <a:pt x="3810" y="238252"/>
                  </a:lnTo>
                  <a:close/>
                </a:path>
                <a:path w="38100" h="248920">
                  <a:moveTo>
                    <a:pt x="21717" y="889"/>
                  </a:moveTo>
                  <a:lnTo>
                    <a:pt x="21717" y="381"/>
                  </a:lnTo>
                  <a:lnTo>
                    <a:pt x="21462" y="0"/>
                  </a:lnTo>
                  <a:lnTo>
                    <a:pt x="20955" y="0"/>
                  </a:lnTo>
                  <a:lnTo>
                    <a:pt x="20574" y="0"/>
                  </a:lnTo>
                  <a:lnTo>
                    <a:pt x="20193" y="381"/>
                  </a:lnTo>
                  <a:lnTo>
                    <a:pt x="20193" y="889"/>
                  </a:lnTo>
                  <a:lnTo>
                    <a:pt x="20193" y="1270"/>
                  </a:lnTo>
                  <a:lnTo>
                    <a:pt x="20574" y="1651"/>
                  </a:lnTo>
                  <a:lnTo>
                    <a:pt x="20955" y="1651"/>
                  </a:lnTo>
                  <a:lnTo>
                    <a:pt x="21462" y="1651"/>
                  </a:lnTo>
                  <a:lnTo>
                    <a:pt x="21717" y="1270"/>
                  </a:lnTo>
                  <a:lnTo>
                    <a:pt x="21717" y="889"/>
                  </a:lnTo>
                  <a:close/>
                </a:path>
                <a:path w="38100" h="248920">
                  <a:moveTo>
                    <a:pt x="21844" y="73025"/>
                  </a:moveTo>
                  <a:lnTo>
                    <a:pt x="21844" y="72136"/>
                  </a:lnTo>
                  <a:lnTo>
                    <a:pt x="21209" y="71374"/>
                  </a:lnTo>
                  <a:lnTo>
                    <a:pt x="20320" y="71374"/>
                  </a:lnTo>
                  <a:lnTo>
                    <a:pt x="19431" y="71374"/>
                  </a:lnTo>
                  <a:lnTo>
                    <a:pt x="18669" y="72136"/>
                  </a:lnTo>
                  <a:lnTo>
                    <a:pt x="18669" y="73025"/>
                  </a:lnTo>
                  <a:lnTo>
                    <a:pt x="18669" y="73914"/>
                  </a:lnTo>
                  <a:lnTo>
                    <a:pt x="19431" y="74676"/>
                  </a:lnTo>
                  <a:lnTo>
                    <a:pt x="20320" y="74676"/>
                  </a:lnTo>
                  <a:lnTo>
                    <a:pt x="21209" y="74676"/>
                  </a:lnTo>
                  <a:lnTo>
                    <a:pt x="21844" y="73914"/>
                  </a:lnTo>
                  <a:lnTo>
                    <a:pt x="21844" y="73025"/>
                  </a:lnTo>
                  <a:close/>
                </a:path>
                <a:path w="38100" h="248920">
                  <a:moveTo>
                    <a:pt x="21971" y="146812"/>
                  </a:moveTo>
                  <a:lnTo>
                    <a:pt x="21971" y="145415"/>
                  </a:lnTo>
                  <a:lnTo>
                    <a:pt x="20955" y="144399"/>
                  </a:lnTo>
                  <a:lnTo>
                    <a:pt x="19558" y="144399"/>
                  </a:lnTo>
                  <a:lnTo>
                    <a:pt x="18287" y="144399"/>
                  </a:lnTo>
                  <a:lnTo>
                    <a:pt x="17145" y="145415"/>
                  </a:lnTo>
                  <a:lnTo>
                    <a:pt x="17145" y="146812"/>
                  </a:lnTo>
                  <a:lnTo>
                    <a:pt x="17145" y="148082"/>
                  </a:lnTo>
                  <a:lnTo>
                    <a:pt x="18287" y="149225"/>
                  </a:lnTo>
                  <a:lnTo>
                    <a:pt x="19558" y="149225"/>
                  </a:lnTo>
                  <a:lnTo>
                    <a:pt x="20955" y="149225"/>
                  </a:lnTo>
                  <a:lnTo>
                    <a:pt x="21971" y="148082"/>
                  </a:lnTo>
                  <a:lnTo>
                    <a:pt x="21971" y="146812"/>
                  </a:lnTo>
                  <a:close/>
                </a:path>
                <a:path w="38100" h="248920">
                  <a:moveTo>
                    <a:pt x="4445" y="230378"/>
                  </a:moveTo>
                  <a:lnTo>
                    <a:pt x="3683" y="230251"/>
                  </a:lnTo>
                  <a:lnTo>
                    <a:pt x="2921" y="230505"/>
                  </a:lnTo>
                  <a:lnTo>
                    <a:pt x="2286" y="230886"/>
                  </a:lnTo>
                </a:path>
                <a:path w="38100" h="248920">
                  <a:moveTo>
                    <a:pt x="6350" y="224536"/>
                  </a:moveTo>
                  <a:lnTo>
                    <a:pt x="6096" y="224409"/>
                  </a:lnTo>
                  <a:lnTo>
                    <a:pt x="5715" y="224282"/>
                  </a:lnTo>
                  <a:lnTo>
                    <a:pt x="5461" y="224282"/>
                  </a:lnTo>
                </a:path>
                <a:path w="38100" h="248920">
                  <a:moveTo>
                    <a:pt x="14478" y="221742"/>
                  </a:moveTo>
                  <a:lnTo>
                    <a:pt x="14224" y="222123"/>
                  </a:lnTo>
                  <a:lnTo>
                    <a:pt x="14097" y="222504"/>
                  </a:lnTo>
                  <a:lnTo>
                    <a:pt x="13843" y="222885"/>
                  </a:lnTo>
                </a:path>
                <a:path w="38100" h="248920">
                  <a:moveTo>
                    <a:pt x="24892" y="224662"/>
                  </a:moveTo>
                  <a:lnTo>
                    <a:pt x="24892" y="224155"/>
                  </a:lnTo>
                  <a:lnTo>
                    <a:pt x="24765" y="223774"/>
                  </a:lnTo>
                  <a:lnTo>
                    <a:pt x="24637" y="223393"/>
                  </a:lnTo>
                </a:path>
                <a:path w="38100" h="248920">
                  <a:moveTo>
                    <a:pt x="29463" y="232537"/>
                  </a:moveTo>
                  <a:lnTo>
                    <a:pt x="31115" y="231648"/>
                  </a:lnTo>
                  <a:lnTo>
                    <a:pt x="32131" y="229743"/>
                  </a:lnTo>
                  <a:lnTo>
                    <a:pt x="32131" y="227711"/>
                  </a:lnTo>
                </a:path>
                <a:path w="38100" h="248920">
                  <a:moveTo>
                    <a:pt x="35941" y="237617"/>
                  </a:moveTo>
                  <a:lnTo>
                    <a:pt x="35560" y="236982"/>
                  </a:lnTo>
                  <a:lnTo>
                    <a:pt x="35179" y="236347"/>
                  </a:lnTo>
                  <a:lnTo>
                    <a:pt x="34671" y="235839"/>
                  </a:lnTo>
                </a:path>
                <a:path w="38100" h="248920">
                  <a:moveTo>
                    <a:pt x="32893" y="244221"/>
                  </a:moveTo>
                  <a:lnTo>
                    <a:pt x="33020" y="243967"/>
                  </a:lnTo>
                  <a:lnTo>
                    <a:pt x="33020" y="243712"/>
                  </a:lnTo>
                  <a:lnTo>
                    <a:pt x="33020" y="243459"/>
                  </a:lnTo>
                </a:path>
                <a:path w="38100" h="248920">
                  <a:moveTo>
                    <a:pt x="25146" y="245237"/>
                  </a:moveTo>
                  <a:lnTo>
                    <a:pt x="25273" y="245618"/>
                  </a:lnTo>
                  <a:lnTo>
                    <a:pt x="25527" y="245999"/>
                  </a:lnTo>
                  <a:lnTo>
                    <a:pt x="25781" y="246380"/>
                  </a:lnTo>
                </a:path>
                <a:path w="38100" h="248920">
                  <a:moveTo>
                    <a:pt x="19304" y="244729"/>
                  </a:moveTo>
                  <a:lnTo>
                    <a:pt x="19304" y="245110"/>
                  </a:lnTo>
                  <a:lnTo>
                    <a:pt x="19431" y="245364"/>
                  </a:lnTo>
                  <a:lnTo>
                    <a:pt x="19558" y="245618"/>
                  </a:lnTo>
                </a:path>
                <a:path w="38100" h="248920">
                  <a:moveTo>
                    <a:pt x="12319" y="244475"/>
                  </a:moveTo>
                  <a:lnTo>
                    <a:pt x="12700" y="244221"/>
                  </a:lnTo>
                  <a:lnTo>
                    <a:pt x="13081" y="243840"/>
                  </a:lnTo>
                  <a:lnTo>
                    <a:pt x="13462" y="243459"/>
                  </a:lnTo>
                </a:path>
                <a:path w="38100" h="248920">
                  <a:moveTo>
                    <a:pt x="4063" y="237362"/>
                  </a:moveTo>
                  <a:lnTo>
                    <a:pt x="3937" y="237617"/>
                  </a:lnTo>
                  <a:lnTo>
                    <a:pt x="3810" y="237998"/>
                  </a:lnTo>
                  <a:lnTo>
                    <a:pt x="3810" y="238252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30800" y="3437381"/>
              <a:ext cx="85725" cy="186055"/>
            </a:xfrm>
            <a:custGeom>
              <a:avLst/>
              <a:gdLst/>
              <a:ahLst/>
              <a:cxnLst/>
              <a:rect l="l" t="t" r="r" b="b"/>
              <a:pathLst>
                <a:path w="85725" h="186054">
                  <a:moveTo>
                    <a:pt x="36322" y="172847"/>
                  </a:moveTo>
                  <a:lnTo>
                    <a:pt x="35928" y="170053"/>
                  </a:lnTo>
                  <a:lnTo>
                    <a:pt x="35814" y="169176"/>
                  </a:lnTo>
                  <a:lnTo>
                    <a:pt x="32639" y="166497"/>
                  </a:lnTo>
                  <a:lnTo>
                    <a:pt x="31750" y="166116"/>
                  </a:lnTo>
                  <a:lnTo>
                    <a:pt x="30861" y="166116"/>
                  </a:lnTo>
                  <a:lnTo>
                    <a:pt x="30861" y="163195"/>
                  </a:lnTo>
                  <a:lnTo>
                    <a:pt x="30353" y="162699"/>
                  </a:lnTo>
                  <a:lnTo>
                    <a:pt x="29464" y="161798"/>
                  </a:lnTo>
                  <a:lnTo>
                    <a:pt x="28702" y="161036"/>
                  </a:lnTo>
                  <a:lnTo>
                    <a:pt x="25273" y="161036"/>
                  </a:lnTo>
                  <a:lnTo>
                    <a:pt x="24384" y="161290"/>
                  </a:lnTo>
                  <a:lnTo>
                    <a:pt x="23622" y="161798"/>
                  </a:lnTo>
                  <a:lnTo>
                    <a:pt x="23241" y="160274"/>
                  </a:lnTo>
                  <a:lnTo>
                    <a:pt x="23012" y="159385"/>
                  </a:lnTo>
                  <a:lnTo>
                    <a:pt x="22948" y="159131"/>
                  </a:lnTo>
                  <a:lnTo>
                    <a:pt x="22860" y="158762"/>
                  </a:lnTo>
                  <a:lnTo>
                    <a:pt x="19685" y="156972"/>
                  </a:lnTo>
                  <a:lnTo>
                    <a:pt x="16891" y="157861"/>
                  </a:lnTo>
                  <a:lnTo>
                    <a:pt x="15189" y="158369"/>
                  </a:lnTo>
                  <a:lnTo>
                    <a:pt x="15468" y="158369"/>
                  </a:lnTo>
                  <a:lnTo>
                    <a:pt x="14605" y="159131"/>
                  </a:lnTo>
                  <a:lnTo>
                    <a:pt x="13843" y="160274"/>
                  </a:lnTo>
                  <a:lnTo>
                    <a:pt x="10922" y="158369"/>
                  </a:lnTo>
                  <a:lnTo>
                    <a:pt x="7112" y="159385"/>
                  </a:lnTo>
                  <a:lnTo>
                    <a:pt x="5334" y="162560"/>
                  </a:lnTo>
                  <a:lnTo>
                    <a:pt x="5207" y="162699"/>
                  </a:lnTo>
                  <a:lnTo>
                    <a:pt x="4241" y="162560"/>
                  </a:lnTo>
                  <a:lnTo>
                    <a:pt x="3136" y="162560"/>
                  </a:lnTo>
                  <a:lnTo>
                    <a:pt x="1524" y="163830"/>
                  </a:lnTo>
                  <a:lnTo>
                    <a:pt x="1244" y="166116"/>
                  </a:lnTo>
                  <a:lnTo>
                    <a:pt x="1143" y="167005"/>
                  </a:lnTo>
                  <a:lnTo>
                    <a:pt x="1524" y="168148"/>
                  </a:lnTo>
                  <a:lnTo>
                    <a:pt x="2286" y="168910"/>
                  </a:lnTo>
                  <a:lnTo>
                    <a:pt x="508" y="170053"/>
                  </a:lnTo>
                  <a:lnTo>
                    <a:pt x="0" y="172339"/>
                  </a:lnTo>
                  <a:lnTo>
                    <a:pt x="1016" y="174117"/>
                  </a:lnTo>
                  <a:lnTo>
                    <a:pt x="1524" y="175133"/>
                  </a:lnTo>
                  <a:lnTo>
                    <a:pt x="2540" y="175895"/>
                  </a:lnTo>
                  <a:lnTo>
                    <a:pt x="3683" y="175895"/>
                  </a:lnTo>
                  <a:lnTo>
                    <a:pt x="3683" y="176022"/>
                  </a:lnTo>
                  <a:lnTo>
                    <a:pt x="3390" y="178435"/>
                  </a:lnTo>
                  <a:lnTo>
                    <a:pt x="3302" y="179197"/>
                  </a:lnTo>
                  <a:lnTo>
                    <a:pt x="5334" y="182118"/>
                  </a:lnTo>
                  <a:lnTo>
                    <a:pt x="8382" y="182626"/>
                  </a:lnTo>
                  <a:lnTo>
                    <a:pt x="9525" y="182753"/>
                  </a:lnTo>
                  <a:lnTo>
                    <a:pt x="10160" y="182626"/>
                  </a:lnTo>
                  <a:lnTo>
                    <a:pt x="10591" y="182626"/>
                  </a:lnTo>
                  <a:lnTo>
                    <a:pt x="11811" y="181864"/>
                  </a:lnTo>
                  <a:lnTo>
                    <a:pt x="12954" y="184150"/>
                  </a:lnTo>
                  <a:lnTo>
                    <a:pt x="15621" y="184912"/>
                  </a:lnTo>
                  <a:lnTo>
                    <a:pt x="17780" y="183769"/>
                  </a:lnTo>
                  <a:lnTo>
                    <a:pt x="18161" y="183388"/>
                  </a:lnTo>
                  <a:lnTo>
                    <a:pt x="18669" y="183007"/>
                  </a:lnTo>
                  <a:lnTo>
                    <a:pt x="19558" y="184912"/>
                  </a:lnTo>
                  <a:lnTo>
                    <a:pt x="21717" y="185547"/>
                  </a:lnTo>
                  <a:lnTo>
                    <a:pt x="24003" y="184404"/>
                  </a:lnTo>
                  <a:lnTo>
                    <a:pt x="24638" y="183769"/>
                  </a:lnTo>
                  <a:lnTo>
                    <a:pt x="24866" y="183769"/>
                  </a:lnTo>
                  <a:lnTo>
                    <a:pt x="26162" y="185293"/>
                  </a:lnTo>
                  <a:lnTo>
                    <a:pt x="28575" y="185547"/>
                  </a:lnTo>
                  <a:lnTo>
                    <a:pt x="30086" y="184150"/>
                  </a:lnTo>
                  <a:lnTo>
                    <a:pt x="30530" y="183769"/>
                  </a:lnTo>
                  <a:lnTo>
                    <a:pt x="30988" y="183388"/>
                  </a:lnTo>
                  <a:lnTo>
                    <a:pt x="31242" y="183007"/>
                  </a:lnTo>
                  <a:lnTo>
                    <a:pt x="31407" y="182753"/>
                  </a:lnTo>
                  <a:lnTo>
                    <a:pt x="31496" y="182626"/>
                  </a:lnTo>
                  <a:lnTo>
                    <a:pt x="31584" y="181864"/>
                  </a:lnTo>
                  <a:lnTo>
                    <a:pt x="31623" y="181610"/>
                  </a:lnTo>
                  <a:lnTo>
                    <a:pt x="33909" y="180975"/>
                  </a:lnTo>
                  <a:lnTo>
                    <a:pt x="35306" y="178435"/>
                  </a:lnTo>
                  <a:lnTo>
                    <a:pt x="34696" y="176022"/>
                  </a:lnTo>
                  <a:lnTo>
                    <a:pt x="34671" y="175895"/>
                  </a:lnTo>
                  <a:lnTo>
                    <a:pt x="34544" y="175514"/>
                  </a:lnTo>
                  <a:lnTo>
                    <a:pt x="34315" y="175514"/>
                  </a:lnTo>
                  <a:lnTo>
                    <a:pt x="36322" y="172847"/>
                  </a:lnTo>
                  <a:close/>
                </a:path>
                <a:path w="85725" h="186054">
                  <a:moveTo>
                    <a:pt x="45847" y="105029"/>
                  </a:moveTo>
                  <a:lnTo>
                    <a:pt x="44831" y="104025"/>
                  </a:lnTo>
                  <a:lnTo>
                    <a:pt x="42291" y="104025"/>
                  </a:lnTo>
                  <a:lnTo>
                    <a:pt x="41275" y="105029"/>
                  </a:lnTo>
                  <a:lnTo>
                    <a:pt x="41275" y="107569"/>
                  </a:lnTo>
                  <a:lnTo>
                    <a:pt x="42291" y="108585"/>
                  </a:lnTo>
                  <a:lnTo>
                    <a:pt x="44831" y="108585"/>
                  </a:lnTo>
                  <a:lnTo>
                    <a:pt x="45847" y="107569"/>
                  </a:lnTo>
                  <a:lnTo>
                    <a:pt x="45847" y="106299"/>
                  </a:lnTo>
                  <a:lnTo>
                    <a:pt x="45847" y="105029"/>
                  </a:lnTo>
                  <a:close/>
                </a:path>
                <a:path w="85725" h="186054">
                  <a:moveTo>
                    <a:pt x="65913" y="51943"/>
                  </a:moveTo>
                  <a:lnTo>
                    <a:pt x="65278" y="51308"/>
                  </a:lnTo>
                  <a:lnTo>
                    <a:pt x="63627" y="51308"/>
                  </a:lnTo>
                  <a:lnTo>
                    <a:pt x="62865" y="51943"/>
                  </a:lnTo>
                  <a:lnTo>
                    <a:pt x="62865" y="53594"/>
                  </a:lnTo>
                  <a:lnTo>
                    <a:pt x="63627" y="54356"/>
                  </a:lnTo>
                  <a:lnTo>
                    <a:pt x="65278" y="54356"/>
                  </a:lnTo>
                  <a:lnTo>
                    <a:pt x="65913" y="53594"/>
                  </a:lnTo>
                  <a:lnTo>
                    <a:pt x="65913" y="52832"/>
                  </a:lnTo>
                  <a:lnTo>
                    <a:pt x="65913" y="51943"/>
                  </a:lnTo>
                  <a:close/>
                </a:path>
                <a:path w="85725" h="186054">
                  <a:moveTo>
                    <a:pt x="85598" y="254"/>
                  </a:moveTo>
                  <a:lnTo>
                    <a:pt x="85217" y="0"/>
                  </a:lnTo>
                  <a:lnTo>
                    <a:pt x="84328" y="0"/>
                  </a:lnTo>
                  <a:lnTo>
                    <a:pt x="84074" y="254"/>
                  </a:lnTo>
                  <a:lnTo>
                    <a:pt x="84074" y="1143"/>
                  </a:lnTo>
                  <a:lnTo>
                    <a:pt x="84328" y="1524"/>
                  </a:lnTo>
                  <a:lnTo>
                    <a:pt x="85217" y="1524"/>
                  </a:lnTo>
                  <a:lnTo>
                    <a:pt x="85598" y="1143"/>
                  </a:lnTo>
                  <a:lnTo>
                    <a:pt x="85598" y="762"/>
                  </a:lnTo>
                  <a:lnTo>
                    <a:pt x="85598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30799" y="3437381"/>
              <a:ext cx="85725" cy="186055"/>
            </a:xfrm>
            <a:custGeom>
              <a:avLst/>
              <a:gdLst/>
              <a:ahLst/>
              <a:cxnLst/>
              <a:rect l="l" t="t" r="r" b="b"/>
              <a:pathLst>
                <a:path w="85725" h="186054">
                  <a:moveTo>
                    <a:pt x="3683" y="176021"/>
                  </a:moveTo>
                  <a:lnTo>
                    <a:pt x="3301" y="179196"/>
                  </a:lnTo>
                  <a:lnTo>
                    <a:pt x="5334" y="182117"/>
                  </a:lnTo>
                  <a:lnTo>
                    <a:pt x="8382" y="182625"/>
                  </a:lnTo>
                  <a:lnTo>
                    <a:pt x="9525" y="182752"/>
                  </a:lnTo>
                  <a:lnTo>
                    <a:pt x="10795" y="182498"/>
                  </a:lnTo>
                  <a:lnTo>
                    <a:pt x="11811" y="181863"/>
                  </a:lnTo>
                  <a:lnTo>
                    <a:pt x="12953" y="184149"/>
                  </a:lnTo>
                  <a:lnTo>
                    <a:pt x="15621" y="184911"/>
                  </a:lnTo>
                  <a:lnTo>
                    <a:pt x="17779" y="183768"/>
                  </a:lnTo>
                  <a:lnTo>
                    <a:pt x="18034" y="183514"/>
                  </a:lnTo>
                  <a:lnTo>
                    <a:pt x="18414" y="183260"/>
                  </a:lnTo>
                  <a:lnTo>
                    <a:pt x="18669" y="183006"/>
                  </a:lnTo>
                  <a:lnTo>
                    <a:pt x="19558" y="184911"/>
                  </a:lnTo>
                  <a:lnTo>
                    <a:pt x="21716" y="185546"/>
                  </a:lnTo>
                  <a:lnTo>
                    <a:pt x="23495" y="184657"/>
                  </a:lnTo>
                  <a:lnTo>
                    <a:pt x="24002" y="184403"/>
                  </a:lnTo>
                  <a:lnTo>
                    <a:pt x="24384" y="184022"/>
                  </a:lnTo>
                  <a:lnTo>
                    <a:pt x="24764" y="183641"/>
                  </a:lnTo>
                  <a:lnTo>
                    <a:pt x="26162" y="185292"/>
                  </a:lnTo>
                  <a:lnTo>
                    <a:pt x="28575" y="185546"/>
                  </a:lnTo>
                  <a:lnTo>
                    <a:pt x="30225" y="184022"/>
                  </a:lnTo>
                  <a:lnTo>
                    <a:pt x="30987" y="183387"/>
                  </a:lnTo>
                  <a:lnTo>
                    <a:pt x="31496" y="182625"/>
                  </a:lnTo>
                  <a:lnTo>
                    <a:pt x="31623" y="181609"/>
                  </a:lnTo>
                  <a:lnTo>
                    <a:pt x="33909" y="180974"/>
                  </a:lnTo>
                  <a:lnTo>
                    <a:pt x="35305" y="178434"/>
                  </a:lnTo>
                  <a:lnTo>
                    <a:pt x="34671" y="175894"/>
                  </a:lnTo>
                  <a:lnTo>
                    <a:pt x="34544" y="175513"/>
                  </a:lnTo>
                  <a:lnTo>
                    <a:pt x="34416" y="175386"/>
                  </a:lnTo>
                  <a:lnTo>
                    <a:pt x="36322" y="172846"/>
                  </a:lnTo>
                  <a:lnTo>
                    <a:pt x="35813" y="169163"/>
                  </a:lnTo>
                  <a:lnTo>
                    <a:pt x="33400" y="167131"/>
                  </a:lnTo>
                  <a:lnTo>
                    <a:pt x="32638" y="166496"/>
                  </a:lnTo>
                  <a:lnTo>
                    <a:pt x="31750" y="166115"/>
                  </a:lnTo>
                  <a:lnTo>
                    <a:pt x="30861" y="165988"/>
                  </a:lnTo>
                  <a:lnTo>
                    <a:pt x="30861" y="163194"/>
                  </a:lnTo>
                  <a:lnTo>
                    <a:pt x="28701" y="161035"/>
                  </a:lnTo>
                  <a:lnTo>
                    <a:pt x="26162" y="161035"/>
                  </a:lnTo>
                  <a:lnTo>
                    <a:pt x="25273" y="161035"/>
                  </a:lnTo>
                  <a:lnTo>
                    <a:pt x="24384" y="161289"/>
                  </a:lnTo>
                  <a:lnTo>
                    <a:pt x="23622" y="161797"/>
                  </a:lnTo>
                  <a:lnTo>
                    <a:pt x="22860" y="158750"/>
                  </a:lnTo>
                  <a:lnTo>
                    <a:pt x="19685" y="156971"/>
                  </a:lnTo>
                  <a:lnTo>
                    <a:pt x="16890" y="157860"/>
                  </a:lnTo>
                  <a:lnTo>
                    <a:pt x="15621" y="158241"/>
                  </a:lnTo>
                  <a:lnTo>
                    <a:pt x="14604" y="159130"/>
                  </a:lnTo>
                  <a:lnTo>
                    <a:pt x="13842" y="160273"/>
                  </a:lnTo>
                  <a:lnTo>
                    <a:pt x="10922" y="158368"/>
                  </a:lnTo>
                  <a:lnTo>
                    <a:pt x="7112" y="159384"/>
                  </a:lnTo>
                  <a:lnTo>
                    <a:pt x="5334" y="162559"/>
                  </a:lnTo>
                  <a:lnTo>
                    <a:pt x="5207" y="162687"/>
                  </a:lnTo>
                  <a:lnTo>
                    <a:pt x="3301" y="162432"/>
                  </a:lnTo>
                  <a:lnTo>
                    <a:pt x="1524" y="163829"/>
                  </a:lnTo>
                  <a:lnTo>
                    <a:pt x="1270" y="165988"/>
                  </a:lnTo>
                  <a:lnTo>
                    <a:pt x="1142" y="167004"/>
                  </a:lnTo>
                  <a:lnTo>
                    <a:pt x="1524" y="168147"/>
                  </a:lnTo>
                  <a:lnTo>
                    <a:pt x="2286" y="168909"/>
                  </a:lnTo>
                  <a:lnTo>
                    <a:pt x="508" y="170052"/>
                  </a:lnTo>
                  <a:lnTo>
                    <a:pt x="0" y="172338"/>
                  </a:lnTo>
                  <a:lnTo>
                    <a:pt x="1015" y="174116"/>
                  </a:lnTo>
                  <a:lnTo>
                    <a:pt x="1524" y="175132"/>
                  </a:lnTo>
                  <a:lnTo>
                    <a:pt x="2539" y="175894"/>
                  </a:lnTo>
                  <a:lnTo>
                    <a:pt x="3683" y="175894"/>
                  </a:lnTo>
                  <a:lnTo>
                    <a:pt x="3683" y="176021"/>
                  </a:lnTo>
                  <a:close/>
                </a:path>
                <a:path w="85725" h="186054">
                  <a:moveTo>
                    <a:pt x="85598" y="762"/>
                  </a:moveTo>
                  <a:lnTo>
                    <a:pt x="85598" y="253"/>
                  </a:lnTo>
                  <a:lnTo>
                    <a:pt x="85216" y="0"/>
                  </a:lnTo>
                  <a:lnTo>
                    <a:pt x="84836" y="0"/>
                  </a:lnTo>
                  <a:lnTo>
                    <a:pt x="84327" y="0"/>
                  </a:lnTo>
                  <a:lnTo>
                    <a:pt x="84074" y="253"/>
                  </a:lnTo>
                  <a:lnTo>
                    <a:pt x="84074" y="762"/>
                  </a:lnTo>
                  <a:lnTo>
                    <a:pt x="84074" y="1142"/>
                  </a:lnTo>
                  <a:lnTo>
                    <a:pt x="84327" y="1523"/>
                  </a:lnTo>
                  <a:lnTo>
                    <a:pt x="84836" y="1523"/>
                  </a:lnTo>
                  <a:lnTo>
                    <a:pt x="85216" y="1523"/>
                  </a:lnTo>
                  <a:lnTo>
                    <a:pt x="85598" y="1142"/>
                  </a:lnTo>
                  <a:lnTo>
                    <a:pt x="85598" y="762"/>
                  </a:lnTo>
                  <a:close/>
                </a:path>
                <a:path w="85725" h="186054">
                  <a:moveTo>
                    <a:pt x="65912" y="52831"/>
                  </a:moveTo>
                  <a:lnTo>
                    <a:pt x="65912" y="51942"/>
                  </a:lnTo>
                  <a:lnTo>
                    <a:pt x="65277" y="51307"/>
                  </a:lnTo>
                  <a:lnTo>
                    <a:pt x="64388" y="51307"/>
                  </a:lnTo>
                  <a:lnTo>
                    <a:pt x="63626" y="51307"/>
                  </a:lnTo>
                  <a:lnTo>
                    <a:pt x="62864" y="51942"/>
                  </a:lnTo>
                  <a:lnTo>
                    <a:pt x="62864" y="52831"/>
                  </a:lnTo>
                  <a:lnTo>
                    <a:pt x="62864" y="53593"/>
                  </a:lnTo>
                  <a:lnTo>
                    <a:pt x="63626" y="54355"/>
                  </a:lnTo>
                  <a:lnTo>
                    <a:pt x="64388" y="54355"/>
                  </a:lnTo>
                  <a:lnTo>
                    <a:pt x="65277" y="54355"/>
                  </a:lnTo>
                  <a:lnTo>
                    <a:pt x="65912" y="53593"/>
                  </a:lnTo>
                  <a:lnTo>
                    <a:pt x="65912" y="52831"/>
                  </a:lnTo>
                  <a:close/>
                </a:path>
                <a:path w="85725" h="186054">
                  <a:moveTo>
                    <a:pt x="45847" y="106298"/>
                  </a:moveTo>
                  <a:lnTo>
                    <a:pt x="45847" y="105028"/>
                  </a:lnTo>
                  <a:lnTo>
                    <a:pt x="44830" y="104012"/>
                  </a:lnTo>
                  <a:lnTo>
                    <a:pt x="43561" y="104012"/>
                  </a:lnTo>
                  <a:lnTo>
                    <a:pt x="42290" y="104012"/>
                  </a:lnTo>
                  <a:lnTo>
                    <a:pt x="41275" y="105028"/>
                  </a:lnTo>
                  <a:lnTo>
                    <a:pt x="41275" y="106298"/>
                  </a:lnTo>
                  <a:lnTo>
                    <a:pt x="41275" y="107568"/>
                  </a:lnTo>
                  <a:lnTo>
                    <a:pt x="42290" y="108584"/>
                  </a:lnTo>
                  <a:lnTo>
                    <a:pt x="43561" y="108584"/>
                  </a:lnTo>
                  <a:lnTo>
                    <a:pt x="44830" y="108584"/>
                  </a:lnTo>
                  <a:lnTo>
                    <a:pt x="45847" y="107568"/>
                  </a:lnTo>
                  <a:lnTo>
                    <a:pt x="45847" y="106298"/>
                  </a:lnTo>
                  <a:close/>
                </a:path>
                <a:path w="85725" h="186054">
                  <a:moveTo>
                    <a:pt x="4317" y="168528"/>
                  </a:moveTo>
                  <a:lnTo>
                    <a:pt x="3555" y="168528"/>
                  </a:lnTo>
                  <a:lnTo>
                    <a:pt x="2921" y="168655"/>
                  </a:lnTo>
                  <a:lnTo>
                    <a:pt x="2286" y="169037"/>
                  </a:lnTo>
                </a:path>
                <a:path w="85725" h="186054">
                  <a:moveTo>
                    <a:pt x="6096" y="163067"/>
                  </a:moveTo>
                  <a:lnTo>
                    <a:pt x="5841" y="162940"/>
                  </a:lnTo>
                  <a:lnTo>
                    <a:pt x="5587" y="162813"/>
                  </a:lnTo>
                  <a:lnTo>
                    <a:pt x="5207" y="162813"/>
                  </a:lnTo>
                </a:path>
                <a:path w="85725" h="186054">
                  <a:moveTo>
                    <a:pt x="13842" y="160400"/>
                  </a:moveTo>
                  <a:lnTo>
                    <a:pt x="13715" y="160654"/>
                  </a:lnTo>
                  <a:lnTo>
                    <a:pt x="13462" y="161035"/>
                  </a:lnTo>
                  <a:lnTo>
                    <a:pt x="13335" y="161416"/>
                  </a:lnTo>
                </a:path>
                <a:path w="85725" h="186054">
                  <a:moveTo>
                    <a:pt x="23875" y="163067"/>
                  </a:moveTo>
                  <a:lnTo>
                    <a:pt x="23875" y="162687"/>
                  </a:lnTo>
                  <a:lnTo>
                    <a:pt x="23749" y="162305"/>
                  </a:lnTo>
                  <a:lnTo>
                    <a:pt x="23622" y="161925"/>
                  </a:lnTo>
                </a:path>
                <a:path w="85725" h="186054">
                  <a:moveTo>
                    <a:pt x="28194" y="170560"/>
                  </a:moveTo>
                  <a:lnTo>
                    <a:pt x="29845" y="169798"/>
                  </a:lnTo>
                  <a:lnTo>
                    <a:pt x="30861" y="168020"/>
                  </a:lnTo>
                  <a:lnTo>
                    <a:pt x="30861" y="166115"/>
                  </a:lnTo>
                </a:path>
                <a:path w="85725" h="186054">
                  <a:moveTo>
                    <a:pt x="34416" y="175386"/>
                  </a:moveTo>
                  <a:lnTo>
                    <a:pt x="34162" y="174751"/>
                  </a:lnTo>
                  <a:lnTo>
                    <a:pt x="33782" y="174116"/>
                  </a:lnTo>
                  <a:lnTo>
                    <a:pt x="33274" y="173735"/>
                  </a:lnTo>
                </a:path>
                <a:path w="85725" h="186054">
                  <a:moveTo>
                    <a:pt x="31623" y="181736"/>
                  </a:moveTo>
                  <a:lnTo>
                    <a:pt x="31623" y="181482"/>
                  </a:lnTo>
                  <a:lnTo>
                    <a:pt x="31623" y="181228"/>
                  </a:lnTo>
                  <a:lnTo>
                    <a:pt x="31623" y="180974"/>
                  </a:lnTo>
                </a:path>
                <a:path w="85725" h="186054">
                  <a:moveTo>
                    <a:pt x="24129" y="182625"/>
                  </a:moveTo>
                  <a:lnTo>
                    <a:pt x="24257" y="183006"/>
                  </a:lnTo>
                  <a:lnTo>
                    <a:pt x="24511" y="183387"/>
                  </a:lnTo>
                  <a:lnTo>
                    <a:pt x="24764" y="183641"/>
                  </a:lnTo>
                </a:path>
                <a:path w="85725" h="186054">
                  <a:moveTo>
                    <a:pt x="18414" y="182117"/>
                  </a:moveTo>
                  <a:lnTo>
                    <a:pt x="18541" y="182498"/>
                  </a:lnTo>
                  <a:lnTo>
                    <a:pt x="18669" y="182752"/>
                  </a:lnTo>
                  <a:lnTo>
                    <a:pt x="18796" y="183006"/>
                  </a:lnTo>
                </a:path>
                <a:path w="85725" h="186054">
                  <a:moveTo>
                    <a:pt x="11811" y="181863"/>
                  </a:moveTo>
                  <a:lnTo>
                    <a:pt x="12191" y="181609"/>
                  </a:lnTo>
                  <a:lnTo>
                    <a:pt x="12573" y="181355"/>
                  </a:lnTo>
                  <a:lnTo>
                    <a:pt x="12953" y="180974"/>
                  </a:lnTo>
                </a:path>
                <a:path w="85725" h="186054">
                  <a:moveTo>
                    <a:pt x="3810" y="175132"/>
                  </a:moveTo>
                  <a:lnTo>
                    <a:pt x="3810" y="175386"/>
                  </a:lnTo>
                  <a:lnTo>
                    <a:pt x="3683" y="175767"/>
                  </a:lnTo>
                  <a:lnTo>
                    <a:pt x="3683" y="17602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571236" y="3494404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18897" y="233172"/>
                  </a:moveTo>
                  <a:lnTo>
                    <a:pt x="18694" y="232740"/>
                  </a:lnTo>
                  <a:lnTo>
                    <a:pt x="18034" y="233172"/>
                  </a:lnTo>
                  <a:lnTo>
                    <a:pt x="18897" y="233172"/>
                  </a:lnTo>
                  <a:close/>
                </a:path>
                <a:path w="36829" h="235585">
                  <a:moveTo>
                    <a:pt x="20828" y="381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lnTo>
                    <a:pt x="20828" y="381"/>
                  </a:lnTo>
                  <a:close/>
                </a:path>
                <a:path w="36829" h="235585">
                  <a:moveTo>
                    <a:pt x="20955" y="68326"/>
                  </a:moveTo>
                  <a:lnTo>
                    <a:pt x="20320" y="67576"/>
                  </a:lnTo>
                  <a:lnTo>
                    <a:pt x="18669" y="67576"/>
                  </a:lnTo>
                  <a:lnTo>
                    <a:pt x="17907" y="68326"/>
                  </a:lnTo>
                  <a:lnTo>
                    <a:pt x="17907" y="69989"/>
                  </a:lnTo>
                  <a:lnTo>
                    <a:pt x="18669" y="70612"/>
                  </a:lnTo>
                  <a:lnTo>
                    <a:pt x="20320" y="70612"/>
                  </a:lnTo>
                  <a:lnTo>
                    <a:pt x="20955" y="69989"/>
                  </a:lnTo>
                  <a:lnTo>
                    <a:pt x="20955" y="69088"/>
                  </a:lnTo>
                  <a:lnTo>
                    <a:pt x="20955" y="68326"/>
                  </a:lnTo>
                  <a:close/>
                </a:path>
                <a:path w="36829" h="235585">
                  <a:moveTo>
                    <a:pt x="21082" y="137795"/>
                  </a:moveTo>
                  <a:lnTo>
                    <a:pt x="20066" y="136779"/>
                  </a:lnTo>
                  <a:lnTo>
                    <a:pt x="17526" y="136779"/>
                  </a:lnTo>
                  <a:lnTo>
                    <a:pt x="16510" y="137795"/>
                  </a:lnTo>
                  <a:lnTo>
                    <a:pt x="16510" y="140335"/>
                  </a:lnTo>
                  <a:lnTo>
                    <a:pt x="17526" y="141351"/>
                  </a:lnTo>
                  <a:lnTo>
                    <a:pt x="20066" y="141351"/>
                  </a:lnTo>
                  <a:lnTo>
                    <a:pt x="21082" y="140335"/>
                  </a:lnTo>
                  <a:lnTo>
                    <a:pt x="21082" y="139065"/>
                  </a:lnTo>
                  <a:lnTo>
                    <a:pt x="21082" y="137795"/>
                  </a:lnTo>
                  <a:close/>
                </a:path>
                <a:path w="36829" h="235585">
                  <a:moveTo>
                    <a:pt x="30835" y="233172"/>
                  </a:moveTo>
                  <a:lnTo>
                    <a:pt x="18897" y="233172"/>
                  </a:lnTo>
                  <a:lnTo>
                    <a:pt x="19558" y="234569"/>
                  </a:lnTo>
                  <a:lnTo>
                    <a:pt x="21717" y="235204"/>
                  </a:lnTo>
                  <a:lnTo>
                    <a:pt x="24003" y="234061"/>
                  </a:lnTo>
                  <a:lnTo>
                    <a:pt x="24638" y="233426"/>
                  </a:lnTo>
                  <a:lnTo>
                    <a:pt x="24866" y="233426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086" y="233807"/>
                  </a:lnTo>
                  <a:lnTo>
                    <a:pt x="30530" y="233426"/>
                  </a:lnTo>
                  <a:lnTo>
                    <a:pt x="30835" y="233172"/>
                  </a:lnTo>
                  <a:close/>
                </a:path>
                <a:path w="36829" h="235585">
                  <a:moveTo>
                    <a:pt x="36322" y="222504"/>
                  </a:moveTo>
                  <a:lnTo>
                    <a:pt x="35928" y="219710"/>
                  </a:lnTo>
                  <a:lnTo>
                    <a:pt x="35814" y="218821"/>
                  </a:lnTo>
                  <a:lnTo>
                    <a:pt x="32639" y="216154"/>
                  </a:lnTo>
                  <a:lnTo>
                    <a:pt x="31750" y="215773"/>
                  </a:lnTo>
                  <a:lnTo>
                    <a:pt x="30861" y="215773"/>
                  </a:lnTo>
                  <a:lnTo>
                    <a:pt x="30861" y="212852"/>
                  </a:lnTo>
                  <a:lnTo>
                    <a:pt x="30226" y="212217"/>
                  </a:lnTo>
                  <a:lnTo>
                    <a:pt x="29464" y="211455"/>
                  </a:lnTo>
                  <a:lnTo>
                    <a:pt x="2870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3241" y="209931"/>
                  </a:lnTo>
                  <a:lnTo>
                    <a:pt x="23012" y="209042"/>
                  </a:lnTo>
                  <a:lnTo>
                    <a:pt x="22948" y="208788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1" y="207518"/>
                  </a:lnTo>
                  <a:lnTo>
                    <a:pt x="15189" y="208026"/>
                  </a:lnTo>
                  <a:lnTo>
                    <a:pt x="15468" y="208026"/>
                  </a:lnTo>
                  <a:lnTo>
                    <a:pt x="14605" y="208788"/>
                  </a:lnTo>
                  <a:lnTo>
                    <a:pt x="13843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97" y="212090"/>
                  </a:lnTo>
                  <a:lnTo>
                    <a:pt x="5334" y="212217"/>
                  </a:lnTo>
                  <a:lnTo>
                    <a:pt x="3302" y="212090"/>
                  </a:lnTo>
                  <a:lnTo>
                    <a:pt x="1524" y="213487"/>
                  </a:lnTo>
                  <a:lnTo>
                    <a:pt x="1244" y="215773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90"/>
                  </a:lnTo>
                  <a:lnTo>
                    <a:pt x="2540" y="225564"/>
                  </a:lnTo>
                  <a:lnTo>
                    <a:pt x="3670" y="225564"/>
                  </a:lnTo>
                  <a:lnTo>
                    <a:pt x="3378" y="228092"/>
                  </a:lnTo>
                  <a:lnTo>
                    <a:pt x="3302" y="228854"/>
                  </a:lnTo>
                  <a:lnTo>
                    <a:pt x="5334" y="231775"/>
                  </a:lnTo>
                  <a:lnTo>
                    <a:pt x="9131" y="232410"/>
                  </a:lnTo>
                  <a:lnTo>
                    <a:pt x="10388" y="232410"/>
                  </a:lnTo>
                  <a:lnTo>
                    <a:pt x="11811" y="231521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6"/>
                  </a:lnTo>
                  <a:lnTo>
                    <a:pt x="18034" y="233172"/>
                  </a:lnTo>
                  <a:lnTo>
                    <a:pt x="18669" y="232664"/>
                  </a:lnTo>
                  <a:lnTo>
                    <a:pt x="18796" y="232664"/>
                  </a:lnTo>
                  <a:lnTo>
                    <a:pt x="31242" y="232664"/>
                  </a:lnTo>
                  <a:lnTo>
                    <a:pt x="31407" y="232410"/>
                  </a:lnTo>
                  <a:lnTo>
                    <a:pt x="31559" y="231775"/>
                  </a:lnTo>
                  <a:lnTo>
                    <a:pt x="31584" y="231521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6" y="228092"/>
                  </a:lnTo>
                  <a:lnTo>
                    <a:pt x="34671" y="225564"/>
                  </a:lnTo>
                  <a:lnTo>
                    <a:pt x="34544" y="225564"/>
                  </a:lnTo>
                  <a:lnTo>
                    <a:pt x="34544" y="225171"/>
                  </a:lnTo>
                  <a:lnTo>
                    <a:pt x="36322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571236" y="3494404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9"/>
                  </a:moveTo>
                  <a:lnTo>
                    <a:pt x="3301" y="228854"/>
                  </a:lnTo>
                  <a:lnTo>
                    <a:pt x="5334" y="231775"/>
                  </a:lnTo>
                  <a:lnTo>
                    <a:pt x="8381" y="232283"/>
                  </a:lnTo>
                  <a:lnTo>
                    <a:pt x="9525" y="232410"/>
                  </a:lnTo>
                  <a:lnTo>
                    <a:pt x="10794" y="232156"/>
                  </a:lnTo>
                  <a:lnTo>
                    <a:pt x="11811" y="231521"/>
                  </a:lnTo>
                  <a:lnTo>
                    <a:pt x="12953" y="233807"/>
                  </a:lnTo>
                  <a:lnTo>
                    <a:pt x="15621" y="234569"/>
                  </a:lnTo>
                  <a:lnTo>
                    <a:pt x="17779" y="233426"/>
                  </a:lnTo>
                  <a:lnTo>
                    <a:pt x="18034" y="233172"/>
                  </a:lnTo>
                  <a:lnTo>
                    <a:pt x="18414" y="232918"/>
                  </a:lnTo>
                  <a:lnTo>
                    <a:pt x="18668" y="232664"/>
                  </a:lnTo>
                  <a:lnTo>
                    <a:pt x="19558" y="234569"/>
                  </a:lnTo>
                  <a:lnTo>
                    <a:pt x="21716" y="235204"/>
                  </a:lnTo>
                  <a:lnTo>
                    <a:pt x="23494" y="234315"/>
                  </a:lnTo>
                  <a:lnTo>
                    <a:pt x="24002" y="234061"/>
                  </a:lnTo>
                  <a:lnTo>
                    <a:pt x="24384" y="233680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225" y="233680"/>
                  </a:lnTo>
                  <a:lnTo>
                    <a:pt x="30987" y="233045"/>
                  </a:lnTo>
                  <a:lnTo>
                    <a:pt x="31496" y="232283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5" y="228092"/>
                  </a:lnTo>
                  <a:lnTo>
                    <a:pt x="34671" y="225552"/>
                  </a:lnTo>
                  <a:lnTo>
                    <a:pt x="34543" y="225425"/>
                  </a:lnTo>
                  <a:lnTo>
                    <a:pt x="34543" y="225171"/>
                  </a:lnTo>
                  <a:lnTo>
                    <a:pt x="36322" y="222504"/>
                  </a:lnTo>
                  <a:lnTo>
                    <a:pt x="35813" y="218821"/>
                  </a:lnTo>
                  <a:lnTo>
                    <a:pt x="33400" y="216789"/>
                  </a:lnTo>
                  <a:lnTo>
                    <a:pt x="32638" y="216154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2"/>
                  </a:lnTo>
                  <a:lnTo>
                    <a:pt x="28701" y="210693"/>
                  </a:lnTo>
                  <a:lnTo>
                    <a:pt x="2616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0" y="207518"/>
                  </a:lnTo>
                  <a:lnTo>
                    <a:pt x="15621" y="207899"/>
                  </a:lnTo>
                  <a:lnTo>
                    <a:pt x="14604" y="208788"/>
                  </a:lnTo>
                  <a:lnTo>
                    <a:pt x="13842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34" y="212217"/>
                  </a:lnTo>
                  <a:lnTo>
                    <a:pt x="5206" y="212217"/>
                  </a:lnTo>
                  <a:lnTo>
                    <a:pt x="3301" y="212090"/>
                  </a:lnTo>
                  <a:lnTo>
                    <a:pt x="1524" y="213487"/>
                  </a:lnTo>
                  <a:lnTo>
                    <a:pt x="1269" y="215646"/>
                  </a:lnTo>
                  <a:lnTo>
                    <a:pt x="1142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90"/>
                  </a:lnTo>
                  <a:lnTo>
                    <a:pt x="2539" y="225552"/>
                  </a:lnTo>
                  <a:lnTo>
                    <a:pt x="3683" y="225552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1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1"/>
                  </a:lnTo>
                  <a:lnTo>
                    <a:pt x="19303" y="762"/>
                  </a:lnTo>
                  <a:lnTo>
                    <a:pt x="19303" y="1143"/>
                  </a:lnTo>
                  <a:lnTo>
                    <a:pt x="19685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3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4"/>
                  </a:lnTo>
                  <a:lnTo>
                    <a:pt x="19430" y="67564"/>
                  </a:lnTo>
                  <a:lnTo>
                    <a:pt x="18668" y="67564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7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7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5"/>
                  </a:moveTo>
                  <a:lnTo>
                    <a:pt x="21081" y="137795"/>
                  </a:lnTo>
                  <a:lnTo>
                    <a:pt x="20065" y="136779"/>
                  </a:lnTo>
                  <a:lnTo>
                    <a:pt x="18796" y="136779"/>
                  </a:lnTo>
                  <a:lnTo>
                    <a:pt x="17525" y="136779"/>
                  </a:lnTo>
                  <a:lnTo>
                    <a:pt x="16510" y="137795"/>
                  </a:lnTo>
                  <a:lnTo>
                    <a:pt x="16510" y="139065"/>
                  </a:lnTo>
                  <a:lnTo>
                    <a:pt x="16510" y="140335"/>
                  </a:lnTo>
                  <a:lnTo>
                    <a:pt x="17525" y="141351"/>
                  </a:lnTo>
                  <a:lnTo>
                    <a:pt x="18796" y="141351"/>
                  </a:lnTo>
                  <a:lnTo>
                    <a:pt x="20065" y="141351"/>
                  </a:lnTo>
                  <a:lnTo>
                    <a:pt x="21081" y="140335"/>
                  </a:lnTo>
                  <a:lnTo>
                    <a:pt x="21081" y="139065"/>
                  </a:lnTo>
                  <a:close/>
                </a:path>
                <a:path w="36829" h="235585">
                  <a:moveTo>
                    <a:pt x="4317" y="218186"/>
                  </a:moveTo>
                  <a:lnTo>
                    <a:pt x="3555" y="218186"/>
                  </a:lnTo>
                  <a:lnTo>
                    <a:pt x="2921" y="218313"/>
                  </a:lnTo>
                  <a:lnTo>
                    <a:pt x="2286" y="218694"/>
                  </a:lnTo>
                </a:path>
                <a:path w="36829" h="235585">
                  <a:moveTo>
                    <a:pt x="6096" y="212725"/>
                  </a:moveTo>
                  <a:lnTo>
                    <a:pt x="5841" y="212598"/>
                  </a:lnTo>
                  <a:lnTo>
                    <a:pt x="5587" y="212471"/>
                  </a:lnTo>
                  <a:lnTo>
                    <a:pt x="5206" y="212471"/>
                  </a:lnTo>
                </a:path>
                <a:path w="36829" h="235585">
                  <a:moveTo>
                    <a:pt x="13842" y="210058"/>
                  </a:moveTo>
                  <a:lnTo>
                    <a:pt x="13715" y="210312"/>
                  </a:lnTo>
                  <a:lnTo>
                    <a:pt x="13462" y="210693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4"/>
                  </a:lnTo>
                  <a:lnTo>
                    <a:pt x="23749" y="211963"/>
                  </a:lnTo>
                  <a:lnTo>
                    <a:pt x="23622" y="211582"/>
                  </a:lnTo>
                </a:path>
                <a:path w="36829" h="235585">
                  <a:moveTo>
                    <a:pt x="28193" y="220218"/>
                  </a:moveTo>
                  <a:lnTo>
                    <a:pt x="29844" y="219456"/>
                  </a:lnTo>
                  <a:lnTo>
                    <a:pt x="30861" y="217678"/>
                  </a:lnTo>
                  <a:lnTo>
                    <a:pt x="30861" y="215773"/>
                  </a:lnTo>
                </a:path>
                <a:path w="36829" h="235585">
                  <a:moveTo>
                    <a:pt x="34416" y="225044"/>
                  </a:moveTo>
                  <a:lnTo>
                    <a:pt x="34162" y="224409"/>
                  </a:lnTo>
                  <a:lnTo>
                    <a:pt x="33781" y="223774"/>
                  </a:lnTo>
                  <a:lnTo>
                    <a:pt x="33274" y="223393"/>
                  </a:lnTo>
                </a:path>
                <a:path w="36829" h="235585">
                  <a:moveTo>
                    <a:pt x="31623" y="231394"/>
                  </a:moveTo>
                  <a:lnTo>
                    <a:pt x="31623" y="231140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29" y="232283"/>
                  </a:moveTo>
                  <a:lnTo>
                    <a:pt x="24256" y="232664"/>
                  </a:lnTo>
                  <a:lnTo>
                    <a:pt x="24511" y="233045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1" y="232156"/>
                  </a:lnTo>
                  <a:lnTo>
                    <a:pt x="18668" y="232410"/>
                  </a:lnTo>
                  <a:lnTo>
                    <a:pt x="18796" y="232664"/>
                  </a:lnTo>
                </a:path>
                <a:path w="36829" h="235585">
                  <a:moveTo>
                    <a:pt x="11811" y="231521"/>
                  </a:moveTo>
                  <a:lnTo>
                    <a:pt x="12191" y="231267"/>
                  </a:lnTo>
                  <a:lnTo>
                    <a:pt x="12573" y="231013"/>
                  </a:lnTo>
                  <a:lnTo>
                    <a:pt x="12953" y="230632"/>
                  </a:lnTo>
                </a:path>
                <a:path w="36829" h="235585">
                  <a:moveTo>
                    <a:pt x="3810" y="224790"/>
                  </a:moveTo>
                  <a:lnTo>
                    <a:pt x="3810" y="225044"/>
                  </a:lnTo>
                  <a:lnTo>
                    <a:pt x="3683" y="225425"/>
                  </a:lnTo>
                  <a:lnTo>
                    <a:pt x="3683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27040" y="3398900"/>
              <a:ext cx="36830" cy="167640"/>
            </a:xfrm>
            <a:custGeom>
              <a:avLst/>
              <a:gdLst/>
              <a:ahLst/>
              <a:cxnLst/>
              <a:rect l="l" t="t" r="r" b="b"/>
              <a:pathLst>
                <a:path w="36829" h="167639">
                  <a:moveTo>
                    <a:pt x="9525" y="164846"/>
                  </a:moveTo>
                  <a:lnTo>
                    <a:pt x="8356" y="164719"/>
                  </a:lnTo>
                  <a:lnTo>
                    <a:pt x="9131" y="164846"/>
                  </a:lnTo>
                  <a:lnTo>
                    <a:pt x="9525" y="164846"/>
                  </a:lnTo>
                  <a:close/>
                </a:path>
                <a:path w="36829" h="167639">
                  <a:moveTo>
                    <a:pt x="12255" y="164846"/>
                  </a:moveTo>
                  <a:lnTo>
                    <a:pt x="12128" y="164592"/>
                  </a:lnTo>
                  <a:lnTo>
                    <a:pt x="10795" y="164592"/>
                  </a:lnTo>
                  <a:lnTo>
                    <a:pt x="9525" y="164846"/>
                  </a:lnTo>
                  <a:lnTo>
                    <a:pt x="12255" y="164846"/>
                  </a:lnTo>
                  <a:close/>
                </a:path>
                <a:path w="36829" h="167639">
                  <a:moveTo>
                    <a:pt x="20955" y="762"/>
                  </a:moveTo>
                  <a:lnTo>
                    <a:pt x="20320" y="0"/>
                  </a:lnTo>
                  <a:lnTo>
                    <a:pt x="18669" y="0"/>
                  </a:lnTo>
                  <a:lnTo>
                    <a:pt x="17907" y="762"/>
                  </a:lnTo>
                  <a:lnTo>
                    <a:pt x="17907" y="2413"/>
                  </a:lnTo>
                  <a:lnTo>
                    <a:pt x="18669" y="3048"/>
                  </a:lnTo>
                  <a:lnTo>
                    <a:pt x="20320" y="3048"/>
                  </a:lnTo>
                  <a:lnTo>
                    <a:pt x="20955" y="2413"/>
                  </a:lnTo>
                  <a:lnTo>
                    <a:pt x="20955" y="1524"/>
                  </a:lnTo>
                  <a:lnTo>
                    <a:pt x="20955" y="762"/>
                  </a:lnTo>
                  <a:close/>
                </a:path>
                <a:path w="36829" h="167639">
                  <a:moveTo>
                    <a:pt x="21082" y="70231"/>
                  </a:moveTo>
                  <a:lnTo>
                    <a:pt x="20066" y="69215"/>
                  </a:lnTo>
                  <a:lnTo>
                    <a:pt x="17526" y="69215"/>
                  </a:lnTo>
                  <a:lnTo>
                    <a:pt x="16510" y="70231"/>
                  </a:lnTo>
                  <a:lnTo>
                    <a:pt x="16510" y="72771"/>
                  </a:lnTo>
                  <a:lnTo>
                    <a:pt x="17526" y="73787"/>
                  </a:lnTo>
                  <a:lnTo>
                    <a:pt x="20066" y="73787"/>
                  </a:lnTo>
                  <a:lnTo>
                    <a:pt x="21082" y="72771"/>
                  </a:lnTo>
                  <a:lnTo>
                    <a:pt x="21082" y="71501"/>
                  </a:lnTo>
                  <a:lnTo>
                    <a:pt x="21082" y="70231"/>
                  </a:lnTo>
                  <a:close/>
                </a:path>
                <a:path w="36829" h="167639">
                  <a:moveTo>
                    <a:pt x="31407" y="164846"/>
                  </a:moveTo>
                  <a:lnTo>
                    <a:pt x="12255" y="164846"/>
                  </a:lnTo>
                  <a:lnTo>
                    <a:pt x="12763" y="165862"/>
                  </a:lnTo>
                  <a:lnTo>
                    <a:pt x="12890" y="166116"/>
                  </a:lnTo>
                  <a:lnTo>
                    <a:pt x="12954" y="166255"/>
                  </a:lnTo>
                  <a:lnTo>
                    <a:pt x="15621" y="167005"/>
                  </a:lnTo>
                  <a:lnTo>
                    <a:pt x="17780" y="165862"/>
                  </a:lnTo>
                  <a:lnTo>
                    <a:pt x="18415" y="165354"/>
                  </a:lnTo>
                  <a:lnTo>
                    <a:pt x="18669" y="165100"/>
                  </a:lnTo>
                  <a:lnTo>
                    <a:pt x="19558" y="167005"/>
                  </a:lnTo>
                  <a:lnTo>
                    <a:pt x="21717" y="167640"/>
                  </a:lnTo>
                  <a:lnTo>
                    <a:pt x="24003" y="166497"/>
                  </a:lnTo>
                  <a:lnTo>
                    <a:pt x="24638" y="165862"/>
                  </a:lnTo>
                  <a:lnTo>
                    <a:pt x="24866" y="165862"/>
                  </a:lnTo>
                  <a:lnTo>
                    <a:pt x="26162" y="167386"/>
                  </a:lnTo>
                  <a:lnTo>
                    <a:pt x="28575" y="167640"/>
                  </a:lnTo>
                  <a:lnTo>
                    <a:pt x="30226" y="166116"/>
                  </a:lnTo>
                  <a:lnTo>
                    <a:pt x="30530" y="165862"/>
                  </a:lnTo>
                  <a:lnTo>
                    <a:pt x="31140" y="165354"/>
                  </a:lnTo>
                  <a:lnTo>
                    <a:pt x="31242" y="165100"/>
                  </a:lnTo>
                  <a:lnTo>
                    <a:pt x="31407" y="164846"/>
                  </a:lnTo>
                  <a:close/>
                </a:path>
                <a:path w="36829" h="167639">
                  <a:moveTo>
                    <a:pt x="36322" y="154940"/>
                  </a:moveTo>
                  <a:lnTo>
                    <a:pt x="35928" y="152146"/>
                  </a:lnTo>
                  <a:lnTo>
                    <a:pt x="35814" y="151269"/>
                  </a:lnTo>
                  <a:lnTo>
                    <a:pt x="32639" y="148590"/>
                  </a:lnTo>
                  <a:lnTo>
                    <a:pt x="31750" y="148209"/>
                  </a:lnTo>
                  <a:lnTo>
                    <a:pt x="30861" y="148209"/>
                  </a:lnTo>
                  <a:lnTo>
                    <a:pt x="30861" y="145288"/>
                  </a:lnTo>
                  <a:lnTo>
                    <a:pt x="29464" y="143891"/>
                  </a:lnTo>
                  <a:lnTo>
                    <a:pt x="28702" y="143129"/>
                  </a:lnTo>
                  <a:lnTo>
                    <a:pt x="25273" y="143129"/>
                  </a:lnTo>
                  <a:lnTo>
                    <a:pt x="24384" y="143395"/>
                  </a:lnTo>
                  <a:lnTo>
                    <a:pt x="23622" y="143891"/>
                  </a:lnTo>
                  <a:lnTo>
                    <a:pt x="23241" y="142367"/>
                  </a:lnTo>
                  <a:lnTo>
                    <a:pt x="23012" y="141478"/>
                  </a:lnTo>
                  <a:lnTo>
                    <a:pt x="22948" y="141224"/>
                  </a:lnTo>
                  <a:lnTo>
                    <a:pt x="22860" y="140855"/>
                  </a:lnTo>
                  <a:lnTo>
                    <a:pt x="19685" y="139065"/>
                  </a:lnTo>
                  <a:lnTo>
                    <a:pt x="16891" y="139954"/>
                  </a:lnTo>
                  <a:lnTo>
                    <a:pt x="15189" y="140462"/>
                  </a:lnTo>
                  <a:lnTo>
                    <a:pt x="15468" y="140462"/>
                  </a:lnTo>
                  <a:lnTo>
                    <a:pt x="14605" y="141224"/>
                  </a:lnTo>
                  <a:lnTo>
                    <a:pt x="13843" y="142367"/>
                  </a:lnTo>
                  <a:lnTo>
                    <a:pt x="10922" y="140462"/>
                  </a:lnTo>
                  <a:lnTo>
                    <a:pt x="7112" y="141478"/>
                  </a:lnTo>
                  <a:lnTo>
                    <a:pt x="5334" y="144653"/>
                  </a:lnTo>
                  <a:lnTo>
                    <a:pt x="3136" y="144653"/>
                  </a:lnTo>
                  <a:lnTo>
                    <a:pt x="1524" y="145923"/>
                  </a:lnTo>
                  <a:lnTo>
                    <a:pt x="1244" y="148209"/>
                  </a:lnTo>
                  <a:lnTo>
                    <a:pt x="1143" y="149098"/>
                  </a:lnTo>
                  <a:lnTo>
                    <a:pt x="1524" y="150241"/>
                  </a:lnTo>
                  <a:lnTo>
                    <a:pt x="2286" y="151003"/>
                  </a:lnTo>
                  <a:lnTo>
                    <a:pt x="508" y="152146"/>
                  </a:lnTo>
                  <a:lnTo>
                    <a:pt x="0" y="154444"/>
                  </a:lnTo>
                  <a:lnTo>
                    <a:pt x="1016" y="156210"/>
                  </a:lnTo>
                  <a:lnTo>
                    <a:pt x="1524" y="157226"/>
                  </a:lnTo>
                  <a:lnTo>
                    <a:pt x="2540" y="158000"/>
                  </a:lnTo>
                  <a:lnTo>
                    <a:pt x="3670" y="158000"/>
                  </a:lnTo>
                  <a:lnTo>
                    <a:pt x="3378" y="160528"/>
                  </a:lnTo>
                  <a:lnTo>
                    <a:pt x="3302" y="161290"/>
                  </a:lnTo>
                  <a:lnTo>
                    <a:pt x="5334" y="164211"/>
                  </a:lnTo>
                  <a:lnTo>
                    <a:pt x="7607" y="164592"/>
                  </a:lnTo>
                  <a:lnTo>
                    <a:pt x="10795" y="164592"/>
                  </a:lnTo>
                  <a:lnTo>
                    <a:pt x="11811" y="163969"/>
                  </a:lnTo>
                  <a:lnTo>
                    <a:pt x="12128" y="164592"/>
                  </a:lnTo>
                  <a:lnTo>
                    <a:pt x="31508" y="164592"/>
                  </a:lnTo>
                  <a:lnTo>
                    <a:pt x="31584" y="163969"/>
                  </a:lnTo>
                  <a:lnTo>
                    <a:pt x="31623" y="163703"/>
                  </a:lnTo>
                  <a:lnTo>
                    <a:pt x="33909" y="163080"/>
                  </a:lnTo>
                  <a:lnTo>
                    <a:pt x="35306" y="160528"/>
                  </a:lnTo>
                  <a:lnTo>
                    <a:pt x="34671" y="158000"/>
                  </a:lnTo>
                  <a:lnTo>
                    <a:pt x="34544" y="157619"/>
                  </a:lnTo>
                  <a:lnTo>
                    <a:pt x="34417" y="157480"/>
                  </a:lnTo>
                  <a:lnTo>
                    <a:pt x="36322" y="154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27040" y="3331336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8"/>
                  </a:moveTo>
                  <a:lnTo>
                    <a:pt x="3301" y="228853"/>
                  </a:lnTo>
                  <a:lnTo>
                    <a:pt x="5334" y="231775"/>
                  </a:lnTo>
                  <a:lnTo>
                    <a:pt x="8382" y="232283"/>
                  </a:lnTo>
                  <a:lnTo>
                    <a:pt x="9525" y="232410"/>
                  </a:lnTo>
                  <a:lnTo>
                    <a:pt x="10795" y="232155"/>
                  </a:lnTo>
                  <a:lnTo>
                    <a:pt x="11811" y="231521"/>
                  </a:lnTo>
                  <a:lnTo>
                    <a:pt x="12954" y="233807"/>
                  </a:lnTo>
                  <a:lnTo>
                    <a:pt x="15621" y="234568"/>
                  </a:lnTo>
                  <a:lnTo>
                    <a:pt x="17780" y="233425"/>
                  </a:lnTo>
                  <a:lnTo>
                    <a:pt x="18034" y="233172"/>
                  </a:lnTo>
                  <a:lnTo>
                    <a:pt x="18414" y="232917"/>
                  </a:lnTo>
                  <a:lnTo>
                    <a:pt x="18669" y="232663"/>
                  </a:lnTo>
                  <a:lnTo>
                    <a:pt x="19558" y="234568"/>
                  </a:lnTo>
                  <a:lnTo>
                    <a:pt x="21717" y="235203"/>
                  </a:lnTo>
                  <a:lnTo>
                    <a:pt x="23495" y="234314"/>
                  </a:lnTo>
                  <a:lnTo>
                    <a:pt x="24002" y="234061"/>
                  </a:lnTo>
                  <a:lnTo>
                    <a:pt x="24384" y="233679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5"/>
                  </a:lnTo>
                  <a:lnTo>
                    <a:pt x="31496" y="232283"/>
                  </a:lnTo>
                  <a:lnTo>
                    <a:pt x="31623" y="231266"/>
                  </a:lnTo>
                  <a:lnTo>
                    <a:pt x="33909" y="230632"/>
                  </a:lnTo>
                  <a:lnTo>
                    <a:pt x="35306" y="228091"/>
                  </a:lnTo>
                  <a:lnTo>
                    <a:pt x="34671" y="225551"/>
                  </a:lnTo>
                  <a:lnTo>
                    <a:pt x="34544" y="225171"/>
                  </a:lnTo>
                  <a:lnTo>
                    <a:pt x="34417" y="225043"/>
                  </a:lnTo>
                  <a:lnTo>
                    <a:pt x="36322" y="222503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4" y="210947"/>
                  </a:lnTo>
                  <a:lnTo>
                    <a:pt x="23622" y="211454"/>
                  </a:lnTo>
                  <a:lnTo>
                    <a:pt x="22860" y="208407"/>
                  </a:lnTo>
                  <a:lnTo>
                    <a:pt x="19685" y="206628"/>
                  </a:lnTo>
                  <a:lnTo>
                    <a:pt x="16890" y="207517"/>
                  </a:lnTo>
                  <a:lnTo>
                    <a:pt x="15621" y="207899"/>
                  </a:lnTo>
                  <a:lnTo>
                    <a:pt x="14605" y="208787"/>
                  </a:lnTo>
                  <a:lnTo>
                    <a:pt x="13843" y="209930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4" y="212216"/>
                  </a:lnTo>
                  <a:lnTo>
                    <a:pt x="3301" y="212089"/>
                  </a:lnTo>
                  <a:lnTo>
                    <a:pt x="1524" y="213487"/>
                  </a:lnTo>
                  <a:lnTo>
                    <a:pt x="1270" y="215646"/>
                  </a:lnTo>
                  <a:lnTo>
                    <a:pt x="1143" y="216662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3" y="225551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4" y="380"/>
                  </a:lnTo>
                  <a:lnTo>
                    <a:pt x="19304" y="762"/>
                  </a:lnTo>
                  <a:lnTo>
                    <a:pt x="19304" y="1142"/>
                  </a:lnTo>
                  <a:lnTo>
                    <a:pt x="19685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5" y="69087"/>
                  </a:moveTo>
                  <a:lnTo>
                    <a:pt x="20955" y="68325"/>
                  </a:lnTo>
                  <a:lnTo>
                    <a:pt x="20320" y="67563"/>
                  </a:lnTo>
                  <a:lnTo>
                    <a:pt x="19431" y="67563"/>
                  </a:lnTo>
                  <a:lnTo>
                    <a:pt x="18669" y="67563"/>
                  </a:lnTo>
                  <a:lnTo>
                    <a:pt x="17907" y="68325"/>
                  </a:lnTo>
                  <a:lnTo>
                    <a:pt x="17907" y="69087"/>
                  </a:lnTo>
                  <a:lnTo>
                    <a:pt x="17907" y="69976"/>
                  </a:lnTo>
                  <a:lnTo>
                    <a:pt x="18669" y="70612"/>
                  </a:lnTo>
                  <a:lnTo>
                    <a:pt x="19431" y="70612"/>
                  </a:lnTo>
                  <a:lnTo>
                    <a:pt x="20320" y="70612"/>
                  </a:lnTo>
                  <a:lnTo>
                    <a:pt x="20955" y="69976"/>
                  </a:lnTo>
                  <a:lnTo>
                    <a:pt x="20955" y="69087"/>
                  </a:lnTo>
                  <a:close/>
                </a:path>
                <a:path w="36829" h="235585">
                  <a:moveTo>
                    <a:pt x="21082" y="139064"/>
                  </a:moveTo>
                  <a:lnTo>
                    <a:pt x="21082" y="137795"/>
                  </a:lnTo>
                  <a:lnTo>
                    <a:pt x="20065" y="136778"/>
                  </a:lnTo>
                  <a:lnTo>
                    <a:pt x="18796" y="136778"/>
                  </a:lnTo>
                  <a:lnTo>
                    <a:pt x="17525" y="136778"/>
                  </a:lnTo>
                  <a:lnTo>
                    <a:pt x="16510" y="137795"/>
                  </a:lnTo>
                  <a:lnTo>
                    <a:pt x="16510" y="139064"/>
                  </a:lnTo>
                  <a:lnTo>
                    <a:pt x="16510" y="140335"/>
                  </a:lnTo>
                  <a:lnTo>
                    <a:pt x="17525" y="141350"/>
                  </a:lnTo>
                  <a:lnTo>
                    <a:pt x="18796" y="141350"/>
                  </a:lnTo>
                  <a:lnTo>
                    <a:pt x="20065" y="141350"/>
                  </a:lnTo>
                  <a:lnTo>
                    <a:pt x="21082" y="140335"/>
                  </a:lnTo>
                  <a:lnTo>
                    <a:pt x="21082" y="139064"/>
                  </a:lnTo>
                  <a:close/>
                </a:path>
                <a:path w="36829" h="235585">
                  <a:moveTo>
                    <a:pt x="4318" y="218186"/>
                  </a:moveTo>
                  <a:lnTo>
                    <a:pt x="3556" y="218186"/>
                  </a:lnTo>
                  <a:lnTo>
                    <a:pt x="2921" y="218312"/>
                  </a:lnTo>
                  <a:lnTo>
                    <a:pt x="2286" y="218693"/>
                  </a:lnTo>
                </a:path>
                <a:path w="36829" h="235585">
                  <a:moveTo>
                    <a:pt x="6096" y="212725"/>
                  </a:moveTo>
                  <a:lnTo>
                    <a:pt x="5842" y="212598"/>
                  </a:lnTo>
                  <a:lnTo>
                    <a:pt x="5587" y="212471"/>
                  </a:lnTo>
                  <a:lnTo>
                    <a:pt x="5207" y="212471"/>
                  </a:lnTo>
                </a:path>
                <a:path w="36829" h="235585">
                  <a:moveTo>
                    <a:pt x="13843" y="210058"/>
                  </a:moveTo>
                  <a:lnTo>
                    <a:pt x="13715" y="210312"/>
                  </a:lnTo>
                  <a:lnTo>
                    <a:pt x="13462" y="210692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2" y="211582"/>
                  </a:lnTo>
                </a:path>
                <a:path w="36829" h="235585">
                  <a:moveTo>
                    <a:pt x="28194" y="220217"/>
                  </a:moveTo>
                  <a:lnTo>
                    <a:pt x="29845" y="219455"/>
                  </a:lnTo>
                  <a:lnTo>
                    <a:pt x="30861" y="217677"/>
                  </a:lnTo>
                  <a:lnTo>
                    <a:pt x="30861" y="215773"/>
                  </a:lnTo>
                </a:path>
                <a:path w="36829" h="235585">
                  <a:moveTo>
                    <a:pt x="34417" y="225043"/>
                  </a:moveTo>
                  <a:lnTo>
                    <a:pt x="34162" y="224409"/>
                  </a:lnTo>
                  <a:lnTo>
                    <a:pt x="33782" y="223774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30" y="232283"/>
                  </a:moveTo>
                  <a:lnTo>
                    <a:pt x="24257" y="232663"/>
                  </a:lnTo>
                  <a:lnTo>
                    <a:pt x="24511" y="233045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2" y="232155"/>
                  </a:lnTo>
                  <a:lnTo>
                    <a:pt x="18669" y="232410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2" y="231266"/>
                  </a:lnTo>
                  <a:lnTo>
                    <a:pt x="12573" y="231012"/>
                  </a:lnTo>
                  <a:lnTo>
                    <a:pt x="12954" y="230632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3"/>
                  </a:lnTo>
                  <a:lnTo>
                    <a:pt x="3683" y="225425"/>
                  </a:lnTo>
                  <a:lnTo>
                    <a:pt x="368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12384" y="3445001"/>
              <a:ext cx="36830" cy="28575"/>
            </a:xfrm>
            <a:custGeom>
              <a:avLst/>
              <a:gdLst/>
              <a:ahLst/>
              <a:cxnLst/>
              <a:rect l="l" t="t" r="r" b="b"/>
              <a:pathLst>
                <a:path w="36829" h="28575">
                  <a:moveTo>
                    <a:pt x="31241" y="26035"/>
                  </a:moveTo>
                  <a:lnTo>
                    <a:pt x="18668" y="26035"/>
                  </a:lnTo>
                  <a:lnTo>
                    <a:pt x="19557" y="27939"/>
                  </a:lnTo>
                  <a:lnTo>
                    <a:pt x="21716" y="28575"/>
                  </a:lnTo>
                  <a:lnTo>
                    <a:pt x="24002" y="27432"/>
                  </a:lnTo>
                  <a:lnTo>
                    <a:pt x="24637" y="26797"/>
                  </a:lnTo>
                  <a:lnTo>
                    <a:pt x="30530" y="26797"/>
                  </a:lnTo>
                  <a:lnTo>
                    <a:pt x="30987" y="26415"/>
                  </a:lnTo>
                  <a:lnTo>
                    <a:pt x="31241" y="26035"/>
                  </a:lnTo>
                  <a:close/>
                </a:path>
                <a:path w="36829" h="28575">
                  <a:moveTo>
                    <a:pt x="30530" y="26797"/>
                  </a:moveTo>
                  <a:lnTo>
                    <a:pt x="24872" y="26797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088" y="27177"/>
                  </a:lnTo>
                  <a:lnTo>
                    <a:pt x="30530" y="26797"/>
                  </a:lnTo>
                  <a:close/>
                </a:path>
                <a:path w="36829" h="28575">
                  <a:moveTo>
                    <a:pt x="31591" y="24892"/>
                  </a:moveTo>
                  <a:lnTo>
                    <a:pt x="11811" y="24892"/>
                  </a:lnTo>
                  <a:lnTo>
                    <a:pt x="12953" y="27177"/>
                  </a:lnTo>
                  <a:lnTo>
                    <a:pt x="15620" y="27939"/>
                  </a:lnTo>
                  <a:lnTo>
                    <a:pt x="17779" y="26797"/>
                  </a:lnTo>
                  <a:lnTo>
                    <a:pt x="18161" y="26415"/>
                  </a:lnTo>
                  <a:lnTo>
                    <a:pt x="18668" y="26035"/>
                  </a:lnTo>
                  <a:lnTo>
                    <a:pt x="31241" y="26035"/>
                  </a:lnTo>
                  <a:lnTo>
                    <a:pt x="31411" y="25781"/>
                  </a:lnTo>
                  <a:lnTo>
                    <a:pt x="31495" y="25653"/>
                  </a:lnTo>
                  <a:lnTo>
                    <a:pt x="31591" y="24892"/>
                  </a:lnTo>
                  <a:close/>
                </a:path>
                <a:path w="36829" h="28575">
                  <a:moveTo>
                    <a:pt x="10921" y="1397"/>
                  </a:moveTo>
                  <a:lnTo>
                    <a:pt x="7112" y="2412"/>
                  </a:lnTo>
                  <a:lnTo>
                    <a:pt x="5333" y="5587"/>
                  </a:lnTo>
                  <a:lnTo>
                    <a:pt x="3140" y="5587"/>
                  </a:lnTo>
                  <a:lnTo>
                    <a:pt x="1524" y="6858"/>
                  </a:lnTo>
                  <a:lnTo>
                    <a:pt x="1254" y="9144"/>
                  </a:lnTo>
                  <a:lnTo>
                    <a:pt x="1142" y="10033"/>
                  </a:lnTo>
                  <a:lnTo>
                    <a:pt x="1524" y="11175"/>
                  </a:lnTo>
                  <a:lnTo>
                    <a:pt x="2286" y="11937"/>
                  </a:lnTo>
                  <a:lnTo>
                    <a:pt x="507" y="13081"/>
                  </a:lnTo>
                  <a:lnTo>
                    <a:pt x="0" y="15367"/>
                  </a:lnTo>
                  <a:lnTo>
                    <a:pt x="1015" y="17145"/>
                  </a:lnTo>
                  <a:lnTo>
                    <a:pt x="1524" y="18161"/>
                  </a:lnTo>
                  <a:lnTo>
                    <a:pt x="2542" y="18924"/>
                  </a:lnTo>
                  <a:lnTo>
                    <a:pt x="3682" y="18924"/>
                  </a:lnTo>
                  <a:lnTo>
                    <a:pt x="3389" y="21462"/>
                  </a:lnTo>
                  <a:lnTo>
                    <a:pt x="3301" y="22225"/>
                  </a:lnTo>
                  <a:lnTo>
                    <a:pt x="5333" y="25146"/>
                  </a:lnTo>
                  <a:lnTo>
                    <a:pt x="8381" y="25653"/>
                  </a:lnTo>
                  <a:lnTo>
                    <a:pt x="9525" y="25781"/>
                  </a:lnTo>
                  <a:lnTo>
                    <a:pt x="10160" y="25653"/>
                  </a:lnTo>
                  <a:lnTo>
                    <a:pt x="10591" y="25653"/>
                  </a:lnTo>
                  <a:lnTo>
                    <a:pt x="11811" y="24892"/>
                  </a:lnTo>
                  <a:lnTo>
                    <a:pt x="31591" y="24892"/>
                  </a:lnTo>
                  <a:lnTo>
                    <a:pt x="31623" y="24637"/>
                  </a:lnTo>
                  <a:lnTo>
                    <a:pt x="33908" y="24002"/>
                  </a:lnTo>
                  <a:lnTo>
                    <a:pt x="35305" y="21462"/>
                  </a:lnTo>
                  <a:lnTo>
                    <a:pt x="34671" y="18924"/>
                  </a:lnTo>
                  <a:lnTo>
                    <a:pt x="34543" y="18542"/>
                  </a:lnTo>
                  <a:lnTo>
                    <a:pt x="34416" y="18414"/>
                  </a:lnTo>
                  <a:lnTo>
                    <a:pt x="36321" y="15875"/>
                  </a:lnTo>
                  <a:lnTo>
                    <a:pt x="35936" y="13081"/>
                  </a:lnTo>
                  <a:lnTo>
                    <a:pt x="35813" y="12192"/>
                  </a:lnTo>
                  <a:lnTo>
                    <a:pt x="32638" y="9525"/>
                  </a:lnTo>
                  <a:lnTo>
                    <a:pt x="31750" y="9144"/>
                  </a:lnTo>
                  <a:lnTo>
                    <a:pt x="30861" y="9144"/>
                  </a:lnTo>
                  <a:lnTo>
                    <a:pt x="30861" y="6223"/>
                  </a:lnTo>
                  <a:lnTo>
                    <a:pt x="29463" y="4825"/>
                  </a:lnTo>
                  <a:lnTo>
                    <a:pt x="23621" y="4825"/>
                  </a:lnTo>
                  <a:lnTo>
                    <a:pt x="23240" y="3301"/>
                  </a:lnTo>
                  <a:lnTo>
                    <a:pt x="13842" y="3301"/>
                  </a:lnTo>
                  <a:lnTo>
                    <a:pt x="10921" y="1397"/>
                  </a:lnTo>
                  <a:close/>
                </a:path>
                <a:path w="36829" h="28575">
                  <a:moveTo>
                    <a:pt x="28701" y="4063"/>
                  </a:moveTo>
                  <a:lnTo>
                    <a:pt x="25273" y="4063"/>
                  </a:lnTo>
                  <a:lnTo>
                    <a:pt x="24383" y="4318"/>
                  </a:lnTo>
                  <a:lnTo>
                    <a:pt x="23621" y="4825"/>
                  </a:lnTo>
                  <a:lnTo>
                    <a:pt x="29463" y="4825"/>
                  </a:lnTo>
                  <a:lnTo>
                    <a:pt x="28701" y="4063"/>
                  </a:lnTo>
                  <a:close/>
                </a:path>
                <a:path w="36829" h="28575">
                  <a:moveTo>
                    <a:pt x="19685" y="0"/>
                  </a:moveTo>
                  <a:lnTo>
                    <a:pt x="16890" y="888"/>
                  </a:lnTo>
                  <a:lnTo>
                    <a:pt x="15197" y="1397"/>
                  </a:lnTo>
                  <a:lnTo>
                    <a:pt x="15475" y="1397"/>
                  </a:lnTo>
                  <a:lnTo>
                    <a:pt x="14604" y="2159"/>
                  </a:lnTo>
                  <a:lnTo>
                    <a:pt x="13842" y="3301"/>
                  </a:lnTo>
                  <a:lnTo>
                    <a:pt x="23240" y="3301"/>
                  </a:lnTo>
                  <a:lnTo>
                    <a:pt x="23018" y="2412"/>
                  </a:lnTo>
                  <a:lnTo>
                    <a:pt x="22955" y="2159"/>
                  </a:lnTo>
                  <a:lnTo>
                    <a:pt x="22860" y="1777"/>
                  </a:lnTo>
                  <a:lnTo>
                    <a:pt x="196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612384" y="3238372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8"/>
                  </a:moveTo>
                  <a:lnTo>
                    <a:pt x="3301" y="228853"/>
                  </a:lnTo>
                  <a:lnTo>
                    <a:pt x="5333" y="231775"/>
                  </a:lnTo>
                  <a:lnTo>
                    <a:pt x="8381" y="232282"/>
                  </a:lnTo>
                  <a:lnTo>
                    <a:pt x="9525" y="232410"/>
                  </a:lnTo>
                  <a:lnTo>
                    <a:pt x="10794" y="232155"/>
                  </a:lnTo>
                  <a:lnTo>
                    <a:pt x="11811" y="231521"/>
                  </a:lnTo>
                  <a:lnTo>
                    <a:pt x="12953" y="233806"/>
                  </a:lnTo>
                  <a:lnTo>
                    <a:pt x="15620" y="234568"/>
                  </a:lnTo>
                  <a:lnTo>
                    <a:pt x="17779" y="233425"/>
                  </a:lnTo>
                  <a:lnTo>
                    <a:pt x="18033" y="233172"/>
                  </a:lnTo>
                  <a:lnTo>
                    <a:pt x="18414" y="232917"/>
                  </a:lnTo>
                  <a:lnTo>
                    <a:pt x="18668" y="232663"/>
                  </a:lnTo>
                  <a:lnTo>
                    <a:pt x="19557" y="234568"/>
                  </a:lnTo>
                  <a:lnTo>
                    <a:pt x="21716" y="235203"/>
                  </a:lnTo>
                  <a:lnTo>
                    <a:pt x="23494" y="234314"/>
                  </a:lnTo>
                  <a:lnTo>
                    <a:pt x="24002" y="234061"/>
                  </a:lnTo>
                  <a:lnTo>
                    <a:pt x="24383" y="233679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4"/>
                  </a:lnTo>
                  <a:lnTo>
                    <a:pt x="31495" y="232282"/>
                  </a:lnTo>
                  <a:lnTo>
                    <a:pt x="31623" y="231266"/>
                  </a:lnTo>
                  <a:lnTo>
                    <a:pt x="33908" y="230631"/>
                  </a:lnTo>
                  <a:lnTo>
                    <a:pt x="35305" y="228091"/>
                  </a:lnTo>
                  <a:lnTo>
                    <a:pt x="34670" y="225551"/>
                  </a:lnTo>
                  <a:lnTo>
                    <a:pt x="34543" y="225171"/>
                  </a:lnTo>
                  <a:lnTo>
                    <a:pt x="34416" y="225043"/>
                  </a:lnTo>
                  <a:lnTo>
                    <a:pt x="36321" y="222503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3" y="210947"/>
                  </a:lnTo>
                  <a:lnTo>
                    <a:pt x="23621" y="211454"/>
                  </a:lnTo>
                  <a:lnTo>
                    <a:pt x="22860" y="208406"/>
                  </a:lnTo>
                  <a:lnTo>
                    <a:pt x="19685" y="206628"/>
                  </a:lnTo>
                  <a:lnTo>
                    <a:pt x="16890" y="207517"/>
                  </a:lnTo>
                  <a:lnTo>
                    <a:pt x="15620" y="207899"/>
                  </a:lnTo>
                  <a:lnTo>
                    <a:pt x="14604" y="208787"/>
                  </a:lnTo>
                  <a:lnTo>
                    <a:pt x="13842" y="209930"/>
                  </a:lnTo>
                  <a:lnTo>
                    <a:pt x="10921" y="208025"/>
                  </a:lnTo>
                  <a:lnTo>
                    <a:pt x="7112" y="209041"/>
                  </a:lnTo>
                  <a:lnTo>
                    <a:pt x="5333" y="212216"/>
                  </a:lnTo>
                  <a:lnTo>
                    <a:pt x="3301" y="212089"/>
                  </a:lnTo>
                  <a:lnTo>
                    <a:pt x="1524" y="213487"/>
                  </a:lnTo>
                  <a:lnTo>
                    <a:pt x="1269" y="215646"/>
                  </a:lnTo>
                  <a:lnTo>
                    <a:pt x="1142" y="216662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7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2" y="225551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0"/>
                  </a:lnTo>
                  <a:lnTo>
                    <a:pt x="19303" y="762"/>
                  </a:lnTo>
                  <a:lnTo>
                    <a:pt x="19303" y="1142"/>
                  </a:lnTo>
                  <a:lnTo>
                    <a:pt x="19685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6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4"/>
                  </a:moveTo>
                  <a:lnTo>
                    <a:pt x="21081" y="137794"/>
                  </a:lnTo>
                  <a:lnTo>
                    <a:pt x="20065" y="136778"/>
                  </a:lnTo>
                  <a:lnTo>
                    <a:pt x="18795" y="136778"/>
                  </a:lnTo>
                  <a:lnTo>
                    <a:pt x="17525" y="136778"/>
                  </a:lnTo>
                  <a:lnTo>
                    <a:pt x="16510" y="137794"/>
                  </a:lnTo>
                  <a:lnTo>
                    <a:pt x="16510" y="139064"/>
                  </a:lnTo>
                  <a:lnTo>
                    <a:pt x="16510" y="140335"/>
                  </a:lnTo>
                  <a:lnTo>
                    <a:pt x="17525" y="141350"/>
                  </a:lnTo>
                  <a:lnTo>
                    <a:pt x="18795" y="141350"/>
                  </a:lnTo>
                  <a:lnTo>
                    <a:pt x="20065" y="141350"/>
                  </a:lnTo>
                  <a:lnTo>
                    <a:pt x="21081" y="140335"/>
                  </a:lnTo>
                  <a:lnTo>
                    <a:pt x="21081" y="139064"/>
                  </a:lnTo>
                  <a:close/>
                </a:path>
                <a:path w="36829" h="235585">
                  <a:moveTo>
                    <a:pt x="4317" y="218186"/>
                  </a:moveTo>
                  <a:lnTo>
                    <a:pt x="3555" y="218186"/>
                  </a:lnTo>
                  <a:lnTo>
                    <a:pt x="2920" y="218312"/>
                  </a:lnTo>
                  <a:lnTo>
                    <a:pt x="2286" y="218693"/>
                  </a:lnTo>
                </a:path>
                <a:path w="36829" h="235585">
                  <a:moveTo>
                    <a:pt x="6095" y="212725"/>
                  </a:moveTo>
                  <a:lnTo>
                    <a:pt x="5841" y="212598"/>
                  </a:lnTo>
                  <a:lnTo>
                    <a:pt x="5587" y="212471"/>
                  </a:lnTo>
                  <a:lnTo>
                    <a:pt x="5206" y="212471"/>
                  </a:lnTo>
                </a:path>
                <a:path w="36829" h="235585">
                  <a:moveTo>
                    <a:pt x="13842" y="210057"/>
                  </a:moveTo>
                  <a:lnTo>
                    <a:pt x="13715" y="210312"/>
                  </a:lnTo>
                  <a:lnTo>
                    <a:pt x="13462" y="210692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1" y="211581"/>
                  </a:lnTo>
                </a:path>
                <a:path w="36829" h="235585">
                  <a:moveTo>
                    <a:pt x="28193" y="220217"/>
                  </a:moveTo>
                  <a:lnTo>
                    <a:pt x="29844" y="219455"/>
                  </a:lnTo>
                  <a:lnTo>
                    <a:pt x="30861" y="217677"/>
                  </a:lnTo>
                  <a:lnTo>
                    <a:pt x="30861" y="215773"/>
                  </a:lnTo>
                </a:path>
                <a:path w="36829" h="235585">
                  <a:moveTo>
                    <a:pt x="34416" y="225043"/>
                  </a:moveTo>
                  <a:lnTo>
                    <a:pt x="34162" y="224409"/>
                  </a:lnTo>
                  <a:lnTo>
                    <a:pt x="33781" y="223774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6"/>
                  </a:lnTo>
                  <a:lnTo>
                    <a:pt x="31623" y="230631"/>
                  </a:lnTo>
                </a:path>
                <a:path w="36829" h="235585">
                  <a:moveTo>
                    <a:pt x="24129" y="232282"/>
                  </a:moveTo>
                  <a:lnTo>
                    <a:pt x="24256" y="232663"/>
                  </a:lnTo>
                  <a:lnTo>
                    <a:pt x="24511" y="233044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1" y="232155"/>
                  </a:lnTo>
                  <a:lnTo>
                    <a:pt x="18668" y="232410"/>
                  </a:lnTo>
                  <a:lnTo>
                    <a:pt x="18795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1" y="231266"/>
                  </a:lnTo>
                  <a:lnTo>
                    <a:pt x="12573" y="231012"/>
                  </a:lnTo>
                  <a:lnTo>
                    <a:pt x="12953" y="230631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3"/>
                  </a:lnTo>
                  <a:lnTo>
                    <a:pt x="3682" y="225425"/>
                  </a:lnTo>
                  <a:lnTo>
                    <a:pt x="3682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676392" y="3433952"/>
              <a:ext cx="36830" cy="167640"/>
            </a:xfrm>
            <a:custGeom>
              <a:avLst/>
              <a:gdLst/>
              <a:ahLst/>
              <a:cxnLst/>
              <a:rect l="l" t="t" r="r" b="b"/>
              <a:pathLst>
                <a:path w="36829" h="167639">
                  <a:moveTo>
                    <a:pt x="20955" y="762"/>
                  </a:moveTo>
                  <a:lnTo>
                    <a:pt x="20320" y="0"/>
                  </a:lnTo>
                  <a:lnTo>
                    <a:pt x="18669" y="0"/>
                  </a:lnTo>
                  <a:lnTo>
                    <a:pt x="17907" y="762"/>
                  </a:lnTo>
                  <a:lnTo>
                    <a:pt x="17907" y="2413"/>
                  </a:lnTo>
                  <a:lnTo>
                    <a:pt x="18669" y="3048"/>
                  </a:lnTo>
                  <a:lnTo>
                    <a:pt x="20320" y="3048"/>
                  </a:lnTo>
                  <a:lnTo>
                    <a:pt x="20955" y="2413"/>
                  </a:lnTo>
                  <a:lnTo>
                    <a:pt x="20955" y="1524"/>
                  </a:lnTo>
                  <a:lnTo>
                    <a:pt x="20955" y="762"/>
                  </a:lnTo>
                  <a:close/>
                </a:path>
                <a:path w="36829" h="167639">
                  <a:moveTo>
                    <a:pt x="21082" y="70231"/>
                  </a:moveTo>
                  <a:lnTo>
                    <a:pt x="20066" y="69215"/>
                  </a:lnTo>
                  <a:lnTo>
                    <a:pt x="17526" y="69215"/>
                  </a:lnTo>
                  <a:lnTo>
                    <a:pt x="16510" y="70231"/>
                  </a:lnTo>
                  <a:lnTo>
                    <a:pt x="16510" y="72771"/>
                  </a:lnTo>
                  <a:lnTo>
                    <a:pt x="17526" y="73787"/>
                  </a:lnTo>
                  <a:lnTo>
                    <a:pt x="20066" y="73787"/>
                  </a:lnTo>
                  <a:lnTo>
                    <a:pt x="21082" y="72771"/>
                  </a:lnTo>
                  <a:lnTo>
                    <a:pt x="21082" y="71501"/>
                  </a:lnTo>
                  <a:lnTo>
                    <a:pt x="21082" y="70231"/>
                  </a:lnTo>
                  <a:close/>
                </a:path>
                <a:path w="36829" h="167639">
                  <a:moveTo>
                    <a:pt x="36322" y="154940"/>
                  </a:moveTo>
                  <a:lnTo>
                    <a:pt x="35928" y="152146"/>
                  </a:lnTo>
                  <a:lnTo>
                    <a:pt x="35814" y="151257"/>
                  </a:lnTo>
                  <a:lnTo>
                    <a:pt x="32639" y="148590"/>
                  </a:lnTo>
                  <a:lnTo>
                    <a:pt x="31750" y="148209"/>
                  </a:lnTo>
                  <a:lnTo>
                    <a:pt x="30861" y="148209"/>
                  </a:lnTo>
                  <a:lnTo>
                    <a:pt x="30861" y="145288"/>
                  </a:lnTo>
                  <a:lnTo>
                    <a:pt x="30353" y="144792"/>
                  </a:lnTo>
                  <a:lnTo>
                    <a:pt x="29464" y="143903"/>
                  </a:lnTo>
                  <a:lnTo>
                    <a:pt x="28702" y="143141"/>
                  </a:lnTo>
                  <a:lnTo>
                    <a:pt x="25273" y="143141"/>
                  </a:lnTo>
                  <a:lnTo>
                    <a:pt x="24384" y="143383"/>
                  </a:lnTo>
                  <a:lnTo>
                    <a:pt x="23622" y="143903"/>
                  </a:lnTo>
                  <a:lnTo>
                    <a:pt x="23228" y="142379"/>
                  </a:lnTo>
                  <a:lnTo>
                    <a:pt x="23012" y="141478"/>
                  </a:lnTo>
                  <a:lnTo>
                    <a:pt x="22948" y="141224"/>
                  </a:lnTo>
                  <a:lnTo>
                    <a:pt x="22860" y="140855"/>
                  </a:lnTo>
                  <a:lnTo>
                    <a:pt x="19685" y="139065"/>
                  </a:lnTo>
                  <a:lnTo>
                    <a:pt x="18796" y="139357"/>
                  </a:lnTo>
                  <a:lnTo>
                    <a:pt x="18796" y="165100"/>
                  </a:lnTo>
                  <a:lnTo>
                    <a:pt x="18669" y="165100"/>
                  </a:lnTo>
                  <a:lnTo>
                    <a:pt x="18796" y="165100"/>
                  </a:lnTo>
                  <a:lnTo>
                    <a:pt x="18796" y="139357"/>
                  </a:lnTo>
                  <a:lnTo>
                    <a:pt x="16891" y="139966"/>
                  </a:lnTo>
                  <a:lnTo>
                    <a:pt x="15189" y="140462"/>
                  </a:lnTo>
                  <a:lnTo>
                    <a:pt x="15468" y="140462"/>
                  </a:lnTo>
                  <a:lnTo>
                    <a:pt x="14605" y="141224"/>
                  </a:lnTo>
                  <a:lnTo>
                    <a:pt x="13843" y="142379"/>
                  </a:lnTo>
                  <a:lnTo>
                    <a:pt x="10922" y="140462"/>
                  </a:lnTo>
                  <a:lnTo>
                    <a:pt x="7112" y="141478"/>
                  </a:lnTo>
                  <a:lnTo>
                    <a:pt x="5334" y="144653"/>
                  </a:lnTo>
                  <a:lnTo>
                    <a:pt x="5207" y="144792"/>
                  </a:lnTo>
                  <a:lnTo>
                    <a:pt x="4241" y="144653"/>
                  </a:lnTo>
                  <a:lnTo>
                    <a:pt x="3136" y="144653"/>
                  </a:lnTo>
                  <a:lnTo>
                    <a:pt x="1524" y="145923"/>
                  </a:lnTo>
                  <a:lnTo>
                    <a:pt x="1244" y="148209"/>
                  </a:lnTo>
                  <a:lnTo>
                    <a:pt x="1143" y="149098"/>
                  </a:lnTo>
                  <a:lnTo>
                    <a:pt x="1524" y="150253"/>
                  </a:lnTo>
                  <a:lnTo>
                    <a:pt x="2286" y="151003"/>
                  </a:lnTo>
                  <a:lnTo>
                    <a:pt x="508" y="152146"/>
                  </a:lnTo>
                  <a:lnTo>
                    <a:pt x="0" y="154432"/>
                  </a:lnTo>
                  <a:lnTo>
                    <a:pt x="1016" y="156210"/>
                  </a:lnTo>
                  <a:lnTo>
                    <a:pt x="1524" y="157226"/>
                  </a:lnTo>
                  <a:lnTo>
                    <a:pt x="2540" y="158000"/>
                  </a:lnTo>
                  <a:lnTo>
                    <a:pt x="3670" y="158000"/>
                  </a:lnTo>
                  <a:lnTo>
                    <a:pt x="3378" y="160528"/>
                  </a:lnTo>
                  <a:lnTo>
                    <a:pt x="3302" y="161290"/>
                  </a:lnTo>
                  <a:lnTo>
                    <a:pt x="5334" y="164211"/>
                  </a:lnTo>
                  <a:lnTo>
                    <a:pt x="9131" y="164846"/>
                  </a:lnTo>
                  <a:lnTo>
                    <a:pt x="10388" y="164846"/>
                  </a:lnTo>
                  <a:lnTo>
                    <a:pt x="11811" y="163957"/>
                  </a:lnTo>
                  <a:lnTo>
                    <a:pt x="12954" y="166255"/>
                  </a:lnTo>
                  <a:lnTo>
                    <a:pt x="15621" y="167017"/>
                  </a:lnTo>
                  <a:lnTo>
                    <a:pt x="17780" y="165862"/>
                  </a:lnTo>
                  <a:lnTo>
                    <a:pt x="19024" y="165862"/>
                  </a:lnTo>
                  <a:lnTo>
                    <a:pt x="19558" y="167017"/>
                  </a:lnTo>
                  <a:lnTo>
                    <a:pt x="21717" y="167640"/>
                  </a:lnTo>
                  <a:lnTo>
                    <a:pt x="24003" y="166497"/>
                  </a:lnTo>
                  <a:lnTo>
                    <a:pt x="24638" y="165862"/>
                  </a:lnTo>
                  <a:lnTo>
                    <a:pt x="24866" y="165862"/>
                  </a:lnTo>
                  <a:lnTo>
                    <a:pt x="26162" y="167386"/>
                  </a:lnTo>
                  <a:lnTo>
                    <a:pt x="28575" y="167640"/>
                  </a:lnTo>
                  <a:lnTo>
                    <a:pt x="30086" y="166255"/>
                  </a:lnTo>
                  <a:lnTo>
                    <a:pt x="30530" y="165862"/>
                  </a:lnTo>
                  <a:lnTo>
                    <a:pt x="30734" y="165862"/>
                  </a:lnTo>
                  <a:lnTo>
                    <a:pt x="31242" y="165100"/>
                  </a:lnTo>
                  <a:lnTo>
                    <a:pt x="31407" y="164846"/>
                  </a:lnTo>
                  <a:lnTo>
                    <a:pt x="31559" y="164211"/>
                  </a:lnTo>
                  <a:lnTo>
                    <a:pt x="31584" y="163957"/>
                  </a:lnTo>
                  <a:lnTo>
                    <a:pt x="31623" y="163703"/>
                  </a:lnTo>
                  <a:lnTo>
                    <a:pt x="33909" y="163080"/>
                  </a:lnTo>
                  <a:lnTo>
                    <a:pt x="35306" y="160528"/>
                  </a:lnTo>
                  <a:lnTo>
                    <a:pt x="34671" y="158000"/>
                  </a:lnTo>
                  <a:lnTo>
                    <a:pt x="34544" y="157607"/>
                  </a:lnTo>
                  <a:lnTo>
                    <a:pt x="36322" y="154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76392" y="336638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8"/>
                  </a:moveTo>
                  <a:lnTo>
                    <a:pt x="3302" y="228853"/>
                  </a:lnTo>
                  <a:lnTo>
                    <a:pt x="5334" y="231775"/>
                  </a:lnTo>
                  <a:lnTo>
                    <a:pt x="8382" y="232283"/>
                  </a:lnTo>
                  <a:lnTo>
                    <a:pt x="9525" y="232410"/>
                  </a:lnTo>
                  <a:lnTo>
                    <a:pt x="10795" y="232156"/>
                  </a:lnTo>
                  <a:lnTo>
                    <a:pt x="11811" y="231521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5"/>
                  </a:lnTo>
                  <a:lnTo>
                    <a:pt x="18034" y="233172"/>
                  </a:lnTo>
                  <a:lnTo>
                    <a:pt x="18415" y="232918"/>
                  </a:lnTo>
                  <a:lnTo>
                    <a:pt x="18669" y="232663"/>
                  </a:lnTo>
                  <a:lnTo>
                    <a:pt x="19558" y="234569"/>
                  </a:lnTo>
                  <a:lnTo>
                    <a:pt x="21717" y="235203"/>
                  </a:lnTo>
                  <a:lnTo>
                    <a:pt x="23495" y="234314"/>
                  </a:lnTo>
                  <a:lnTo>
                    <a:pt x="24003" y="234061"/>
                  </a:lnTo>
                  <a:lnTo>
                    <a:pt x="24384" y="233680"/>
                  </a:lnTo>
                  <a:lnTo>
                    <a:pt x="24765" y="233299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5" y="233680"/>
                  </a:lnTo>
                  <a:lnTo>
                    <a:pt x="30987" y="233045"/>
                  </a:lnTo>
                  <a:lnTo>
                    <a:pt x="31496" y="232283"/>
                  </a:lnTo>
                  <a:lnTo>
                    <a:pt x="31623" y="231266"/>
                  </a:lnTo>
                  <a:lnTo>
                    <a:pt x="33909" y="230632"/>
                  </a:lnTo>
                  <a:lnTo>
                    <a:pt x="35306" y="228091"/>
                  </a:lnTo>
                  <a:lnTo>
                    <a:pt x="34671" y="225551"/>
                  </a:lnTo>
                  <a:lnTo>
                    <a:pt x="34544" y="225171"/>
                  </a:lnTo>
                  <a:lnTo>
                    <a:pt x="36322" y="222503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2" y="210693"/>
                  </a:lnTo>
                  <a:lnTo>
                    <a:pt x="2616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2860" y="208407"/>
                  </a:lnTo>
                  <a:lnTo>
                    <a:pt x="19685" y="206628"/>
                  </a:lnTo>
                  <a:lnTo>
                    <a:pt x="16891" y="207518"/>
                  </a:lnTo>
                  <a:lnTo>
                    <a:pt x="15621" y="207899"/>
                  </a:lnTo>
                  <a:lnTo>
                    <a:pt x="14605" y="208787"/>
                  </a:lnTo>
                  <a:lnTo>
                    <a:pt x="13843" y="209931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4" y="212216"/>
                  </a:lnTo>
                  <a:lnTo>
                    <a:pt x="5207" y="212344"/>
                  </a:lnTo>
                  <a:lnTo>
                    <a:pt x="3302" y="212089"/>
                  </a:lnTo>
                  <a:lnTo>
                    <a:pt x="1524" y="213487"/>
                  </a:lnTo>
                  <a:lnTo>
                    <a:pt x="1270" y="215646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6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89"/>
                  </a:lnTo>
                  <a:lnTo>
                    <a:pt x="2540" y="225551"/>
                  </a:lnTo>
                  <a:lnTo>
                    <a:pt x="3683" y="225551"/>
                  </a:lnTo>
                  <a:close/>
                </a:path>
                <a:path w="36829" h="235585">
                  <a:moveTo>
                    <a:pt x="20828" y="762"/>
                  </a:moveTo>
                  <a:lnTo>
                    <a:pt x="20828" y="381"/>
                  </a:lnTo>
                  <a:lnTo>
                    <a:pt x="20574" y="0"/>
                  </a:lnTo>
                  <a:lnTo>
                    <a:pt x="20066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762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066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close/>
                </a:path>
                <a:path w="36829" h="235585">
                  <a:moveTo>
                    <a:pt x="20955" y="69087"/>
                  </a:moveTo>
                  <a:lnTo>
                    <a:pt x="20955" y="68325"/>
                  </a:lnTo>
                  <a:lnTo>
                    <a:pt x="20320" y="67563"/>
                  </a:lnTo>
                  <a:lnTo>
                    <a:pt x="19431" y="67563"/>
                  </a:lnTo>
                  <a:lnTo>
                    <a:pt x="18669" y="67563"/>
                  </a:lnTo>
                  <a:lnTo>
                    <a:pt x="17907" y="68325"/>
                  </a:lnTo>
                  <a:lnTo>
                    <a:pt x="17907" y="69087"/>
                  </a:lnTo>
                  <a:lnTo>
                    <a:pt x="17907" y="69976"/>
                  </a:lnTo>
                  <a:lnTo>
                    <a:pt x="18669" y="70612"/>
                  </a:lnTo>
                  <a:lnTo>
                    <a:pt x="19431" y="70612"/>
                  </a:lnTo>
                  <a:lnTo>
                    <a:pt x="20320" y="70612"/>
                  </a:lnTo>
                  <a:lnTo>
                    <a:pt x="20955" y="69976"/>
                  </a:lnTo>
                  <a:lnTo>
                    <a:pt x="20955" y="69087"/>
                  </a:lnTo>
                  <a:close/>
                </a:path>
                <a:path w="36829" h="235585">
                  <a:moveTo>
                    <a:pt x="21082" y="139064"/>
                  </a:moveTo>
                  <a:lnTo>
                    <a:pt x="21082" y="137795"/>
                  </a:lnTo>
                  <a:lnTo>
                    <a:pt x="20066" y="136778"/>
                  </a:lnTo>
                  <a:lnTo>
                    <a:pt x="18796" y="136778"/>
                  </a:lnTo>
                  <a:lnTo>
                    <a:pt x="17525" y="136778"/>
                  </a:lnTo>
                  <a:lnTo>
                    <a:pt x="16510" y="137795"/>
                  </a:lnTo>
                  <a:lnTo>
                    <a:pt x="16510" y="139064"/>
                  </a:lnTo>
                  <a:lnTo>
                    <a:pt x="16510" y="140335"/>
                  </a:lnTo>
                  <a:lnTo>
                    <a:pt x="17525" y="141350"/>
                  </a:lnTo>
                  <a:lnTo>
                    <a:pt x="18796" y="141350"/>
                  </a:lnTo>
                  <a:lnTo>
                    <a:pt x="20066" y="141350"/>
                  </a:lnTo>
                  <a:lnTo>
                    <a:pt x="21082" y="140335"/>
                  </a:lnTo>
                  <a:lnTo>
                    <a:pt x="21082" y="139064"/>
                  </a:lnTo>
                  <a:close/>
                </a:path>
                <a:path w="36829" h="235585">
                  <a:moveTo>
                    <a:pt x="4318" y="218186"/>
                  </a:moveTo>
                  <a:lnTo>
                    <a:pt x="3556" y="218186"/>
                  </a:lnTo>
                  <a:lnTo>
                    <a:pt x="2921" y="218312"/>
                  </a:lnTo>
                  <a:lnTo>
                    <a:pt x="2286" y="218694"/>
                  </a:lnTo>
                </a:path>
                <a:path w="36829" h="235585">
                  <a:moveTo>
                    <a:pt x="6096" y="212598"/>
                  </a:moveTo>
                  <a:lnTo>
                    <a:pt x="5842" y="212598"/>
                  </a:lnTo>
                  <a:lnTo>
                    <a:pt x="5587" y="212471"/>
                  </a:lnTo>
                  <a:lnTo>
                    <a:pt x="5207" y="212471"/>
                  </a:lnTo>
                </a:path>
                <a:path w="36829" h="235585">
                  <a:moveTo>
                    <a:pt x="13843" y="210058"/>
                  </a:moveTo>
                  <a:lnTo>
                    <a:pt x="13716" y="210312"/>
                  </a:lnTo>
                  <a:lnTo>
                    <a:pt x="13462" y="210693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4"/>
                  </a:lnTo>
                  <a:lnTo>
                    <a:pt x="23749" y="211962"/>
                  </a:lnTo>
                  <a:lnTo>
                    <a:pt x="23622" y="211582"/>
                  </a:lnTo>
                </a:path>
                <a:path w="36829" h="235585">
                  <a:moveTo>
                    <a:pt x="28194" y="220218"/>
                  </a:moveTo>
                  <a:lnTo>
                    <a:pt x="29845" y="219456"/>
                  </a:lnTo>
                  <a:lnTo>
                    <a:pt x="30861" y="217677"/>
                  </a:lnTo>
                  <a:lnTo>
                    <a:pt x="30861" y="215773"/>
                  </a:lnTo>
                </a:path>
                <a:path w="36829" h="235585">
                  <a:moveTo>
                    <a:pt x="34417" y="225044"/>
                  </a:moveTo>
                  <a:lnTo>
                    <a:pt x="34162" y="224409"/>
                  </a:lnTo>
                  <a:lnTo>
                    <a:pt x="33782" y="223774"/>
                  </a:lnTo>
                  <a:lnTo>
                    <a:pt x="33274" y="223393"/>
                  </a:lnTo>
                </a:path>
                <a:path w="36829" h="235585">
                  <a:moveTo>
                    <a:pt x="31623" y="231394"/>
                  </a:moveTo>
                  <a:lnTo>
                    <a:pt x="31623" y="231139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30" y="232283"/>
                  </a:moveTo>
                  <a:lnTo>
                    <a:pt x="24257" y="232663"/>
                  </a:lnTo>
                  <a:lnTo>
                    <a:pt x="24511" y="233045"/>
                  </a:lnTo>
                  <a:lnTo>
                    <a:pt x="24765" y="233299"/>
                  </a:lnTo>
                </a:path>
                <a:path w="36829" h="235585">
                  <a:moveTo>
                    <a:pt x="18415" y="231775"/>
                  </a:moveTo>
                  <a:lnTo>
                    <a:pt x="18542" y="232156"/>
                  </a:lnTo>
                  <a:lnTo>
                    <a:pt x="18669" y="232410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2" y="231266"/>
                  </a:lnTo>
                  <a:lnTo>
                    <a:pt x="12573" y="231012"/>
                  </a:lnTo>
                  <a:lnTo>
                    <a:pt x="12954" y="230632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4"/>
                  </a:lnTo>
                  <a:lnTo>
                    <a:pt x="3683" y="225425"/>
                  </a:lnTo>
                  <a:lnTo>
                    <a:pt x="368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76392" y="347306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20828" y="381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lnTo>
                    <a:pt x="20828" y="381"/>
                  </a:lnTo>
                  <a:close/>
                </a:path>
                <a:path w="36829" h="235585">
                  <a:moveTo>
                    <a:pt x="20955" y="68338"/>
                  </a:moveTo>
                  <a:lnTo>
                    <a:pt x="20320" y="67576"/>
                  </a:lnTo>
                  <a:lnTo>
                    <a:pt x="18669" y="67576"/>
                  </a:lnTo>
                  <a:lnTo>
                    <a:pt x="17907" y="68338"/>
                  </a:lnTo>
                  <a:lnTo>
                    <a:pt x="17907" y="69989"/>
                  </a:lnTo>
                  <a:lnTo>
                    <a:pt x="18669" y="70612"/>
                  </a:lnTo>
                  <a:lnTo>
                    <a:pt x="20320" y="70612"/>
                  </a:lnTo>
                  <a:lnTo>
                    <a:pt x="20955" y="69989"/>
                  </a:lnTo>
                  <a:lnTo>
                    <a:pt x="20955" y="69100"/>
                  </a:lnTo>
                  <a:lnTo>
                    <a:pt x="20955" y="68338"/>
                  </a:lnTo>
                  <a:close/>
                </a:path>
                <a:path w="36829" h="235585">
                  <a:moveTo>
                    <a:pt x="21082" y="137795"/>
                  </a:moveTo>
                  <a:lnTo>
                    <a:pt x="20066" y="136779"/>
                  </a:lnTo>
                  <a:lnTo>
                    <a:pt x="17526" y="136779"/>
                  </a:lnTo>
                  <a:lnTo>
                    <a:pt x="16510" y="137795"/>
                  </a:lnTo>
                  <a:lnTo>
                    <a:pt x="16510" y="140335"/>
                  </a:lnTo>
                  <a:lnTo>
                    <a:pt x="17526" y="141351"/>
                  </a:lnTo>
                  <a:lnTo>
                    <a:pt x="20066" y="141351"/>
                  </a:lnTo>
                  <a:lnTo>
                    <a:pt x="21082" y="140335"/>
                  </a:lnTo>
                  <a:lnTo>
                    <a:pt x="21082" y="139065"/>
                  </a:lnTo>
                  <a:lnTo>
                    <a:pt x="21082" y="137795"/>
                  </a:lnTo>
                  <a:close/>
                </a:path>
                <a:path w="36829" h="235585">
                  <a:moveTo>
                    <a:pt x="36322" y="222504"/>
                  </a:moveTo>
                  <a:lnTo>
                    <a:pt x="35928" y="219710"/>
                  </a:lnTo>
                  <a:lnTo>
                    <a:pt x="35814" y="218821"/>
                  </a:lnTo>
                  <a:lnTo>
                    <a:pt x="32639" y="216154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2"/>
                  </a:lnTo>
                  <a:lnTo>
                    <a:pt x="30226" y="212217"/>
                  </a:lnTo>
                  <a:lnTo>
                    <a:pt x="29464" y="211455"/>
                  </a:lnTo>
                  <a:lnTo>
                    <a:pt x="2870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3228" y="209931"/>
                  </a:lnTo>
                  <a:lnTo>
                    <a:pt x="23012" y="209042"/>
                  </a:lnTo>
                  <a:lnTo>
                    <a:pt x="22948" y="208788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1" y="207518"/>
                  </a:lnTo>
                  <a:lnTo>
                    <a:pt x="15189" y="208026"/>
                  </a:lnTo>
                  <a:lnTo>
                    <a:pt x="15468" y="208026"/>
                  </a:lnTo>
                  <a:lnTo>
                    <a:pt x="14605" y="208788"/>
                  </a:lnTo>
                  <a:lnTo>
                    <a:pt x="13843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97" y="212090"/>
                  </a:lnTo>
                  <a:lnTo>
                    <a:pt x="5334" y="212217"/>
                  </a:lnTo>
                  <a:lnTo>
                    <a:pt x="3302" y="212090"/>
                  </a:lnTo>
                  <a:lnTo>
                    <a:pt x="1524" y="213487"/>
                  </a:lnTo>
                  <a:lnTo>
                    <a:pt x="1270" y="215646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90"/>
                  </a:lnTo>
                  <a:lnTo>
                    <a:pt x="2540" y="225552"/>
                  </a:lnTo>
                  <a:lnTo>
                    <a:pt x="3683" y="225552"/>
                  </a:lnTo>
                  <a:lnTo>
                    <a:pt x="3683" y="225679"/>
                  </a:lnTo>
                  <a:lnTo>
                    <a:pt x="3390" y="228092"/>
                  </a:lnTo>
                  <a:lnTo>
                    <a:pt x="3302" y="228854"/>
                  </a:lnTo>
                  <a:lnTo>
                    <a:pt x="5334" y="231775"/>
                  </a:lnTo>
                  <a:lnTo>
                    <a:pt x="8382" y="232283"/>
                  </a:lnTo>
                  <a:lnTo>
                    <a:pt x="9525" y="232410"/>
                  </a:lnTo>
                  <a:lnTo>
                    <a:pt x="10160" y="232283"/>
                  </a:lnTo>
                  <a:lnTo>
                    <a:pt x="10591" y="232283"/>
                  </a:lnTo>
                  <a:lnTo>
                    <a:pt x="11811" y="231521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6"/>
                  </a:lnTo>
                  <a:lnTo>
                    <a:pt x="18161" y="233045"/>
                  </a:lnTo>
                  <a:lnTo>
                    <a:pt x="18288" y="233045"/>
                  </a:lnTo>
                  <a:lnTo>
                    <a:pt x="18669" y="232664"/>
                  </a:lnTo>
                  <a:lnTo>
                    <a:pt x="19558" y="234569"/>
                  </a:lnTo>
                  <a:lnTo>
                    <a:pt x="21717" y="235204"/>
                  </a:lnTo>
                  <a:lnTo>
                    <a:pt x="24003" y="234061"/>
                  </a:lnTo>
                  <a:lnTo>
                    <a:pt x="24638" y="233426"/>
                  </a:lnTo>
                  <a:lnTo>
                    <a:pt x="24866" y="233426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086" y="233807"/>
                  </a:lnTo>
                  <a:lnTo>
                    <a:pt x="30530" y="233426"/>
                  </a:lnTo>
                  <a:lnTo>
                    <a:pt x="30988" y="233045"/>
                  </a:lnTo>
                  <a:lnTo>
                    <a:pt x="31229" y="232664"/>
                  </a:lnTo>
                  <a:lnTo>
                    <a:pt x="31407" y="232410"/>
                  </a:lnTo>
                  <a:lnTo>
                    <a:pt x="31496" y="232283"/>
                  </a:lnTo>
                  <a:lnTo>
                    <a:pt x="31584" y="231521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6" y="228092"/>
                  </a:lnTo>
                  <a:lnTo>
                    <a:pt x="34696" y="225679"/>
                  </a:lnTo>
                  <a:lnTo>
                    <a:pt x="34671" y="225552"/>
                  </a:lnTo>
                  <a:lnTo>
                    <a:pt x="34544" y="225171"/>
                  </a:lnTo>
                  <a:lnTo>
                    <a:pt x="36322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76392" y="347306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8"/>
                  </a:moveTo>
                  <a:lnTo>
                    <a:pt x="3302" y="228853"/>
                  </a:lnTo>
                  <a:lnTo>
                    <a:pt x="5334" y="231774"/>
                  </a:lnTo>
                  <a:lnTo>
                    <a:pt x="8382" y="232282"/>
                  </a:lnTo>
                  <a:lnTo>
                    <a:pt x="9525" y="232409"/>
                  </a:lnTo>
                  <a:lnTo>
                    <a:pt x="10795" y="232155"/>
                  </a:lnTo>
                  <a:lnTo>
                    <a:pt x="11811" y="231520"/>
                  </a:lnTo>
                  <a:lnTo>
                    <a:pt x="12954" y="233806"/>
                  </a:lnTo>
                  <a:lnTo>
                    <a:pt x="15621" y="234568"/>
                  </a:lnTo>
                  <a:lnTo>
                    <a:pt x="17780" y="233425"/>
                  </a:lnTo>
                  <a:lnTo>
                    <a:pt x="18034" y="233171"/>
                  </a:lnTo>
                  <a:lnTo>
                    <a:pt x="18415" y="232917"/>
                  </a:lnTo>
                  <a:lnTo>
                    <a:pt x="18669" y="232663"/>
                  </a:lnTo>
                  <a:lnTo>
                    <a:pt x="19558" y="234568"/>
                  </a:lnTo>
                  <a:lnTo>
                    <a:pt x="21717" y="235203"/>
                  </a:lnTo>
                  <a:lnTo>
                    <a:pt x="23495" y="234314"/>
                  </a:lnTo>
                  <a:lnTo>
                    <a:pt x="24003" y="234060"/>
                  </a:lnTo>
                  <a:lnTo>
                    <a:pt x="24384" y="233679"/>
                  </a:lnTo>
                  <a:lnTo>
                    <a:pt x="24765" y="233298"/>
                  </a:lnTo>
                  <a:lnTo>
                    <a:pt x="26162" y="234949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4"/>
                  </a:lnTo>
                  <a:lnTo>
                    <a:pt x="31496" y="232282"/>
                  </a:lnTo>
                  <a:lnTo>
                    <a:pt x="31623" y="231266"/>
                  </a:lnTo>
                  <a:lnTo>
                    <a:pt x="33909" y="230631"/>
                  </a:lnTo>
                  <a:lnTo>
                    <a:pt x="35306" y="228091"/>
                  </a:lnTo>
                  <a:lnTo>
                    <a:pt x="34671" y="225551"/>
                  </a:lnTo>
                  <a:lnTo>
                    <a:pt x="34544" y="225170"/>
                  </a:lnTo>
                  <a:lnTo>
                    <a:pt x="36322" y="222503"/>
                  </a:lnTo>
                  <a:lnTo>
                    <a:pt x="35813" y="218820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2"/>
                  </a:lnTo>
                  <a:lnTo>
                    <a:pt x="30861" y="215645"/>
                  </a:lnTo>
                  <a:lnTo>
                    <a:pt x="30861" y="212851"/>
                  </a:lnTo>
                  <a:lnTo>
                    <a:pt x="28702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4" y="210946"/>
                  </a:lnTo>
                  <a:lnTo>
                    <a:pt x="23622" y="211454"/>
                  </a:lnTo>
                  <a:lnTo>
                    <a:pt x="22860" y="208406"/>
                  </a:lnTo>
                  <a:lnTo>
                    <a:pt x="19685" y="206628"/>
                  </a:lnTo>
                  <a:lnTo>
                    <a:pt x="16891" y="207517"/>
                  </a:lnTo>
                  <a:lnTo>
                    <a:pt x="15621" y="207898"/>
                  </a:lnTo>
                  <a:lnTo>
                    <a:pt x="14605" y="208787"/>
                  </a:lnTo>
                  <a:lnTo>
                    <a:pt x="13843" y="209930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4" y="212216"/>
                  </a:lnTo>
                  <a:lnTo>
                    <a:pt x="3302" y="212089"/>
                  </a:lnTo>
                  <a:lnTo>
                    <a:pt x="1524" y="213486"/>
                  </a:lnTo>
                  <a:lnTo>
                    <a:pt x="1270" y="215645"/>
                  </a:lnTo>
                  <a:lnTo>
                    <a:pt x="1143" y="216661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8" y="219709"/>
                  </a:lnTo>
                  <a:lnTo>
                    <a:pt x="0" y="221995"/>
                  </a:lnTo>
                  <a:lnTo>
                    <a:pt x="1016" y="223773"/>
                  </a:lnTo>
                  <a:lnTo>
                    <a:pt x="1524" y="224789"/>
                  </a:lnTo>
                  <a:lnTo>
                    <a:pt x="2540" y="225551"/>
                  </a:lnTo>
                  <a:lnTo>
                    <a:pt x="3683" y="225551"/>
                  </a:lnTo>
                  <a:lnTo>
                    <a:pt x="3683" y="225678"/>
                  </a:lnTo>
                  <a:close/>
                </a:path>
                <a:path w="36829" h="235585">
                  <a:moveTo>
                    <a:pt x="20828" y="761"/>
                  </a:moveTo>
                  <a:lnTo>
                    <a:pt x="20828" y="380"/>
                  </a:lnTo>
                  <a:lnTo>
                    <a:pt x="20574" y="0"/>
                  </a:lnTo>
                  <a:lnTo>
                    <a:pt x="20066" y="0"/>
                  </a:lnTo>
                  <a:lnTo>
                    <a:pt x="19685" y="0"/>
                  </a:lnTo>
                  <a:lnTo>
                    <a:pt x="19304" y="380"/>
                  </a:lnTo>
                  <a:lnTo>
                    <a:pt x="19304" y="761"/>
                  </a:lnTo>
                  <a:lnTo>
                    <a:pt x="19304" y="1142"/>
                  </a:lnTo>
                  <a:lnTo>
                    <a:pt x="19685" y="1523"/>
                  </a:lnTo>
                  <a:lnTo>
                    <a:pt x="20066" y="1523"/>
                  </a:lnTo>
                  <a:lnTo>
                    <a:pt x="20574" y="1523"/>
                  </a:lnTo>
                  <a:lnTo>
                    <a:pt x="20828" y="1142"/>
                  </a:lnTo>
                  <a:lnTo>
                    <a:pt x="20828" y="761"/>
                  </a:lnTo>
                  <a:close/>
                </a:path>
                <a:path w="36829" h="235585">
                  <a:moveTo>
                    <a:pt x="20955" y="69087"/>
                  </a:moveTo>
                  <a:lnTo>
                    <a:pt x="20955" y="68325"/>
                  </a:lnTo>
                  <a:lnTo>
                    <a:pt x="20320" y="67563"/>
                  </a:lnTo>
                  <a:lnTo>
                    <a:pt x="19431" y="67563"/>
                  </a:lnTo>
                  <a:lnTo>
                    <a:pt x="18669" y="67563"/>
                  </a:lnTo>
                  <a:lnTo>
                    <a:pt x="17907" y="68325"/>
                  </a:lnTo>
                  <a:lnTo>
                    <a:pt x="17907" y="69087"/>
                  </a:lnTo>
                  <a:lnTo>
                    <a:pt x="17907" y="69976"/>
                  </a:lnTo>
                  <a:lnTo>
                    <a:pt x="18669" y="70611"/>
                  </a:lnTo>
                  <a:lnTo>
                    <a:pt x="19431" y="70611"/>
                  </a:lnTo>
                  <a:lnTo>
                    <a:pt x="20320" y="70611"/>
                  </a:lnTo>
                  <a:lnTo>
                    <a:pt x="20955" y="69976"/>
                  </a:lnTo>
                  <a:lnTo>
                    <a:pt x="20955" y="69087"/>
                  </a:lnTo>
                  <a:close/>
                </a:path>
                <a:path w="36829" h="235585">
                  <a:moveTo>
                    <a:pt x="21082" y="139064"/>
                  </a:moveTo>
                  <a:lnTo>
                    <a:pt x="21082" y="137794"/>
                  </a:lnTo>
                  <a:lnTo>
                    <a:pt x="20066" y="136778"/>
                  </a:lnTo>
                  <a:lnTo>
                    <a:pt x="18796" y="136778"/>
                  </a:lnTo>
                  <a:lnTo>
                    <a:pt x="17525" y="136778"/>
                  </a:lnTo>
                  <a:lnTo>
                    <a:pt x="16510" y="137794"/>
                  </a:lnTo>
                  <a:lnTo>
                    <a:pt x="16510" y="139064"/>
                  </a:lnTo>
                  <a:lnTo>
                    <a:pt x="16510" y="140334"/>
                  </a:lnTo>
                  <a:lnTo>
                    <a:pt x="17525" y="141350"/>
                  </a:lnTo>
                  <a:lnTo>
                    <a:pt x="18796" y="141350"/>
                  </a:lnTo>
                  <a:lnTo>
                    <a:pt x="20066" y="141350"/>
                  </a:lnTo>
                  <a:lnTo>
                    <a:pt x="21082" y="140334"/>
                  </a:lnTo>
                  <a:lnTo>
                    <a:pt x="21082" y="139064"/>
                  </a:lnTo>
                  <a:close/>
                </a:path>
                <a:path w="36829" h="235585">
                  <a:moveTo>
                    <a:pt x="4318" y="218185"/>
                  </a:moveTo>
                  <a:lnTo>
                    <a:pt x="3556" y="218185"/>
                  </a:lnTo>
                  <a:lnTo>
                    <a:pt x="2921" y="218312"/>
                  </a:lnTo>
                  <a:lnTo>
                    <a:pt x="2286" y="218693"/>
                  </a:lnTo>
                </a:path>
                <a:path w="36829" h="235585">
                  <a:moveTo>
                    <a:pt x="6096" y="212724"/>
                  </a:moveTo>
                  <a:lnTo>
                    <a:pt x="5842" y="212597"/>
                  </a:lnTo>
                  <a:lnTo>
                    <a:pt x="5587" y="212470"/>
                  </a:lnTo>
                  <a:lnTo>
                    <a:pt x="5207" y="212470"/>
                  </a:lnTo>
                </a:path>
                <a:path w="36829" h="235585">
                  <a:moveTo>
                    <a:pt x="13843" y="210057"/>
                  </a:moveTo>
                  <a:lnTo>
                    <a:pt x="13716" y="210311"/>
                  </a:lnTo>
                  <a:lnTo>
                    <a:pt x="13462" y="210692"/>
                  </a:lnTo>
                  <a:lnTo>
                    <a:pt x="13335" y="211073"/>
                  </a:lnTo>
                </a:path>
                <a:path w="36829" h="235585">
                  <a:moveTo>
                    <a:pt x="23875" y="212724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2" y="211581"/>
                  </a:lnTo>
                </a:path>
                <a:path w="36829" h="235585">
                  <a:moveTo>
                    <a:pt x="28194" y="220217"/>
                  </a:moveTo>
                  <a:lnTo>
                    <a:pt x="29845" y="219455"/>
                  </a:lnTo>
                  <a:lnTo>
                    <a:pt x="30861" y="217677"/>
                  </a:lnTo>
                  <a:lnTo>
                    <a:pt x="30861" y="215772"/>
                  </a:lnTo>
                </a:path>
                <a:path w="36829" h="235585">
                  <a:moveTo>
                    <a:pt x="34417" y="225043"/>
                  </a:moveTo>
                  <a:lnTo>
                    <a:pt x="34162" y="224408"/>
                  </a:lnTo>
                  <a:lnTo>
                    <a:pt x="33782" y="223773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5"/>
                  </a:lnTo>
                  <a:lnTo>
                    <a:pt x="31623" y="230631"/>
                  </a:lnTo>
                </a:path>
                <a:path w="36829" h="235585">
                  <a:moveTo>
                    <a:pt x="24130" y="232282"/>
                  </a:moveTo>
                  <a:lnTo>
                    <a:pt x="24257" y="232663"/>
                  </a:lnTo>
                  <a:lnTo>
                    <a:pt x="24511" y="233044"/>
                  </a:lnTo>
                  <a:lnTo>
                    <a:pt x="24765" y="233298"/>
                  </a:lnTo>
                </a:path>
                <a:path w="36829" h="235585">
                  <a:moveTo>
                    <a:pt x="18415" y="231774"/>
                  </a:moveTo>
                  <a:lnTo>
                    <a:pt x="18542" y="232155"/>
                  </a:lnTo>
                  <a:lnTo>
                    <a:pt x="18669" y="232409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0"/>
                  </a:moveTo>
                  <a:lnTo>
                    <a:pt x="12192" y="231266"/>
                  </a:lnTo>
                  <a:lnTo>
                    <a:pt x="12573" y="231012"/>
                  </a:lnTo>
                  <a:lnTo>
                    <a:pt x="12954" y="230631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3"/>
                  </a:lnTo>
                  <a:lnTo>
                    <a:pt x="3683" y="225424"/>
                  </a:lnTo>
                  <a:lnTo>
                    <a:pt x="368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11443" y="3742054"/>
              <a:ext cx="36830" cy="30480"/>
            </a:xfrm>
            <a:custGeom>
              <a:avLst/>
              <a:gdLst/>
              <a:ahLst/>
              <a:cxnLst/>
              <a:rect l="l" t="t" r="r" b="b"/>
              <a:pathLst>
                <a:path w="36829" h="30479">
                  <a:moveTo>
                    <a:pt x="31278" y="27559"/>
                  </a:moveTo>
                  <a:lnTo>
                    <a:pt x="18668" y="27559"/>
                  </a:lnTo>
                  <a:lnTo>
                    <a:pt x="19617" y="29591"/>
                  </a:lnTo>
                  <a:lnTo>
                    <a:pt x="19866" y="29591"/>
                  </a:lnTo>
                  <a:lnTo>
                    <a:pt x="21716" y="30353"/>
                  </a:lnTo>
                  <a:lnTo>
                    <a:pt x="23050" y="29591"/>
                  </a:lnTo>
                  <a:lnTo>
                    <a:pt x="24002" y="29083"/>
                  </a:lnTo>
                  <a:lnTo>
                    <a:pt x="24383" y="28702"/>
                  </a:lnTo>
                  <a:lnTo>
                    <a:pt x="24669" y="28321"/>
                  </a:lnTo>
                  <a:lnTo>
                    <a:pt x="30842" y="28321"/>
                  </a:lnTo>
                  <a:lnTo>
                    <a:pt x="31278" y="27559"/>
                  </a:lnTo>
                  <a:close/>
                </a:path>
                <a:path w="36829" h="30479">
                  <a:moveTo>
                    <a:pt x="30683" y="28321"/>
                  </a:moveTo>
                  <a:lnTo>
                    <a:pt x="24858" y="28321"/>
                  </a:lnTo>
                  <a:lnTo>
                    <a:pt x="26348" y="30353"/>
                  </a:lnTo>
                  <a:lnTo>
                    <a:pt x="28437" y="30353"/>
                  </a:lnTo>
                  <a:lnTo>
                    <a:pt x="30225" y="28702"/>
                  </a:lnTo>
                  <a:lnTo>
                    <a:pt x="30683" y="28321"/>
                  </a:lnTo>
                  <a:close/>
                </a:path>
                <a:path w="36829" h="30479">
                  <a:moveTo>
                    <a:pt x="31591" y="26416"/>
                  </a:moveTo>
                  <a:lnTo>
                    <a:pt x="11810" y="26416"/>
                  </a:lnTo>
                  <a:lnTo>
                    <a:pt x="12953" y="28702"/>
                  </a:lnTo>
                  <a:lnTo>
                    <a:pt x="15620" y="29591"/>
                  </a:lnTo>
                  <a:lnTo>
                    <a:pt x="17779" y="28321"/>
                  </a:lnTo>
                  <a:lnTo>
                    <a:pt x="18668" y="27559"/>
                  </a:lnTo>
                  <a:lnTo>
                    <a:pt x="31278" y="27559"/>
                  </a:lnTo>
                  <a:lnTo>
                    <a:pt x="31423" y="27305"/>
                  </a:lnTo>
                  <a:lnTo>
                    <a:pt x="31495" y="27178"/>
                  </a:lnTo>
                  <a:lnTo>
                    <a:pt x="31591" y="26416"/>
                  </a:lnTo>
                  <a:close/>
                </a:path>
                <a:path w="36829" h="30479">
                  <a:moveTo>
                    <a:pt x="10921" y="1524"/>
                  </a:moveTo>
                  <a:lnTo>
                    <a:pt x="7111" y="2540"/>
                  </a:lnTo>
                  <a:lnTo>
                    <a:pt x="5333" y="5969"/>
                  </a:lnTo>
                  <a:lnTo>
                    <a:pt x="3153" y="5969"/>
                  </a:lnTo>
                  <a:lnTo>
                    <a:pt x="1523" y="7366"/>
                  </a:lnTo>
                  <a:lnTo>
                    <a:pt x="1241" y="9779"/>
                  </a:lnTo>
                  <a:lnTo>
                    <a:pt x="1185" y="10795"/>
                  </a:lnTo>
                  <a:lnTo>
                    <a:pt x="1523" y="11811"/>
                  </a:lnTo>
                  <a:lnTo>
                    <a:pt x="2285" y="12700"/>
                  </a:lnTo>
                  <a:lnTo>
                    <a:pt x="507" y="13843"/>
                  </a:lnTo>
                  <a:lnTo>
                    <a:pt x="0" y="16256"/>
                  </a:lnTo>
                  <a:lnTo>
                    <a:pt x="1015" y="18161"/>
                  </a:lnTo>
                  <a:lnTo>
                    <a:pt x="1523" y="19304"/>
                  </a:lnTo>
                  <a:lnTo>
                    <a:pt x="2743" y="20066"/>
                  </a:lnTo>
                  <a:lnTo>
                    <a:pt x="3682" y="20066"/>
                  </a:lnTo>
                  <a:lnTo>
                    <a:pt x="3682" y="20193"/>
                  </a:lnTo>
                  <a:lnTo>
                    <a:pt x="3400" y="22733"/>
                  </a:lnTo>
                  <a:lnTo>
                    <a:pt x="3301" y="23622"/>
                  </a:lnTo>
                  <a:lnTo>
                    <a:pt x="5333" y="26670"/>
                  </a:lnTo>
                  <a:lnTo>
                    <a:pt x="8381" y="27178"/>
                  </a:lnTo>
                  <a:lnTo>
                    <a:pt x="9525" y="27305"/>
                  </a:lnTo>
                  <a:lnTo>
                    <a:pt x="10160" y="27178"/>
                  </a:lnTo>
                  <a:lnTo>
                    <a:pt x="10591" y="27178"/>
                  </a:lnTo>
                  <a:lnTo>
                    <a:pt x="11810" y="26416"/>
                  </a:lnTo>
                  <a:lnTo>
                    <a:pt x="31591" y="26416"/>
                  </a:lnTo>
                  <a:lnTo>
                    <a:pt x="31622" y="26162"/>
                  </a:lnTo>
                  <a:lnTo>
                    <a:pt x="33908" y="25400"/>
                  </a:lnTo>
                  <a:lnTo>
                    <a:pt x="35305" y="22733"/>
                  </a:lnTo>
                  <a:lnTo>
                    <a:pt x="34701" y="20193"/>
                  </a:lnTo>
                  <a:lnTo>
                    <a:pt x="34670" y="20066"/>
                  </a:lnTo>
                  <a:lnTo>
                    <a:pt x="34543" y="19685"/>
                  </a:lnTo>
                  <a:lnTo>
                    <a:pt x="34507" y="19304"/>
                  </a:lnTo>
                  <a:lnTo>
                    <a:pt x="36321" y="16764"/>
                  </a:lnTo>
                  <a:lnTo>
                    <a:pt x="35932" y="13843"/>
                  </a:lnTo>
                  <a:lnTo>
                    <a:pt x="35813" y="12954"/>
                  </a:lnTo>
                  <a:lnTo>
                    <a:pt x="33400" y="10795"/>
                  </a:lnTo>
                  <a:lnTo>
                    <a:pt x="32638" y="10160"/>
                  </a:lnTo>
                  <a:lnTo>
                    <a:pt x="31750" y="9779"/>
                  </a:lnTo>
                  <a:lnTo>
                    <a:pt x="30860" y="9779"/>
                  </a:lnTo>
                  <a:lnTo>
                    <a:pt x="30860" y="6731"/>
                  </a:lnTo>
                  <a:lnTo>
                    <a:pt x="29497" y="5207"/>
                  </a:lnTo>
                  <a:lnTo>
                    <a:pt x="23621" y="5207"/>
                  </a:lnTo>
                  <a:lnTo>
                    <a:pt x="23240" y="3556"/>
                  </a:lnTo>
                  <a:lnTo>
                    <a:pt x="13842" y="3556"/>
                  </a:lnTo>
                  <a:lnTo>
                    <a:pt x="10921" y="1524"/>
                  </a:lnTo>
                  <a:close/>
                </a:path>
                <a:path w="36829" h="30479">
                  <a:moveTo>
                    <a:pt x="28701" y="4318"/>
                  </a:moveTo>
                  <a:lnTo>
                    <a:pt x="25272" y="4318"/>
                  </a:lnTo>
                  <a:lnTo>
                    <a:pt x="24383" y="4699"/>
                  </a:lnTo>
                  <a:lnTo>
                    <a:pt x="23621" y="5207"/>
                  </a:lnTo>
                  <a:lnTo>
                    <a:pt x="29497" y="5207"/>
                  </a:lnTo>
                  <a:lnTo>
                    <a:pt x="28701" y="4318"/>
                  </a:lnTo>
                  <a:close/>
                </a:path>
                <a:path w="36829" h="30479">
                  <a:moveTo>
                    <a:pt x="19684" y="0"/>
                  </a:moveTo>
                  <a:lnTo>
                    <a:pt x="16890" y="1016"/>
                  </a:lnTo>
                  <a:lnTo>
                    <a:pt x="15620" y="1524"/>
                  </a:lnTo>
                  <a:lnTo>
                    <a:pt x="14604" y="2286"/>
                  </a:lnTo>
                  <a:lnTo>
                    <a:pt x="13842" y="3556"/>
                  </a:lnTo>
                  <a:lnTo>
                    <a:pt x="23240" y="3556"/>
                  </a:lnTo>
                  <a:lnTo>
                    <a:pt x="23006" y="2540"/>
                  </a:lnTo>
                  <a:lnTo>
                    <a:pt x="22947" y="2286"/>
                  </a:lnTo>
                  <a:lnTo>
                    <a:pt x="22859" y="1905"/>
                  </a:lnTo>
                  <a:lnTo>
                    <a:pt x="19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11443" y="3523995"/>
              <a:ext cx="36830" cy="248920"/>
            </a:xfrm>
            <a:custGeom>
              <a:avLst/>
              <a:gdLst/>
              <a:ahLst/>
              <a:cxnLst/>
              <a:rect l="l" t="t" r="r" b="b"/>
              <a:pathLst>
                <a:path w="36829" h="248920">
                  <a:moveTo>
                    <a:pt x="3682" y="238251"/>
                  </a:moveTo>
                  <a:lnTo>
                    <a:pt x="3301" y="241680"/>
                  </a:lnTo>
                  <a:lnTo>
                    <a:pt x="5333" y="244728"/>
                  </a:lnTo>
                  <a:lnTo>
                    <a:pt x="8381" y="245236"/>
                  </a:lnTo>
                  <a:lnTo>
                    <a:pt x="9525" y="245363"/>
                  </a:lnTo>
                  <a:lnTo>
                    <a:pt x="10794" y="245109"/>
                  </a:lnTo>
                  <a:lnTo>
                    <a:pt x="11810" y="244474"/>
                  </a:lnTo>
                  <a:lnTo>
                    <a:pt x="12953" y="246760"/>
                  </a:lnTo>
                  <a:lnTo>
                    <a:pt x="15620" y="247649"/>
                  </a:lnTo>
                  <a:lnTo>
                    <a:pt x="17779" y="246379"/>
                  </a:lnTo>
                  <a:lnTo>
                    <a:pt x="18033" y="246252"/>
                  </a:lnTo>
                  <a:lnTo>
                    <a:pt x="18414" y="245871"/>
                  </a:lnTo>
                  <a:lnTo>
                    <a:pt x="18668" y="245617"/>
                  </a:lnTo>
                  <a:lnTo>
                    <a:pt x="19557" y="247522"/>
                  </a:lnTo>
                  <a:lnTo>
                    <a:pt x="21716" y="248411"/>
                  </a:lnTo>
                  <a:lnTo>
                    <a:pt x="23494" y="247395"/>
                  </a:lnTo>
                  <a:lnTo>
                    <a:pt x="24002" y="247141"/>
                  </a:lnTo>
                  <a:lnTo>
                    <a:pt x="24383" y="246760"/>
                  </a:lnTo>
                  <a:lnTo>
                    <a:pt x="24764" y="246252"/>
                  </a:lnTo>
                  <a:lnTo>
                    <a:pt x="26161" y="248157"/>
                  </a:lnTo>
                  <a:lnTo>
                    <a:pt x="28575" y="248284"/>
                  </a:lnTo>
                  <a:lnTo>
                    <a:pt x="30225" y="246760"/>
                  </a:lnTo>
                  <a:lnTo>
                    <a:pt x="30987" y="246125"/>
                  </a:lnTo>
                  <a:lnTo>
                    <a:pt x="31495" y="245236"/>
                  </a:lnTo>
                  <a:lnTo>
                    <a:pt x="31622" y="244220"/>
                  </a:lnTo>
                  <a:lnTo>
                    <a:pt x="33908" y="243458"/>
                  </a:lnTo>
                  <a:lnTo>
                    <a:pt x="35305" y="240791"/>
                  </a:lnTo>
                  <a:lnTo>
                    <a:pt x="34670" y="238124"/>
                  </a:lnTo>
                  <a:lnTo>
                    <a:pt x="34543" y="237743"/>
                  </a:lnTo>
                  <a:lnTo>
                    <a:pt x="34416" y="237489"/>
                  </a:lnTo>
                  <a:lnTo>
                    <a:pt x="36321" y="234822"/>
                  </a:lnTo>
                  <a:lnTo>
                    <a:pt x="35813" y="231012"/>
                  </a:lnTo>
                  <a:lnTo>
                    <a:pt x="33400" y="228853"/>
                  </a:lnTo>
                  <a:lnTo>
                    <a:pt x="32638" y="228218"/>
                  </a:lnTo>
                  <a:lnTo>
                    <a:pt x="31750" y="227837"/>
                  </a:lnTo>
                  <a:lnTo>
                    <a:pt x="30860" y="227710"/>
                  </a:lnTo>
                  <a:lnTo>
                    <a:pt x="30860" y="224789"/>
                  </a:lnTo>
                  <a:lnTo>
                    <a:pt x="28701" y="222376"/>
                  </a:lnTo>
                  <a:lnTo>
                    <a:pt x="26161" y="222376"/>
                  </a:lnTo>
                  <a:lnTo>
                    <a:pt x="25272" y="222376"/>
                  </a:lnTo>
                  <a:lnTo>
                    <a:pt x="24383" y="222757"/>
                  </a:lnTo>
                  <a:lnTo>
                    <a:pt x="23621" y="223265"/>
                  </a:lnTo>
                  <a:lnTo>
                    <a:pt x="22859" y="219963"/>
                  </a:lnTo>
                  <a:lnTo>
                    <a:pt x="19684" y="218058"/>
                  </a:lnTo>
                  <a:lnTo>
                    <a:pt x="16890" y="219074"/>
                  </a:lnTo>
                  <a:lnTo>
                    <a:pt x="15620" y="219582"/>
                  </a:lnTo>
                  <a:lnTo>
                    <a:pt x="14604" y="220344"/>
                  </a:lnTo>
                  <a:lnTo>
                    <a:pt x="13842" y="221614"/>
                  </a:lnTo>
                  <a:lnTo>
                    <a:pt x="10921" y="219582"/>
                  </a:lnTo>
                  <a:lnTo>
                    <a:pt x="7111" y="220598"/>
                  </a:lnTo>
                  <a:lnTo>
                    <a:pt x="5333" y="224027"/>
                  </a:lnTo>
                  <a:lnTo>
                    <a:pt x="3301" y="223900"/>
                  </a:lnTo>
                  <a:lnTo>
                    <a:pt x="1523" y="225424"/>
                  </a:lnTo>
                  <a:lnTo>
                    <a:pt x="1269" y="227583"/>
                  </a:lnTo>
                  <a:lnTo>
                    <a:pt x="1142" y="228726"/>
                  </a:lnTo>
                  <a:lnTo>
                    <a:pt x="1523" y="229869"/>
                  </a:lnTo>
                  <a:lnTo>
                    <a:pt x="2285" y="230758"/>
                  </a:lnTo>
                  <a:lnTo>
                    <a:pt x="507" y="231901"/>
                  </a:lnTo>
                  <a:lnTo>
                    <a:pt x="0" y="234314"/>
                  </a:lnTo>
                  <a:lnTo>
                    <a:pt x="1015" y="236219"/>
                  </a:lnTo>
                  <a:lnTo>
                    <a:pt x="1523" y="237362"/>
                  </a:lnTo>
                  <a:lnTo>
                    <a:pt x="2539" y="237997"/>
                  </a:lnTo>
                  <a:lnTo>
                    <a:pt x="3682" y="238124"/>
                  </a:lnTo>
                  <a:lnTo>
                    <a:pt x="3682" y="238251"/>
                  </a:lnTo>
                  <a:close/>
                </a:path>
                <a:path w="36829" h="248920">
                  <a:moveTo>
                    <a:pt x="20954" y="888"/>
                  </a:moveTo>
                  <a:lnTo>
                    <a:pt x="20954" y="380"/>
                  </a:lnTo>
                  <a:lnTo>
                    <a:pt x="20573" y="0"/>
                  </a:lnTo>
                  <a:lnTo>
                    <a:pt x="20065" y="0"/>
                  </a:lnTo>
                  <a:lnTo>
                    <a:pt x="19684" y="0"/>
                  </a:lnTo>
                  <a:lnTo>
                    <a:pt x="19303" y="380"/>
                  </a:lnTo>
                  <a:lnTo>
                    <a:pt x="19303" y="888"/>
                  </a:lnTo>
                  <a:lnTo>
                    <a:pt x="19303" y="1269"/>
                  </a:lnTo>
                  <a:lnTo>
                    <a:pt x="19684" y="1650"/>
                  </a:lnTo>
                  <a:lnTo>
                    <a:pt x="20065" y="1650"/>
                  </a:lnTo>
                  <a:lnTo>
                    <a:pt x="20573" y="1650"/>
                  </a:lnTo>
                  <a:lnTo>
                    <a:pt x="20954" y="1269"/>
                  </a:lnTo>
                  <a:lnTo>
                    <a:pt x="20954" y="888"/>
                  </a:lnTo>
                  <a:close/>
                </a:path>
                <a:path w="36829" h="248920">
                  <a:moveTo>
                    <a:pt x="21081" y="73025"/>
                  </a:moveTo>
                  <a:lnTo>
                    <a:pt x="21081" y="72136"/>
                  </a:lnTo>
                  <a:lnTo>
                    <a:pt x="20319" y="71374"/>
                  </a:lnTo>
                  <a:lnTo>
                    <a:pt x="19430" y="71374"/>
                  </a:lnTo>
                  <a:lnTo>
                    <a:pt x="18541" y="71374"/>
                  </a:lnTo>
                  <a:lnTo>
                    <a:pt x="17906" y="72136"/>
                  </a:lnTo>
                  <a:lnTo>
                    <a:pt x="17906" y="73025"/>
                  </a:lnTo>
                  <a:lnTo>
                    <a:pt x="17906" y="73913"/>
                  </a:lnTo>
                  <a:lnTo>
                    <a:pt x="18541" y="74675"/>
                  </a:lnTo>
                  <a:lnTo>
                    <a:pt x="19430" y="74675"/>
                  </a:lnTo>
                  <a:lnTo>
                    <a:pt x="20319" y="74675"/>
                  </a:lnTo>
                  <a:lnTo>
                    <a:pt x="21081" y="73913"/>
                  </a:lnTo>
                  <a:lnTo>
                    <a:pt x="21081" y="73025"/>
                  </a:lnTo>
                  <a:close/>
                </a:path>
                <a:path w="36829" h="248920">
                  <a:moveTo>
                    <a:pt x="21208" y="146811"/>
                  </a:moveTo>
                  <a:lnTo>
                    <a:pt x="21208" y="145414"/>
                  </a:lnTo>
                  <a:lnTo>
                    <a:pt x="20192" y="144398"/>
                  </a:lnTo>
                  <a:lnTo>
                    <a:pt x="18795" y="144398"/>
                  </a:lnTo>
                  <a:lnTo>
                    <a:pt x="17525" y="144398"/>
                  </a:lnTo>
                  <a:lnTo>
                    <a:pt x="16382" y="145414"/>
                  </a:lnTo>
                  <a:lnTo>
                    <a:pt x="16382" y="146811"/>
                  </a:lnTo>
                  <a:lnTo>
                    <a:pt x="16382" y="148081"/>
                  </a:lnTo>
                  <a:lnTo>
                    <a:pt x="17525" y="149224"/>
                  </a:lnTo>
                  <a:lnTo>
                    <a:pt x="18795" y="149224"/>
                  </a:lnTo>
                  <a:lnTo>
                    <a:pt x="20192" y="149224"/>
                  </a:lnTo>
                  <a:lnTo>
                    <a:pt x="21208" y="148081"/>
                  </a:lnTo>
                  <a:lnTo>
                    <a:pt x="21208" y="146811"/>
                  </a:lnTo>
                  <a:close/>
                </a:path>
                <a:path w="36829" h="248920">
                  <a:moveTo>
                    <a:pt x="23875" y="224662"/>
                  </a:moveTo>
                  <a:lnTo>
                    <a:pt x="23875" y="224154"/>
                  </a:lnTo>
                  <a:lnTo>
                    <a:pt x="23748" y="223773"/>
                  </a:lnTo>
                  <a:lnTo>
                    <a:pt x="23621" y="223392"/>
                  </a:lnTo>
                </a:path>
                <a:path w="36829" h="248920">
                  <a:moveTo>
                    <a:pt x="28193" y="232536"/>
                  </a:moveTo>
                  <a:lnTo>
                    <a:pt x="29844" y="231647"/>
                  </a:lnTo>
                  <a:lnTo>
                    <a:pt x="30860" y="229742"/>
                  </a:lnTo>
                  <a:lnTo>
                    <a:pt x="30860" y="227710"/>
                  </a:lnTo>
                </a:path>
                <a:path w="36829" h="248920">
                  <a:moveTo>
                    <a:pt x="34416" y="237616"/>
                  </a:moveTo>
                  <a:lnTo>
                    <a:pt x="34162" y="236981"/>
                  </a:lnTo>
                  <a:lnTo>
                    <a:pt x="33781" y="236346"/>
                  </a:lnTo>
                  <a:lnTo>
                    <a:pt x="33273" y="235838"/>
                  </a:lnTo>
                </a:path>
                <a:path w="36829" h="248920">
                  <a:moveTo>
                    <a:pt x="31622" y="244220"/>
                  </a:moveTo>
                  <a:lnTo>
                    <a:pt x="31622" y="243966"/>
                  </a:lnTo>
                  <a:lnTo>
                    <a:pt x="31622" y="243712"/>
                  </a:lnTo>
                  <a:lnTo>
                    <a:pt x="31622" y="243458"/>
                  </a:lnTo>
                </a:path>
                <a:path w="36829" h="248920">
                  <a:moveTo>
                    <a:pt x="24129" y="245236"/>
                  </a:moveTo>
                  <a:lnTo>
                    <a:pt x="24256" y="245617"/>
                  </a:lnTo>
                  <a:lnTo>
                    <a:pt x="24510" y="245998"/>
                  </a:lnTo>
                  <a:lnTo>
                    <a:pt x="24764" y="2463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46496" y="3398900"/>
              <a:ext cx="36830" cy="167640"/>
            </a:xfrm>
            <a:custGeom>
              <a:avLst/>
              <a:gdLst/>
              <a:ahLst/>
              <a:cxnLst/>
              <a:rect l="l" t="t" r="r" b="b"/>
              <a:pathLst>
                <a:path w="36829" h="167639">
                  <a:moveTo>
                    <a:pt x="9525" y="164846"/>
                  </a:moveTo>
                  <a:lnTo>
                    <a:pt x="8356" y="164719"/>
                  </a:lnTo>
                  <a:lnTo>
                    <a:pt x="9131" y="164846"/>
                  </a:lnTo>
                  <a:lnTo>
                    <a:pt x="9525" y="164846"/>
                  </a:lnTo>
                  <a:close/>
                </a:path>
                <a:path w="36829" h="167639">
                  <a:moveTo>
                    <a:pt x="12255" y="164846"/>
                  </a:moveTo>
                  <a:lnTo>
                    <a:pt x="12128" y="164592"/>
                  </a:lnTo>
                  <a:lnTo>
                    <a:pt x="10795" y="164592"/>
                  </a:lnTo>
                  <a:lnTo>
                    <a:pt x="9525" y="164846"/>
                  </a:lnTo>
                  <a:lnTo>
                    <a:pt x="12255" y="164846"/>
                  </a:lnTo>
                  <a:close/>
                </a:path>
                <a:path w="36829" h="167639">
                  <a:moveTo>
                    <a:pt x="20955" y="762"/>
                  </a:moveTo>
                  <a:lnTo>
                    <a:pt x="20320" y="0"/>
                  </a:lnTo>
                  <a:lnTo>
                    <a:pt x="18669" y="0"/>
                  </a:lnTo>
                  <a:lnTo>
                    <a:pt x="17907" y="762"/>
                  </a:lnTo>
                  <a:lnTo>
                    <a:pt x="17907" y="2413"/>
                  </a:lnTo>
                  <a:lnTo>
                    <a:pt x="18669" y="3048"/>
                  </a:lnTo>
                  <a:lnTo>
                    <a:pt x="20320" y="3048"/>
                  </a:lnTo>
                  <a:lnTo>
                    <a:pt x="20955" y="2413"/>
                  </a:lnTo>
                  <a:lnTo>
                    <a:pt x="20955" y="1524"/>
                  </a:lnTo>
                  <a:lnTo>
                    <a:pt x="20955" y="762"/>
                  </a:lnTo>
                  <a:close/>
                </a:path>
                <a:path w="36829" h="167639">
                  <a:moveTo>
                    <a:pt x="21082" y="70231"/>
                  </a:moveTo>
                  <a:lnTo>
                    <a:pt x="20066" y="69215"/>
                  </a:lnTo>
                  <a:lnTo>
                    <a:pt x="17526" y="69215"/>
                  </a:lnTo>
                  <a:lnTo>
                    <a:pt x="16510" y="70231"/>
                  </a:lnTo>
                  <a:lnTo>
                    <a:pt x="16510" y="72771"/>
                  </a:lnTo>
                  <a:lnTo>
                    <a:pt x="17526" y="73787"/>
                  </a:lnTo>
                  <a:lnTo>
                    <a:pt x="20066" y="73787"/>
                  </a:lnTo>
                  <a:lnTo>
                    <a:pt x="21082" y="72771"/>
                  </a:lnTo>
                  <a:lnTo>
                    <a:pt x="21082" y="71501"/>
                  </a:lnTo>
                  <a:lnTo>
                    <a:pt x="21082" y="70231"/>
                  </a:lnTo>
                  <a:close/>
                </a:path>
                <a:path w="36829" h="167639">
                  <a:moveTo>
                    <a:pt x="31407" y="164846"/>
                  </a:moveTo>
                  <a:lnTo>
                    <a:pt x="12255" y="164846"/>
                  </a:lnTo>
                  <a:lnTo>
                    <a:pt x="12763" y="165862"/>
                  </a:lnTo>
                  <a:lnTo>
                    <a:pt x="12890" y="166116"/>
                  </a:lnTo>
                  <a:lnTo>
                    <a:pt x="12954" y="166255"/>
                  </a:lnTo>
                  <a:lnTo>
                    <a:pt x="15621" y="167005"/>
                  </a:lnTo>
                  <a:lnTo>
                    <a:pt x="17780" y="165862"/>
                  </a:lnTo>
                  <a:lnTo>
                    <a:pt x="18415" y="165354"/>
                  </a:lnTo>
                  <a:lnTo>
                    <a:pt x="18669" y="165100"/>
                  </a:lnTo>
                  <a:lnTo>
                    <a:pt x="19558" y="167005"/>
                  </a:lnTo>
                  <a:lnTo>
                    <a:pt x="21717" y="167640"/>
                  </a:lnTo>
                  <a:lnTo>
                    <a:pt x="24003" y="166497"/>
                  </a:lnTo>
                  <a:lnTo>
                    <a:pt x="24638" y="165862"/>
                  </a:lnTo>
                  <a:lnTo>
                    <a:pt x="24866" y="165862"/>
                  </a:lnTo>
                  <a:lnTo>
                    <a:pt x="26162" y="167386"/>
                  </a:lnTo>
                  <a:lnTo>
                    <a:pt x="28575" y="167640"/>
                  </a:lnTo>
                  <a:lnTo>
                    <a:pt x="30226" y="166116"/>
                  </a:lnTo>
                  <a:lnTo>
                    <a:pt x="30530" y="165862"/>
                  </a:lnTo>
                  <a:lnTo>
                    <a:pt x="31140" y="165354"/>
                  </a:lnTo>
                  <a:lnTo>
                    <a:pt x="31242" y="165100"/>
                  </a:lnTo>
                  <a:lnTo>
                    <a:pt x="31407" y="164846"/>
                  </a:lnTo>
                  <a:close/>
                </a:path>
                <a:path w="36829" h="167639">
                  <a:moveTo>
                    <a:pt x="36322" y="154940"/>
                  </a:moveTo>
                  <a:lnTo>
                    <a:pt x="35928" y="152146"/>
                  </a:lnTo>
                  <a:lnTo>
                    <a:pt x="35814" y="151269"/>
                  </a:lnTo>
                  <a:lnTo>
                    <a:pt x="32639" y="148590"/>
                  </a:lnTo>
                  <a:lnTo>
                    <a:pt x="31750" y="148209"/>
                  </a:lnTo>
                  <a:lnTo>
                    <a:pt x="30861" y="148209"/>
                  </a:lnTo>
                  <a:lnTo>
                    <a:pt x="30861" y="145288"/>
                  </a:lnTo>
                  <a:lnTo>
                    <a:pt x="29464" y="143891"/>
                  </a:lnTo>
                  <a:lnTo>
                    <a:pt x="28702" y="143129"/>
                  </a:lnTo>
                  <a:lnTo>
                    <a:pt x="25273" y="143129"/>
                  </a:lnTo>
                  <a:lnTo>
                    <a:pt x="24384" y="143395"/>
                  </a:lnTo>
                  <a:lnTo>
                    <a:pt x="23622" y="143891"/>
                  </a:lnTo>
                  <a:lnTo>
                    <a:pt x="23228" y="142367"/>
                  </a:lnTo>
                  <a:lnTo>
                    <a:pt x="23012" y="141478"/>
                  </a:lnTo>
                  <a:lnTo>
                    <a:pt x="22948" y="141224"/>
                  </a:lnTo>
                  <a:lnTo>
                    <a:pt x="22860" y="140855"/>
                  </a:lnTo>
                  <a:lnTo>
                    <a:pt x="19685" y="139065"/>
                  </a:lnTo>
                  <a:lnTo>
                    <a:pt x="16891" y="139954"/>
                  </a:lnTo>
                  <a:lnTo>
                    <a:pt x="15189" y="140462"/>
                  </a:lnTo>
                  <a:lnTo>
                    <a:pt x="15468" y="140462"/>
                  </a:lnTo>
                  <a:lnTo>
                    <a:pt x="14605" y="141224"/>
                  </a:lnTo>
                  <a:lnTo>
                    <a:pt x="13843" y="142367"/>
                  </a:lnTo>
                  <a:lnTo>
                    <a:pt x="10922" y="140462"/>
                  </a:lnTo>
                  <a:lnTo>
                    <a:pt x="7112" y="141478"/>
                  </a:lnTo>
                  <a:lnTo>
                    <a:pt x="5334" y="144653"/>
                  </a:lnTo>
                  <a:lnTo>
                    <a:pt x="3136" y="144653"/>
                  </a:lnTo>
                  <a:lnTo>
                    <a:pt x="1524" y="145923"/>
                  </a:lnTo>
                  <a:lnTo>
                    <a:pt x="1244" y="148209"/>
                  </a:lnTo>
                  <a:lnTo>
                    <a:pt x="1143" y="149098"/>
                  </a:lnTo>
                  <a:lnTo>
                    <a:pt x="1524" y="150241"/>
                  </a:lnTo>
                  <a:lnTo>
                    <a:pt x="2286" y="151003"/>
                  </a:lnTo>
                  <a:lnTo>
                    <a:pt x="508" y="152146"/>
                  </a:lnTo>
                  <a:lnTo>
                    <a:pt x="0" y="154444"/>
                  </a:lnTo>
                  <a:lnTo>
                    <a:pt x="1016" y="156210"/>
                  </a:lnTo>
                  <a:lnTo>
                    <a:pt x="1524" y="157226"/>
                  </a:lnTo>
                  <a:lnTo>
                    <a:pt x="2540" y="158000"/>
                  </a:lnTo>
                  <a:lnTo>
                    <a:pt x="3670" y="158000"/>
                  </a:lnTo>
                  <a:lnTo>
                    <a:pt x="3378" y="160528"/>
                  </a:lnTo>
                  <a:lnTo>
                    <a:pt x="3302" y="161290"/>
                  </a:lnTo>
                  <a:lnTo>
                    <a:pt x="5334" y="164211"/>
                  </a:lnTo>
                  <a:lnTo>
                    <a:pt x="7607" y="164592"/>
                  </a:lnTo>
                  <a:lnTo>
                    <a:pt x="10795" y="164592"/>
                  </a:lnTo>
                  <a:lnTo>
                    <a:pt x="11811" y="163969"/>
                  </a:lnTo>
                  <a:lnTo>
                    <a:pt x="12128" y="164592"/>
                  </a:lnTo>
                  <a:lnTo>
                    <a:pt x="31508" y="164592"/>
                  </a:lnTo>
                  <a:lnTo>
                    <a:pt x="31584" y="163969"/>
                  </a:lnTo>
                  <a:lnTo>
                    <a:pt x="31623" y="163703"/>
                  </a:lnTo>
                  <a:lnTo>
                    <a:pt x="33909" y="163080"/>
                  </a:lnTo>
                  <a:lnTo>
                    <a:pt x="35306" y="160528"/>
                  </a:lnTo>
                  <a:lnTo>
                    <a:pt x="34671" y="158000"/>
                  </a:lnTo>
                  <a:lnTo>
                    <a:pt x="34544" y="157619"/>
                  </a:lnTo>
                  <a:lnTo>
                    <a:pt x="34417" y="157480"/>
                  </a:lnTo>
                  <a:lnTo>
                    <a:pt x="36322" y="154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46496" y="3331336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8"/>
                  </a:moveTo>
                  <a:lnTo>
                    <a:pt x="3301" y="228853"/>
                  </a:lnTo>
                  <a:lnTo>
                    <a:pt x="5333" y="231775"/>
                  </a:lnTo>
                  <a:lnTo>
                    <a:pt x="8381" y="232283"/>
                  </a:lnTo>
                  <a:lnTo>
                    <a:pt x="9525" y="232410"/>
                  </a:lnTo>
                  <a:lnTo>
                    <a:pt x="10794" y="232155"/>
                  </a:lnTo>
                  <a:lnTo>
                    <a:pt x="11811" y="231521"/>
                  </a:lnTo>
                  <a:lnTo>
                    <a:pt x="12953" y="233807"/>
                  </a:lnTo>
                  <a:lnTo>
                    <a:pt x="15620" y="234568"/>
                  </a:lnTo>
                  <a:lnTo>
                    <a:pt x="17779" y="233425"/>
                  </a:lnTo>
                  <a:lnTo>
                    <a:pt x="18033" y="233172"/>
                  </a:lnTo>
                  <a:lnTo>
                    <a:pt x="18414" y="232917"/>
                  </a:lnTo>
                  <a:lnTo>
                    <a:pt x="18668" y="232663"/>
                  </a:lnTo>
                  <a:lnTo>
                    <a:pt x="19557" y="234568"/>
                  </a:lnTo>
                  <a:lnTo>
                    <a:pt x="21716" y="235203"/>
                  </a:lnTo>
                  <a:lnTo>
                    <a:pt x="23494" y="234314"/>
                  </a:lnTo>
                  <a:lnTo>
                    <a:pt x="24002" y="234061"/>
                  </a:lnTo>
                  <a:lnTo>
                    <a:pt x="24383" y="233679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5"/>
                  </a:lnTo>
                  <a:lnTo>
                    <a:pt x="31495" y="232283"/>
                  </a:lnTo>
                  <a:lnTo>
                    <a:pt x="31623" y="231266"/>
                  </a:lnTo>
                  <a:lnTo>
                    <a:pt x="33908" y="230632"/>
                  </a:lnTo>
                  <a:lnTo>
                    <a:pt x="35305" y="228091"/>
                  </a:lnTo>
                  <a:lnTo>
                    <a:pt x="34670" y="225551"/>
                  </a:lnTo>
                  <a:lnTo>
                    <a:pt x="34543" y="225171"/>
                  </a:lnTo>
                  <a:lnTo>
                    <a:pt x="34416" y="225043"/>
                  </a:lnTo>
                  <a:lnTo>
                    <a:pt x="36321" y="222503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3" y="210947"/>
                  </a:lnTo>
                  <a:lnTo>
                    <a:pt x="23621" y="211454"/>
                  </a:lnTo>
                  <a:lnTo>
                    <a:pt x="22859" y="208407"/>
                  </a:lnTo>
                  <a:lnTo>
                    <a:pt x="19684" y="206628"/>
                  </a:lnTo>
                  <a:lnTo>
                    <a:pt x="16890" y="207517"/>
                  </a:lnTo>
                  <a:lnTo>
                    <a:pt x="15620" y="207899"/>
                  </a:lnTo>
                  <a:lnTo>
                    <a:pt x="14604" y="208787"/>
                  </a:lnTo>
                  <a:lnTo>
                    <a:pt x="13842" y="209930"/>
                  </a:lnTo>
                  <a:lnTo>
                    <a:pt x="10921" y="208025"/>
                  </a:lnTo>
                  <a:lnTo>
                    <a:pt x="7112" y="209041"/>
                  </a:lnTo>
                  <a:lnTo>
                    <a:pt x="5333" y="212216"/>
                  </a:lnTo>
                  <a:lnTo>
                    <a:pt x="3301" y="212089"/>
                  </a:lnTo>
                  <a:lnTo>
                    <a:pt x="1524" y="213487"/>
                  </a:lnTo>
                  <a:lnTo>
                    <a:pt x="1269" y="215646"/>
                  </a:lnTo>
                  <a:lnTo>
                    <a:pt x="1142" y="216662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7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2" y="225551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4" y="0"/>
                  </a:lnTo>
                  <a:lnTo>
                    <a:pt x="19303" y="380"/>
                  </a:lnTo>
                  <a:lnTo>
                    <a:pt x="19303" y="762"/>
                  </a:lnTo>
                  <a:lnTo>
                    <a:pt x="19303" y="1142"/>
                  </a:lnTo>
                  <a:lnTo>
                    <a:pt x="19684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6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4"/>
                  </a:moveTo>
                  <a:lnTo>
                    <a:pt x="21081" y="137795"/>
                  </a:lnTo>
                  <a:lnTo>
                    <a:pt x="20065" y="136778"/>
                  </a:lnTo>
                  <a:lnTo>
                    <a:pt x="18795" y="136778"/>
                  </a:lnTo>
                  <a:lnTo>
                    <a:pt x="17525" y="136778"/>
                  </a:lnTo>
                  <a:lnTo>
                    <a:pt x="16509" y="137795"/>
                  </a:lnTo>
                  <a:lnTo>
                    <a:pt x="16509" y="139064"/>
                  </a:lnTo>
                  <a:lnTo>
                    <a:pt x="16509" y="140335"/>
                  </a:lnTo>
                  <a:lnTo>
                    <a:pt x="17525" y="141350"/>
                  </a:lnTo>
                  <a:lnTo>
                    <a:pt x="18795" y="141350"/>
                  </a:lnTo>
                  <a:lnTo>
                    <a:pt x="20065" y="141350"/>
                  </a:lnTo>
                  <a:lnTo>
                    <a:pt x="21081" y="140335"/>
                  </a:lnTo>
                  <a:lnTo>
                    <a:pt x="21081" y="139064"/>
                  </a:lnTo>
                  <a:close/>
                </a:path>
                <a:path w="36829" h="235585">
                  <a:moveTo>
                    <a:pt x="4317" y="218186"/>
                  </a:moveTo>
                  <a:lnTo>
                    <a:pt x="3555" y="218186"/>
                  </a:lnTo>
                  <a:lnTo>
                    <a:pt x="2920" y="218312"/>
                  </a:lnTo>
                  <a:lnTo>
                    <a:pt x="2286" y="218693"/>
                  </a:lnTo>
                </a:path>
                <a:path w="36829" h="235585">
                  <a:moveTo>
                    <a:pt x="6095" y="212725"/>
                  </a:moveTo>
                  <a:lnTo>
                    <a:pt x="5841" y="212598"/>
                  </a:lnTo>
                  <a:lnTo>
                    <a:pt x="5587" y="212471"/>
                  </a:lnTo>
                  <a:lnTo>
                    <a:pt x="5206" y="212471"/>
                  </a:lnTo>
                </a:path>
                <a:path w="36829" h="235585">
                  <a:moveTo>
                    <a:pt x="13842" y="210058"/>
                  </a:moveTo>
                  <a:lnTo>
                    <a:pt x="13715" y="210312"/>
                  </a:lnTo>
                  <a:lnTo>
                    <a:pt x="13462" y="210692"/>
                  </a:lnTo>
                  <a:lnTo>
                    <a:pt x="13334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1" y="211582"/>
                  </a:lnTo>
                </a:path>
                <a:path w="36829" h="235585">
                  <a:moveTo>
                    <a:pt x="28193" y="220217"/>
                  </a:moveTo>
                  <a:lnTo>
                    <a:pt x="29844" y="219455"/>
                  </a:lnTo>
                  <a:lnTo>
                    <a:pt x="30861" y="217677"/>
                  </a:lnTo>
                  <a:lnTo>
                    <a:pt x="30861" y="215773"/>
                  </a:lnTo>
                </a:path>
                <a:path w="36829" h="235585">
                  <a:moveTo>
                    <a:pt x="34416" y="225043"/>
                  </a:moveTo>
                  <a:lnTo>
                    <a:pt x="34162" y="224409"/>
                  </a:lnTo>
                  <a:lnTo>
                    <a:pt x="33781" y="223774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29" y="232283"/>
                  </a:moveTo>
                  <a:lnTo>
                    <a:pt x="24256" y="232663"/>
                  </a:lnTo>
                  <a:lnTo>
                    <a:pt x="24511" y="233045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1" y="232155"/>
                  </a:lnTo>
                  <a:lnTo>
                    <a:pt x="18668" y="232410"/>
                  </a:lnTo>
                  <a:lnTo>
                    <a:pt x="18795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1" y="231266"/>
                  </a:lnTo>
                  <a:lnTo>
                    <a:pt x="12573" y="231012"/>
                  </a:lnTo>
                  <a:lnTo>
                    <a:pt x="12953" y="230632"/>
                  </a:lnTo>
                </a:path>
                <a:path w="36829" h="235585">
                  <a:moveTo>
                    <a:pt x="3809" y="224789"/>
                  </a:moveTo>
                  <a:lnTo>
                    <a:pt x="3809" y="225043"/>
                  </a:lnTo>
                  <a:lnTo>
                    <a:pt x="3682" y="225425"/>
                  </a:lnTo>
                  <a:lnTo>
                    <a:pt x="3682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781548" y="3564521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20828" y="368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68"/>
                  </a:lnTo>
                  <a:lnTo>
                    <a:pt x="19304" y="1130"/>
                  </a:lnTo>
                  <a:lnTo>
                    <a:pt x="19685" y="1524"/>
                  </a:lnTo>
                  <a:lnTo>
                    <a:pt x="20574" y="1524"/>
                  </a:lnTo>
                  <a:lnTo>
                    <a:pt x="20828" y="1130"/>
                  </a:lnTo>
                  <a:lnTo>
                    <a:pt x="20828" y="762"/>
                  </a:lnTo>
                  <a:lnTo>
                    <a:pt x="20828" y="368"/>
                  </a:lnTo>
                  <a:close/>
                </a:path>
                <a:path w="36829" h="235585">
                  <a:moveTo>
                    <a:pt x="20955" y="68313"/>
                  </a:moveTo>
                  <a:lnTo>
                    <a:pt x="20320" y="67551"/>
                  </a:lnTo>
                  <a:lnTo>
                    <a:pt x="18669" y="67551"/>
                  </a:lnTo>
                  <a:lnTo>
                    <a:pt x="17907" y="68313"/>
                  </a:lnTo>
                  <a:lnTo>
                    <a:pt x="17907" y="69964"/>
                  </a:lnTo>
                  <a:lnTo>
                    <a:pt x="18669" y="70599"/>
                  </a:lnTo>
                  <a:lnTo>
                    <a:pt x="20320" y="70599"/>
                  </a:lnTo>
                  <a:lnTo>
                    <a:pt x="20955" y="69964"/>
                  </a:lnTo>
                  <a:lnTo>
                    <a:pt x="20955" y="69075"/>
                  </a:lnTo>
                  <a:lnTo>
                    <a:pt x="20955" y="68313"/>
                  </a:lnTo>
                  <a:close/>
                </a:path>
                <a:path w="36829" h="235585">
                  <a:moveTo>
                    <a:pt x="21082" y="137782"/>
                  </a:moveTo>
                  <a:lnTo>
                    <a:pt x="20066" y="136766"/>
                  </a:lnTo>
                  <a:lnTo>
                    <a:pt x="17526" y="136766"/>
                  </a:lnTo>
                  <a:lnTo>
                    <a:pt x="16510" y="137782"/>
                  </a:lnTo>
                  <a:lnTo>
                    <a:pt x="16510" y="140322"/>
                  </a:lnTo>
                  <a:lnTo>
                    <a:pt x="17526" y="141338"/>
                  </a:lnTo>
                  <a:lnTo>
                    <a:pt x="20066" y="141338"/>
                  </a:lnTo>
                  <a:lnTo>
                    <a:pt x="21082" y="140322"/>
                  </a:lnTo>
                  <a:lnTo>
                    <a:pt x="21082" y="139052"/>
                  </a:lnTo>
                  <a:lnTo>
                    <a:pt x="21082" y="137782"/>
                  </a:lnTo>
                  <a:close/>
                </a:path>
                <a:path w="36829" h="235585">
                  <a:moveTo>
                    <a:pt x="36322" y="222491"/>
                  </a:moveTo>
                  <a:lnTo>
                    <a:pt x="35928" y="219697"/>
                  </a:lnTo>
                  <a:lnTo>
                    <a:pt x="35814" y="218808"/>
                  </a:lnTo>
                  <a:lnTo>
                    <a:pt x="32639" y="216141"/>
                  </a:lnTo>
                  <a:lnTo>
                    <a:pt x="31750" y="215760"/>
                  </a:lnTo>
                  <a:lnTo>
                    <a:pt x="30861" y="215760"/>
                  </a:lnTo>
                  <a:lnTo>
                    <a:pt x="30861" y="212839"/>
                  </a:lnTo>
                  <a:lnTo>
                    <a:pt x="29464" y="211442"/>
                  </a:lnTo>
                  <a:lnTo>
                    <a:pt x="28702" y="210680"/>
                  </a:lnTo>
                  <a:lnTo>
                    <a:pt x="25273" y="210680"/>
                  </a:lnTo>
                  <a:lnTo>
                    <a:pt x="24384" y="210934"/>
                  </a:lnTo>
                  <a:lnTo>
                    <a:pt x="23622" y="211442"/>
                  </a:lnTo>
                  <a:lnTo>
                    <a:pt x="23241" y="209918"/>
                  </a:lnTo>
                  <a:lnTo>
                    <a:pt x="23012" y="209029"/>
                  </a:lnTo>
                  <a:lnTo>
                    <a:pt x="22948" y="208775"/>
                  </a:lnTo>
                  <a:lnTo>
                    <a:pt x="22860" y="208394"/>
                  </a:lnTo>
                  <a:lnTo>
                    <a:pt x="19685" y="206616"/>
                  </a:lnTo>
                  <a:lnTo>
                    <a:pt x="16891" y="207505"/>
                  </a:lnTo>
                  <a:lnTo>
                    <a:pt x="15621" y="207886"/>
                  </a:lnTo>
                  <a:lnTo>
                    <a:pt x="14605" y="208775"/>
                  </a:lnTo>
                  <a:lnTo>
                    <a:pt x="13843" y="209918"/>
                  </a:lnTo>
                  <a:lnTo>
                    <a:pt x="10922" y="208013"/>
                  </a:lnTo>
                  <a:lnTo>
                    <a:pt x="7112" y="209029"/>
                  </a:lnTo>
                  <a:lnTo>
                    <a:pt x="5334" y="212204"/>
                  </a:lnTo>
                  <a:lnTo>
                    <a:pt x="3136" y="212204"/>
                  </a:lnTo>
                  <a:lnTo>
                    <a:pt x="1524" y="213474"/>
                  </a:lnTo>
                  <a:lnTo>
                    <a:pt x="1244" y="215760"/>
                  </a:lnTo>
                  <a:lnTo>
                    <a:pt x="1143" y="216649"/>
                  </a:lnTo>
                  <a:lnTo>
                    <a:pt x="1524" y="217792"/>
                  </a:lnTo>
                  <a:lnTo>
                    <a:pt x="2286" y="218554"/>
                  </a:lnTo>
                  <a:lnTo>
                    <a:pt x="508" y="219697"/>
                  </a:lnTo>
                  <a:lnTo>
                    <a:pt x="0" y="221983"/>
                  </a:lnTo>
                  <a:lnTo>
                    <a:pt x="1016" y="223761"/>
                  </a:lnTo>
                  <a:lnTo>
                    <a:pt x="1524" y="224777"/>
                  </a:lnTo>
                  <a:lnTo>
                    <a:pt x="2540" y="225552"/>
                  </a:lnTo>
                  <a:lnTo>
                    <a:pt x="3670" y="225552"/>
                  </a:lnTo>
                  <a:lnTo>
                    <a:pt x="3378" y="228079"/>
                  </a:lnTo>
                  <a:lnTo>
                    <a:pt x="3302" y="228841"/>
                  </a:lnTo>
                  <a:lnTo>
                    <a:pt x="5334" y="231762"/>
                  </a:lnTo>
                  <a:lnTo>
                    <a:pt x="9131" y="232397"/>
                  </a:lnTo>
                  <a:lnTo>
                    <a:pt x="9525" y="232397"/>
                  </a:lnTo>
                  <a:lnTo>
                    <a:pt x="10795" y="232143"/>
                  </a:lnTo>
                  <a:lnTo>
                    <a:pt x="11811" y="231508"/>
                  </a:lnTo>
                  <a:lnTo>
                    <a:pt x="12700" y="233286"/>
                  </a:lnTo>
                  <a:lnTo>
                    <a:pt x="12763" y="233413"/>
                  </a:lnTo>
                  <a:lnTo>
                    <a:pt x="12890" y="233667"/>
                  </a:lnTo>
                  <a:lnTo>
                    <a:pt x="12954" y="233794"/>
                  </a:lnTo>
                  <a:lnTo>
                    <a:pt x="15621" y="234556"/>
                  </a:lnTo>
                  <a:lnTo>
                    <a:pt x="17780" y="233413"/>
                  </a:lnTo>
                  <a:lnTo>
                    <a:pt x="17907" y="233286"/>
                  </a:lnTo>
                  <a:lnTo>
                    <a:pt x="18415" y="232905"/>
                  </a:lnTo>
                  <a:lnTo>
                    <a:pt x="18669" y="232651"/>
                  </a:lnTo>
                  <a:lnTo>
                    <a:pt x="19558" y="234556"/>
                  </a:lnTo>
                  <a:lnTo>
                    <a:pt x="21717" y="235191"/>
                  </a:lnTo>
                  <a:lnTo>
                    <a:pt x="24003" y="234048"/>
                  </a:lnTo>
                  <a:lnTo>
                    <a:pt x="24765" y="233286"/>
                  </a:lnTo>
                  <a:lnTo>
                    <a:pt x="26162" y="234937"/>
                  </a:lnTo>
                  <a:lnTo>
                    <a:pt x="28575" y="235191"/>
                  </a:lnTo>
                  <a:lnTo>
                    <a:pt x="30226" y="233667"/>
                  </a:lnTo>
                  <a:lnTo>
                    <a:pt x="30683" y="233286"/>
                  </a:lnTo>
                  <a:lnTo>
                    <a:pt x="31140" y="232905"/>
                  </a:lnTo>
                  <a:lnTo>
                    <a:pt x="31242" y="232651"/>
                  </a:lnTo>
                  <a:lnTo>
                    <a:pt x="31407" y="232397"/>
                  </a:lnTo>
                  <a:lnTo>
                    <a:pt x="31508" y="232143"/>
                  </a:lnTo>
                  <a:lnTo>
                    <a:pt x="31584" y="231508"/>
                  </a:lnTo>
                  <a:lnTo>
                    <a:pt x="31623" y="231254"/>
                  </a:lnTo>
                  <a:lnTo>
                    <a:pt x="33909" y="230619"/>
                  </a:lnTo>
                  <a:lnTo>
                    <a:pt x="35306" y="228079"/>
                  </a:lnTo>
                  <a:lnTo>
                    <a:pt x="34671" y="225552"/>
                  </a:lnTo>
                  <a:lnTo>
                    <a:pt x="34544" y="225412"/>
                  </a:lnTo>
                  <a:lnTo>
                    <a:pt x="34417" y="225031"/>
                  </a:lnTo>
                  <a:lnTo>
                    <a:pt x="36322" y="222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81548" y="356450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8"/>
                  </a:moveTo>
                  <a:lnTo>
                    <a:pt x="3301" y="228853"/>
                  </a:lnTo>
                  <a:lnTo>
                    <a:pt x="5334" y="231774"/>
                  </a:lnTo>
                  <a:lnTo>
                    <a:pt x="8381" y="232282"/>
                  </a:lnTo>
                  <a:lnTo>
                    <a:pt x="9525" y="232409"/>
                  </a:lnTo>
                  <a:lnTo>
                    <a:pt x="10794" y="232155"/>
                  </a:lnTo>
                  <a:lnTo>
                    <a:pt x="11811" y="231520"/>
                  </a:lnTo>
                  <a:lnTo>
                    <a:pt x="12953" y="233806"/>
                  </a:lnTo>
                  <a:lnTo>
                    <a:pt x="15621" y="234568"/>
                  </a:lnTo>
                  <a:lnTo>
                    <a:pt x="17779" y="233425"/>
                  </a:lnTo>
                  <a:lnTo>
                    <a:pt x="18034" y="233171"/>
                  </a:lnTo>
                  <a:lnTo>
                    <a:pt x="18414" y="232917"/>
                  </a:lnTo>
                  <a:lnTo>
                    <a:pt x="18668" y="232663"/>
                  </a:lnTo>
                  <a:lnTo>
                    <a:pt x="19557" y="234568"/>
                  </a:lnTo>
                  <a:lnTo>
                    <a:pt x="21716" y="235203"/>
                  </a:lnTo>
                  <a:lnTo>
                    <a:pt x="23494" y="234314"/>
                  </a:lnTo>
                  <a:lnTo>
                    <a:pt x="24002" y="234060"/>
                  </a:lnTo>
                  <a:lnTo>
                    <a:pt x="24384" y="233679"/>
                  </a:lnTo>
                  <a:lnTo>
                    <a:pt x="24764" y="233298"/>
                  </a:lnTo>
                  <a:lnTo>
                    <a:pt x="26162" y="234949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4"/>
                  </a:lnTo>
                  <a:lnTo>
                    <a:pt x="31496" y="232282"/>
                  </a:lnTo>
                  <a:lnTo>
                    <a:pt x="31623" y="231266"/>
                  </a:lnTo>
                  <a:lnTo>
                    <a:pt x="33909" y="230631"/>
                  </a:lnTo>
                  <a:lnTo>
                    <a:pt x="35305" y="228091"/>
                  </a:lnTo>
                  <a:lnTo>
                    <a:pt x="34671" y="225551"/>
                  </a:lnTo>
                  <a:lnTo>
                    <a:pt x="34543" y="225424"/>
                  </a:lnTo>
                  <a:lnTo>
                    <a:pt x="34543" y="225170"/>
                  </a:lnTo>
                  <a:lnTo>
                    <a:pt x="34416" y="225043"/>
                  </a:lnTo>
                  <a:lnTo>
                    <a:pt x="36322" y="222503"/>
                  </a:lnTo>
                  <a:lnTo>
                    <a:pt x="35813" y="218820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2"/>
                  </a:lnTo>
                  <a:lnTo>
                    <a:pt x="30861" y="215645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4" y="210946"/>
                  </a:lnTo>
                  <a:lnTo>
                    <a:pt x="23622" y="211454"/>
                  </a:lnTo>
                  <a:lnTo>
                    <a:pt x="22860" y="208406"/>
                  </a:lnTo>
                  <a:lnTo>
                    <a:pt x="19685" y="206628"/>
                  </a:lnTo>
                  <a:lnTo>
                    <a:pt x="16890" y="207517"/>
                  </a:lnTo>
                  <a:lnTo>
                    <a:pt x="15621" y="207898"/>
                  </a:lnTo>
                  <a:lnTo>
                    <a:pt x="14604" y="208787"/>
                  </a:lnTo>
                  <a:lnTo>
                    <a:pt x="13842" y="209930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4" y="212216"/>
                  </a:lnTo>
                  <a:lnTo>
                    <a:pt x="5206" y="212216"/>
                  </a:lnTo>
                  <a:lnTo>
                    <a:pt x="3301" y="212089"/>
                  </a:lnTo>
                  <a:lnTo>
                    <a:pt x="1524" y="213486"/>
                  </a:lnTo>
                  <a:lnTo>
                    <a:pt x="1269" y="215645"/>
                  </a:lnTo>
                  <a:lnTo>
                    <a:pt x="1142" y="216661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7" y="219709"/>
                  </a:lnTo>
                  <a:lnTo>
                    <a:pt x="0" y="221995"/>
                  </a:lnTo>
                  <a:lnTo>
                    <a:pt x="1015" y="223773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2" y="225551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0"/>
                  </a:lnTo>
                  <a:lnTo>
                    <a:pt x="19303" y="762"/>
                  </a:lnTo>
                  <a:lnTo>
                    <a:pt x="19303" y="1142"/>
                  </a:lnTo>
                  <a:lnTo>
                    <a:pt x="19685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6"/>
                  </a:lnTo>
                  <a:lnTo>
                    <a:pt x="18668" y="70611"/>
                  </a:lnTo>
                  <a:lnTo>
                    <a:pt x="19430" y="70611"/>
                  </a:lnTo>
                  <a:lnTo>
                    <a:pt x="20319" y="70611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4"/>
                  </a:moveTo>
                  <a:lnTo>
                    <a:pt x="21081" y="137794"/>
                  </a:lnTo>
                  <a:lnTo>
                    <a:pt x="20065" y="136778"/>
                  </a:lnTo>
                  <a:lnTo>
                    <a:pt x="18796" y="136778"/>
                  </a:lnTo>
                  <a:lnTo>
                    <a:pt x="17525" y="136778"/>
                  </a:lnTo>
                  <a:lnTo>
                    <a:pt x="16510" y="137794"/>
                  </a:lnTo>
                  <a:lnTo>
                    <a:pt x="16510" y="139064"/>
                  </a:lnTo>
                  <a:lnTo>
                    <a:pt x="16510" y="140334"/>
                  </a:lnTo>
                  <a:lnTo>
                    <a:pt x="17525" y="141350"/>
                  </a:lnTo>
                  <a:lnTo>
                    <a:pt x="18796" y="141350"/>
                  </a:lnTo>
                  <a:lnTo>
                    <a:pt x="20065" y="141350"/>
                  </a:lnTo>
                  <a:lnTo>
                    <a:pt x="21081" y="140334"/>
                  </a:lnTo>
                  <a:lnTo>
                    <a:pt x="21081" y="139064"/>
                  </a:lnTo>
                  <a:close/>
                </a:path>
                <a:path w="36829" h="235585">
                  <a:moveTo>
                    <a:pt x="4317" y="218185"/>
                  </a:moveTo>
                  <a:lnTo>
                    <a:pt x="3555" y="218185"/>
                  </a:lnTo>
                  <a:lnTo>
                    <a:pt x="2921" y="218312"/>
                  </a:lnTo>
                  <a:lnTo>
                    <a:pt x="2286" y="218693"/>
                  </a:lnTo>
                </a:path>
                <a:path w="36829" h="235585">
                  <a:moveTo>
                    <a:pt x="6096" y="212724"/>
                  </a:moveTo>
                  <a:lnTo>
                    <a:pt x="5841" y="212597"/>
                  </a:lnTo>
                  <a:lnTo>
                    <a:pt x="5587" y="212470"/>
                  </a:lnTo>
                  <a:lnTo>
                    <a:pt x="5206" y="212470"/>
                  </a:lnTo>
                </a:path>
                <a:path w="36829" h="235585">
                  <a:moveTo>
                    <a:pt x="13842" y="210057"/>
                  </a:moveTo>
                  <a:lnTo>
                    <a:pt x="13715" y="210311"/>
                  </a:lnTo>
                  <a:lnTo>
                    <a:pt x="13462" y="210692"/>
                  </a:lnTo>
                  <a:lnTo>
                    <a:pt x="13335" y="211073"/>
                  </a:lnTo>
                </a:path>
                <a:path w="36829" h="235585">
                  <a:moveTo>
                    <a:pt x="23875" y="212724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2" y="211581"/>
                  </a:lnTo>
                </a:path>
                <a:path w="36829" h="235585">
                  <a:moveTo>
                    <a:pt x="28193" y="220217"/>
                  </a:moveTo>
                  <a:lnTo>
                    <a:pt x="29844" y="219455"/>
                  </a:lnTo>
                  <a:lnTo>
                    <a:pt x="30861" y="217677"/>
                  </a:lnTo>
                  <a:lnTo>
                    <a:pt x="30861" y="215772"/>
                  </a:lnTo>
                </a:path>
                <a:path w="36829" h="235585">
                  <a:moveTo>
                    <a:pt x="34416" y="225043"/>
                  </a:moveTo>
                  <a:lnTo>
                    <a:pt x="34162" y="224408"/>
                  </a:lnTo>
                  <a:lnTo>
                    <a:pt x="33781" y="223773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5"/>
                  </a:lnTo>
                  <a:lnTo>
                    <a:pt x="31623" y="230631"/>
                  </a:lnTo>
                </a:path>
                <a:path w="36829" h="235585">
                  <a:moveTo>
                    <a:pt x="24129" y="232282"/>
                  </a:moveTo>
                  <a:lnTo>
                    <a:pt x="24256" y="232663"/>
                  </a:lnTo>
                  <a:lnTo>
                    <a:pt x="24511" y="233044"/>
                  </a:lnTo>
                  <a:lnTo>
                    <a:pt x="24764" y="233298"/>
                  </a:lnTo>
                </a:path>
                <a:path w="36829" h="235585">
                  <a:moveTo>
                    <a:pt x="18414" y="231774"/>
                  </a:moveTo>
                  <a:lnTo>
                    <a:pt x="18541" y="232155"/>
                  </a:lnTo>
                  <a:lnTo>
                    <a:pt x="18668" y="232409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0"/>
                  </a:moveTo>
                  <a:lnTo>
                    <a:pt x="12191" y="231266"/>
                  </a:lnTo>
                  <a:lnTo>
                    <a:pt x="12573" y="231012"/>
                  </a:lnTo>
                  <a:lnTo>
                    <a:pt x="12953" y="230631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3"/>
                  </a:lnTo>
                  <a:lnTo>
                    <a:pt x="3682" y="225424"/>
                  </a:lnTo>
                  <a:lnTo>
                    <a:pt x="3682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822696" y="3451732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20828" y="381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lnTo>
                    <a:pt x="20828" y="381"/>
                  </a:lnTo>
                  <a:close/>
                </a:path>
                <a:path w="36829" h="235585">
                  <a:moveTo>
                    <a:pt x="20955" y="68326"/>
                  </a:moveTo>
                  <a:lnTo>
                    <a:pt x="20320" y="67564"/>
                  </a:lnTo>
                  <a:lnTo>
                    <a:pt x="18669" y="67564"/>
                  </a:lnTo>
                  <a:lnTo>
                    <a:pt x="17907" y="68326"/>
                  </a:lnTo>
                  <a:lnTo>
                    <a:pt x="17907" y="69977"/>
                  </a:lnTo>
                  <a:lnTo>
                    <a:pt x="18669" y="70612"/>
                  </a:lnTo>
                  <a:lnTo>
                    <a:pt x="20320" y="70612"/>
                  </a:lnTo>
                  <a:lnTo>
                    <a:pt x="20955" y="69977"/>
                  </a:lnTo>
                  <a:lnTo>
                    <a:pt x="20955" y="69088"/>
                  </a:lnTo>
                  <a:lnTo>
                    <a:pt x="20955" y="68326"/>
                  </a:lnTo>
                  <a:close/>
                </a:path>
                <a:path w="36829" h="235585">
                  <a:moveTo>
                    <a:pt x="21082" y="137795"/>
                  </a:moveTo>
                  <a:lnTo>
                    <a:pt x="20066" y="136779"/>
                  </a:lnTo>
                  <a:lnTo>
                    <a:pt x="17526" y="136779"/>
                  </a:lnTo>
                  <a:lnTo>
                    <a:pt x="16510" y="137795"/>
                  </a:lnTo>
                  <a:lnTo>
                    <a:pt x="16510" y="140335"/>
                  </a:lnTo>
                  <a:lnTo>
                    <a:pt x="17526" y="141363"/>
                  </a:lnTo>
                  <a:lnTo>
                    <a:pt x="20066" y="141363"/>
                  </a:lnTo>
                  <a:lnTo>
                    <a:pt x="21082" y="140335"/>
                  </a:lnTo>
                  <a:lnTo>
                    <a:pt x="21082" y="139065"/>
                  </a:lnTo>
                  <a:lnTo>
                    <a:pt x="21082" y="137795"/>
                  </a:lnTo>
                  <a:close/>
                </a:path>
                <a:path w="36829" h="235585">
                  <a:moveTo>
                    <a:pt x="36322" y="222504"/>
                  </a:moveTo>
                  <a:lnTo>
                    <a:pt x="35928" y="219710"/>
                  </a:lnTo>
                  <a:lnTo>
                    <a:pt x="35814" y="218821"/>
                  </a:lnTo>
                  <a:lnTo>
                    <a:pt x="32639" y="216154"/>
                  </a:lnTo>
                  <a:lnTo>
                    <a:pt x="31750" y="215773"/>
                  </a:lnTo>
                  <a:lnTo>
                    <a:pt x="30861" y="215773"/>
                  </a:lnTo>
                  <a:lnTo>
                    <a:pt x="30861" y="212852"/>
                  </a:lnTo>
                  <a:lnTo>
                    <a:pt x="29464" y="211455"/>
                  </a:lnTo>
                  <a:lnTo>
                    <a:pt x="2870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3228" y="209931"/>
                  </a:lnTo>
                  <a:lnTo>
                    <a:pt x="23012" y="209042"/>
                  </a:lnTo>
                  <a:lnTo>
                    <a:pt x="22948" y="208788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1" y="207518"/>
                  </a:lnTo>
                  <a:lnTo>
                    <a:pt x="15189" y="208026"/>
                  </a:lnTo>
                  <a:lnTo>
                    <a:pt x="15468" y="208026"/>
                  </a:lnTo>
                  <a:lnTo>
                    <a:pt x="14605" y="208788"/>
                  </a:lnTo>
                  <a:lnTo>
                    <a:pt x="13843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34" y="212217"/>
                  </a:lnTo>
                  <a:lnTo>
                    <a:pt x="3136" y="212217"/>
                  </a:lnTo>
                  <a:lnTo>
                    <a:pt x="1524" y="213487"/>
                  </a:lnTo>
                  <a:lnTo>
                    <a:pt x="1244" y="215773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90"/>
                  </a:lnTo>
                  <a:lnTo>
                    <a:pt x="2540" y="225564"/>
                  </a:lnTo>
                  <a:lnTo>
                    <a:pt x="3670" y="225564"/>
                  </a:lnTo>
                  <a:lnTo>
                    <a:pt x="3378" y="228092"/>
                  </a:lnTo>
                  <a:lnTo>
                    <a:pt x="3302" y="228854"/>
                  </a:lnTo>
                  <a:lnTo>
                    <a:pt x="5334" y="231775"/>
                  </a:lnTo>
                  <a:lnTo>
                    <a:pt x="9131" y="232410"/>
                  </a:lnTo>
                  <a:lnTo>
                    <a:pt x="9525" y="232410"/>
                  </a:lnTo>
                  <a:lnTo>
                    <a:pt x="10795" y="232156"/>
                  </a:lnTo>
                  <a:lnTo>
                    <a:pt x="11811" y="231521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6"/>
                  </a:lnTo>
                  <a:lnTo>
                    <a:pt x="18148" y="233045"/>
                  </a:lnTo>
                  <a:lnTo>
                    <a:pt x="18288" y="233045"/>
                  </a:lnTo>
                  <a:lnTo>
                    <a:pt x="18669" y="232664"/>
                  </a:lnTo>
                  <a:lnTo>
                    <a:pt x="19558" y="234569"/>
                  </a:lnTo>
                  <a:lnTo>
                    <a:pt x="21717" y="235204"/>
                  </a:lnTo>
                  <a:lnTo>
                    <a:pt x="24003" y="234061"/>
                  </a:lnTo>
                  <a:lnTo>
                    <a:pt x="24638" y="233426"/>
                  </a:lnTo>
                  <a:lnTo>
                    <a:pt x="24866" y="233426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086" y="233807"/>
                  </a:lnTo>
                  <a:lnTo>
                    <a:pt x="30530" y="233426"/>
                  </a:lnTo>
                  <a:lnTo>
                    <a:pt x="31584" y="231521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6" y="228092"/>
                  </a:lnTo>
                  <a:lnTo>
                    <a:pt x="34671" y="225564"/>
                  </a:lnTo>
                  <a:lnTo>
                    <a:pt x="34544" y="225171"/>
                  </a:lnTo>
                  <a:lnTo>
                    <a:pt x="34417" y="225044"/>
                  </a:lnTo>
                  <a:lnTo>
                    <a:pt x="36322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5822696" y="3451732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8"/>
                  </a:moveTo>
                  <a:lnTo>
                    <a:pt x="3301" y="228853"/>
                  </a:lnTo>
                  <a:lnTo>
                    <a:pt x="5333" y="231774"/>
                  </a:lnTo>
                  <a:lnTo>
                    <a:pt x="8381" y="232282"/>
                  </a:lnTo>
                  <a:lnTo>
                    <a:pt x="9525" y="232409"/>
                  </a:lnTo>
                  <a:lnTo>
                    <a:pt x="10794" y="232155"/>
                  </a:lnTo>
                  <a:lnTo>
                    <a:pt x="11811" y="231520"/>
                  </a:lnTo>
                  <a:lnTo>
                    <a:pt x="12953" y="233806"/>
                  </a:lnTo>
                  <a:lnTo>
                    <a:pt x="15620" y="234568"/>
                  </a:lnTo>
                  <a:lnTo>
                    <a:pt x="17779" y="233425"/>
                  </a:lnTo>
                  <a:lnTo>
                    <a:pt x="18033" y="233171"/>
                  </a:lnTo>
                  <a:lnTo>
                    <a:pt x="18414" y="232917"/>
                  </a:lnTo>
                  <a:lnTo>
                    <a:pt x="18668" y="232663"/>
                  </a:lnTo>
                  <a:lnTo>
                    <a:pt x="19557" y="234568"/>
                  </a:lnTo>
                  <a:lnTo>
                    <a:pt x="21716" y="235203"/>
                  </a:lnTo>
                  <a:lnTo>
                    <a:pt x="23494" y="234314"/>
                  </a:lnTo>
                  <a:lnTo>
                    <a:pt x="24002" y="234060"/>
                  </a:lnTo>
                  <a:lnTo>
                    <a:pt x="24383" y="233679"/>
                  </a:lnTo>
                  <a:lnTo>
                    <a:pt x="24764" y="233298"/>
                  </a:lnTo>
                  <a:lnTo>
                    <a:pt x="26162" y="234949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4"/>
                  </a:lnTo>
                  <a:lnTo>
                    <a:pt x="31495" y="232282"/>
                  </a:lnTo>
                  <a:lnTo>
                    <a:pt x="31623" y="231266"/>
                  </a:lnTo>
                  <a:lnTo>
                    <a:pt x="33908" y="230631"/>
                  </a:lnTo>
                  <a:lnTo>
                    <a:pt x="35305" y="228091"/>
                  </a:lnTo>
                  <a:lnTo>
                    <a:pt x="34670" y="225551"/>
                  </a:lnTo>
                  <a:lnTo>
                    <a:pt x="34543" y="225424"/>
                  </a:lnTo>
                  <a:lnTo>
                    <a:pt x="34543" y="225170"/>
                  </a:lnTo>
                  <a:lnTo>
                    <a:pt x="34416" y="225043"/>
                  </a:lnTo>
                  <a:lnTo>
                    <a:pt x="36321" y="222503"/>
                  </a:lnTo>
                  <a:lnTo>
                    <a:pt x="35813" y="218820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2"/>
                  </a:lnTo>
                  <a:lnTo>
                    <a:pt x="30861" y="215645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3" y="210946"/>
                  </a:lnTo>
                  <a:lnTo>
                    <a:pt x="23621" y="211454"/>
                  </a:lnTo>
                  <a:lnTo>
                    <a:pt x="22859" y="208406"/>
                  </a:lnTo>
                  <a:lnTo>
                    <a:pt x="19684" y="206628"/>
                  </a:lnTo>
                  <a:lnTo>
                    <a:pt x="16890" y="207517"/>
                  </a:lnTo>
                  <a:lnTo>
                    <a:pt x="15620" y="207898"/>
                  </a:lnTo>
                  <a:lnTo>
                    <a:pt x="14604" y="208787"/>
                  </a:lnTo>
                  <a:lnTo>
                    <a:pt x="13842" y="209930"/>
                  </a:lnTo>
                  <a:lnTo>
                    <a:pt x="10921" y="208025"/>
                  </a:lnTo>
                  <a:lnTo>
                    <a:pt x="7112" y="209041"/>
                  </a:lnTo>
                  <a:lnTo>
                    <a:pt x="5333" y="212216"/>
                  </a:lnTo>
                  <a:lnTo>
                    <a:pt x="3301" y="212089"/>
                  </a:lnTo>
                  <a:lnTo>
                    <a:pt x="1524" y="213486"/>
                  </a:lnTo>
                  <a:lnTo>
                    <a:pt x="1269" y="215645"/>
                  </a:lnTo>
                  <a:lnTo>
                    <a:pt x="1142" y="216661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7" y="219709"/>
                  </a:lnTo>
                  <a:lnTo>
                    <a:pt x="0" y="221995"/>
                  </a:lnTo>
                  <a:lnTo>
                    <a:pt x="1015" y="223773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2" y="225551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4" y="0"/>
                  </a:lnTo>
                  <a:lnTo>
                    <a:pt x="19303" y="380"/>
                  </a:lnTo>
                  <a:lnTo>
                    <a:pt x="19303" y="762"/>
                  </a:lnTo>
                  <a:lnTo>
                    <a:pt x="19303" y="1142"/>
                  </a:lnTo>
                  <a:lnTo>
                    <a:pt x="19684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6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4"/>
                  </a:moveTo>
                  <a:lnTo>
                    <a:pt x="21081" y="137794"/>
                  </a:lnTo>
                  <a:lnTo>
                    <a:pt x="20065" y="136778"/>
                  </a:lnTo>
                  <a:lnTo>
                    <a:pt x="18795" y="136778"/>
                  </a:lnTo>
                  <a:lnTo>
                    <a:pt x="17525" y="136778"/>
                  </a:lnTo>
                  <a:lnTo>
                    <a:pt x="16509" y="137794"/>
                  </a:lnTo>
                  <a:lnTo>
                    <a:pt x="16509" y="139064"/>
                  </a:lnTo>
                  <a:lnTo>
                    <a:pt x="16509" y="140334"/>
                  </a:lnTo>
                  <a:lnTo>
                    <a:pt x="17525" y="141350"/>
                  </a:lnTo>
                  <a:lnTo>
                    <a:pt x="18795" y="141350"/>
                  </a:lnTo>
                  <a:lnTo>
                    <a:pt x="20065" y="141350"/>
                  </a:lnTo>
                  <a:lnTo>
                    <a:pt x="21081" y="140334"/>
                  </a:lnTo>
                  <a:lnTo>
                    <a:pt x="21081" y="139064"/>
                  </a:lnTo>
                  <a:close/>
                </a:path>
                <a:path w="36829" h="235585">
                  <a:moveTo>
                    <a:pt x="4317" y="218185"/>
                  </a:moveTo>
                  <a:lnTo>
                    <a:pt x="3555" y="218185"/>
                  </a:lnTo>
                  <a:lnTo>
                    <a:pt x="2920" y="218312"/>
                  </a:lnTo>
                  <a:lnTo>
                    <a:pt x="2286" y="218693"/>
                  </a:lnTo>
                </a:path>
                <a:path w="36829" h="235585">
                  <a:moveTo>
                    <a:pt x="6095" y="212597"/>
                  </a:moveTo>
                  <a:lnTo>
                    <a:pt x="5841" y="212597"/>
                  </a:lnTo>
                  <a:lnTo>
                    <a:pt x="5587" y="212470"/>
                  </a:lnTo>
                  <a:lnTo>
                    <a:pt x="5206" y="212470"/>
                  </a:lnTo>
                </a:path>
                <a:path w="36829" h="235585">
                  <a:moveTo>
                    <a:pt x="13842" y="210057"/>
                  </a:moveTo>
                  <a:lnTo>
                    <a:pt x="13715" y="210311"/>
                  </a:lnTo>
                  <a:lnTo>
                    <a:pt x="13462" y="210692"/>
                  </a:lnTo>
                  <a:lnTo>
                    <a:pt x="13334" y="211073"/>
                  </a:lnTo>
                </a:path>
                <a:path w="36829" h="235585">
                  <a:moveTo>
                    <a:pt x="23875" y="212724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1" y="211581"/>
                  </a:lnTo>
                </a:path>
                <a:path w="36829" h="235585">
                  <a:moveTo>
                    <a:pt x="28193" y="220217"/>
                  </a:moveTo>
                  <a:lnTo>
                    <a:pt x="29844" y="219455"/>
                  </a:lnTo>
                  <a:lnTo>
                    <a:pt x="30861" y="217677"/>
                  </a:lnTo>
                  <a:lnTo>
                    <a:pt x="30861" y="215772"/>
                  </a:lnTo>
                </a:path>
                <a:path w="36829" h="235585">
                  <a:moveTo>
                    <a:pt x="34416" y="225043"/>
                  </a:moveTo>
                  <a:lnTo>
                    <a:pt x="34162" y="224408"/>
                  </a:lnTo>
                  <a:lnTo>
                    <a:pt x="33781" y="223773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5"/>
                  </a:lnTo>
                  <a:lnTo>
                    <a:pt x="31623" y="230631"/>
                  </a:lnTo>
                </a:path>
                <a:path w="36829" h="235585">
                  <a:moveTo>
                    <a:pt x="24129" y="232282"/>
                  </a:moveTo>
                  <a:lnTo>
                    <a:pt x="24256" y="232663"/>
                  </a:lnTo>
                  <a:lnTo>
                    <a:pt x="24511" y="233044"/>
                  </a:lnTo>
                  <a:lnTo>
                    <a:pt x="24764" y="233298"/>
                  </a:lnTo>
                </a:path>
                <a:path w="36829" h="235585">
                  <a:moveTo>
                    <a:pt x="18414" y="231774"/>
                  </a:moveTo>
                  <a:lnTo>
                    <a:pt x="18541" y="232155"/>
                  </a:lnTo>
                  <a:lnTo>
                    <a:pt x="18668" y="232409"/>
                  </a:lnTo>
                  <a:lnTo>
                    <a:pt x="18795" y="232663"/>
                  </a:lnTo>
                </a:path>
                <a:path w="36829" h="235585">
                  <a:moveTo>
                    <a:pt x="11811" y="231520"/>
                  </a:moveTo>
                  <a:lnTo>
                    <a:pt x="12191" y="231266"/>
                  </a:lnTo>
                  <a:lnTo>
                    <a:pt x="12573" y="231012"/>
                  </a:lnTo>
                  <a:lnTo>
                    <a:pt x="12953" y="230631"/>
                  </a:lnTo>
                </a:path>
                <a:path w="36829" h="235585">
                  <a:moveTo>
                    <a:pt x="3809" y="224789"/>
                  </a:moveTo>
                  <a:lnTo>
                    <a:pt x="3809" y="225043"/>
                  </a:lnTo>
                  <a:lnTo>
                    <a:pt x="3682" y="225424"/>
                  </a:lnTo>
                  <a:lnTo>
                    <a:pt x="3682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836412" y="3404107"/>
              <a:ext cx="36830" cy="98425"/>
            </a:xfrm>
            <a:custGeom>
              <a:avLst/>
              <a:gdLst/>
              <a:ahLst/>
              <a:cxnLst/>
              <a:rect l="l" t="t" r="r" b="b"/>
              <a:pathLst>
                <a:path w="36829" h="98425">
                  <a:moveTo>
                    <a:pt x="21082" y="1016"/>
                  </a:moveTo>
                  <a:lnTo>
                    <a:pt x="20066" y="0"/>
                  </a:lnTo>
                  <a:lnTo>
                    <a:pt x="17526" y="0"/>
                  </a:lnTo>
                  <a:lnTo>
                    <a:pt x="16510" y="1016"/>
                  </a:lnTo>
                  <a:lnTo>
                    <a:pt x="16510" y="3556"/>
                  </a:lnTo>
                  <a:lnTo>
                    <a:pt x="17526" y="4572"/>
                  </a:lnTo>
                  <a:lnTo>
                    <a:pt x="20066" y="4572"/>
                  </a:lnTo>
                  <a:lnTo>
                    <a:pt x="21082" y="3556"/>
                  </a:lnTo>
                  <a:lnTo>
                    <a:pt x="21082" y="2286"/>
                  </a:lnTo>
                  <a:lnTo>
                    <a:pt x="21082" y="1016"/>
                  </a:lnTo>
                  <a:close/>
                </a:path>
                <a:path w="36829" h="98425">
                  <a:moveTo>
                    <a:pt x="36322" y="85725"/>
                  </a:moveTo>
                  <a:lnTo>
                    <a:pt x="35928" y="82931"/>
                  </a:lnTo>
                  <a:lnTo>
                    <a:pt x="35814" y="82042"/>
                  </a:lnTo>
                  <a:lnTo>
                    <a:pt x="32639" y="79375"/>
                  </a:lnTo>
                  <a:lnTo>
                    <a:pt x="31750" y="78994"/>
                  </a:lnTo>
                  <a:lnTo>
                    <a:pt x="30861" y="78994"/>
                  </a:lnTo>
                  <a:lnTo>
                    <a:pt x="30861" y="76073"/>
                  </a:lnTo>
                  <a:lnTo>
                    <a:pt x="29464" y="74676"/>
                  </a:lnTo>
                  <a:lnTo>
                    <a:pt x="28702" y="73914"/>
                  </a:lnTo>
                  <a:lnTo>
                    <a:pt x="25273" y="73914"/>
                  </a:lnTo>
                  <a:lnTo>
                    <a:pt x="24384" y="74168"/>
                  </a:lnTo>
                  <a:lnTo>
                    <a:pt x="23622" y="74676"/>
                  </a:lnTo>
                  <a:lnTo>
                    <a:pt x="23241" y="73152"/>
                  </a:lnTo>
                  <a:lnTo>
                    <a:pt x="23012" y="72263"/>
                  </a:lnTo>
                  <a:lnTo>
                    <a:pt x="22948" y="72009"/>
                  </a:lnTo>
                  <a:lnTo>
                    <a:pt x="22860" y="71628"/>
                  </a:lnTo>
                  <a:lnTo>
                    <a:pt x="19685" y="69850"/>
                  </a:lnTo>
                  <a:lnTo>
                    <a:pt x="18796" y="70142"/>
                  </a:lnTo>
                  <a:lnTo>
                    <a:pt x="18796" y="95885"/>
                  </a:lnTo>
                  <a:lnTo>
                    <a:pt x="18669" y="95885"/>
                  </a:lnTo>
                  <a:lnTo>
                    <a:pt x="18796" y="95885"/>
                  </a:lnTo>
                  <a:lnTo>
                    <a:pt x="18796" y="70142"/>
                  </a:lnTo>
                  <a:lnTo>
                    <a:pt x="16891" y="70739"/>
                  </a:lnTo>
                  <a:lnTo>
                    <a:pt x="15189" y="71247"/>
                  </a:lnTo>
                  <a:lnTo>
                    <a:pt x="15468" y="71247"/>
                  </a:lnTo>
                  <a:lnTo>
                    <a:pt x="14605" y="72009"/>
                  </a:lnTo>
                  <a:lnTo>
                    <a:pt x="13843" y="73152"/>
                  </a:lnTo>
                  <a:lnTo>
                    <a:pt x="10922" y="71247"/>
                  </a:lnTo>
                  <a:lnTo>
                    <a:pt x="7112" y="72263"/>
                  </a:lnTo>
                  <a:lnTo>
                    <a:pt x="5334" y="75438"/>
                  </a:lnTo>
                  <a:lnTo>
                    <a:pt x="3136" y="75438"/>
                  </a:lnTo>
                  <a:lnTo>
                    <a:pt x="1524" y="76708"/>
                  </a:lnTo>
                  <a:lnTo>
                    <a:pt x="1244" y="78994"/>
                  </a:lnTo>
                  <a:lnTo>
                    <a:pt x="1143" y="79883"/>
                  </a:lnTo>
                  <a:lnTo>
                    <a:pt x="1524" y="81026"/>
                  </a:lnTo>
                  <a:lnTo>
                    <a:pt x="2286" y="81788"/>
                  </a:lnTo>
                  <a:lnTo>
                    <a:pt x="508" y="82931"/>
                  </a:lnTo>
                  <a:lnTo>
                    <a:pt x="0" y="85217"/>
                  </a:lnTo>
                  <a:lnTo>
                    <a:pt x="1016" y="86995"/>
                  </a:lnTo>
                  <a:lnTo>
                    <a:pt x="1524" y="88011"/>
                  </a:lnTo>
                  <a:lnTo>
                    <a:pt x="2540" y="88773"/>
                  </a:lnTo>
                  <a:lnTo>
                    <a:pt x="3683" y="88773"/>
                  </a:lnTo>
                  <a:lnTo>
                    <a:pt x="3683" y="88900"/>
                  </a:lnTo>
                  <a:lnTo>
                    <a:pt x="3390" y="91313"/>
                  </a:lnTo>
                  <a:lnTo>
                    <a:pt x="3302" y="92075"/>
                  </a:lnTo>
                  <a:lnTo>
                    <a:pt x="5334" y="94996"/>
                  </a:lnTo>
                  <a:lnTo>
                    <a:pt x="9144" y="95631"/>
                  </a:lnTo>
                  <a:lnTo>
                    <a:pt x="10388" y="95631"/>
                  </a:lnTo>
                  <a:lnTo>
                    <a:pt x="11811" y="94742"/>
                  </a:lnTo>
                  <a:lnTo>
                    <a:pt x="12954" y="97028"/>
                  </a:lnTo>
                  <a:lnTo>
                    <a:pt x="15621" y="97790"/>
                  </a:lnTo>
                  <a:lnTo>
                    <a:pt x="17780" y="96647"/>
                  </a:lnTo>
                  <a:lnTo>
                    <a:pt x="19024" y="96647"/>
                  </a:lnTo>
                  <a:lnTo>
                    <a:pt x="19558" y="97790"/>
                  </a:lnTo>
                  <a:lnTo>
                    <a:pt x="21717" y="98425"/>
                  </a:lnTo>
                  <a:lnTo>
                    <a:pt x="24003" y="97282"/>
                  </a:lnTo>
                  <a:lnTo>
                    <a:pt x="24638" y="96647"/>
                  </a:lnTo>
                  <a:lnTo>
                    <a:pt x="24866" y="96647"/>
                  </a:lnTo>
                  <a:lnTo>
                    <a:pt x="26162" y="98171"/>
                  </a:lnTo>
                  <a:lnTo>
                    <a:pt x="28575" y="98425"/>
                  </a:lnTo>
                  <a:lnTo>
                    <a:pt x="30086" y="97028"/>
                  </a:lnTo>
                  <a:lnTo>
                    <a:pt x="30530" y="96647"/>
                  </a:lnTo>
                  <a:lnTo>
                    <a:pt x="30734" y="96647"/>
                  </a:lnTo>
                  <a:lnTo>
                    <a:pt x="31242" y="95885"/>
                  </a:lnTo>
                  <a:lnTo>
                    <a:pt x="31407" y="95631"/>
                  </a:lnTo>
                  <a:lnTo>
                    <a:pt x="31559" y="94996"/>
                  </a:lnTo>
                  <a:lnTo>
                    <a:pt x="31584" y="94742"/>
                  </a:lnTo>
                  <a:lnTo>
                    <a:pt x="31623" y="94488"/>
                  </a:lnTo>
                  <a:lnTo>
                    <a:pt x="33909" y="93853"/>
                  </a:lnTo>
                  <a:lnTo>
                    <a:pt x="35306" y="91313"/>
                  </a:lnTo>
                  <a:lnTo>
                    <a:pt x="34696" y="88900"/>
                  </a:lnTo>
                  <a:lnTo>
                    <a:pt x="34671" y="88773"/>
                  </a:lnTo>
                  <a:lnTo>
                    <a:pt x="34544" y="88773"/>
                  </a:lnTo>
                  <a:lnTo>
                    <a:pt x="34544" y="88392"/>
                  </a:lnTo>
                  <a:lnTo>
                    <a:pt x="36322" y="85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5836411" y="326732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9"/>
                  </a:moveTo>
                  <a:lnTo>
                    <a:pt x="3301" y="228854"/>
                  </a:lnTo>
                  <a:lnTo>
                    <a:pt x="5334" y="231775"/>
                  </a:lnTo>
                  <a:lnTo>
                    <a:pt x="8382" y="232283"/>
                  </a:lnTo>
                  <a:lnTo>
                    <a:pt x="9525" y="232410"/>
                  </a:lnTo>
                  <a:lnTo>
                    <a:pt x="10795" y="232156"/>
                  </a:lnTo>
                  <a:lnTo>
                    <a:pt x="11811" y="231521"/>
                  </a:lnTo>
                  <a:lnTo>
                    <a:pt x="12953" y="233807"/>
                  </a:lnTo>
                  <a:lnTo>
                    <a:pt x="15621" y="234569"/>
                  </a:lnTo>
                  <a:lnTo>
                    <a:pt x="17779" y="233425"/>
                  </a:lnTo>
                  <a:lnTo>
                    <a:pt x="18034" y="233172"/>
                  </a:lnTo>
                  <a:lnTo>
                    <a:pt x="18414" y="232918"/>
                  </a:lnTo>
                  <a:lnTo>
                    <a:pt x="18668" y="232663"/>
                  </a:lnTo>
                  <a:lnTo>
                    <a:pt x="19558" y="234569"/>
                  </a:lnTo>
                  <a:lnTo>
                    <a:pt x="21716" y="235204"/>
                  </a:lnTo>
                  <a:lnTo>
                    <a:pt x="23495" y="234315"/>
                  </a:lnTo>
                  <a:lnTo>
                    <a:pt x="24002" y="234061"/>
                  </a:lnTo>
                  <a:lnTo>
                    <a:pt x="24384" y="233680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225" y="233680"/>
                  </a:lnTo>
                  <a:lnTo>
                    <a:pt x="30987" y="233045"/>
                  </a:lnTo>
                  <a:lnTo>
                    <a:pt x="31496" y="232283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5" y="228092"/>
                  </a:lnTo>
                  <a:lnTo>
                    <a:pt x="34671" y="225551"/>
                  </a:lnTo>
                  <a:lnTo>
                    <a:pt x="34543" y="225425"/>
                  </a:lnTo>
                  <a:lnTo>
                    <a:pt x="34543" y="225171"/>
                  </a:lnTo>
                  <a:lnTo>
                    <a:pt x="36322" y="222504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4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1" y="210693"/>
                  </a:lnTo>
                  <a:lnTo>
                    <a:pt x="2616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0" y="207518"/>
                  </a:lnTo>
                  <a:lnTo>
                    <a:pt x="15621" y="207899"/>
                  </a:lnTo>
                  <a:lnTo>
                    <a:pt x="14604" y="208787"/>
                  </a:lnTo>
                  <a:lnTo>
                    <a:pt x="13842" y="209931"/>
                  </a:lnTo>
                  <a:lnTo>
                    <a:pt x="10922" y="208025"/>
                  </a:lnTo>
                  <a:lnTo>
                    <a:pt x="7112" y="209042"/>
                  </a:lnTo>
                  <a:lnTo>
                    <a:pt x="5334" y="212217"/>
                  </a:lnTo>
                  <a:lnTo>
                    <a:pt x="3301" y="212090"/>
                  </a:lnTo>
                  <a:lnTo>
                    <a:pt x="1524" y="213487"/>
                  </a:lnTo>
                  <a:lnTo>
                    <a:pt x="1270" y="215646"/>
                  </a:lnTo>
                  <a:lnTo>
                    <a:pt x="1142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90"/>
                  </a:lnTo>
                  <a:lnTo>
                    <a:pt x="2539" y="225551"/>
                  </a:lnTo>
                  <a:lnTo>
                    <a:pt x="3683" y="225551"/>
                  </a:lnTo>
                  <a:lnTo>
                    <a:pt x="3683" y="225679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1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1"/>
                  </a:lnTo>
                  <a:lnTo>
                    <a:pt x="19303" y="762"/>
                  </a:lnTo>
                  <a:lnTo>
                    <a:pt x="19303" y="1143"/>
                  </a:lnTo>
                  <a:lnTo>
                    <a:pt x="19685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3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20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7" y="68325"/>
                  </a:lnTo>
                  <a:lnTo>
                    <a:pt x="17907" y="69087"/>
                  </a:lnTo>
                  <a:lnTo>
                    <a:pt x="17907" y="69976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20" y="70612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2" y="139065"/>
                  </a:moveTo>
                  <a:lnTo>
                    <a:pt x="21082" y="137795"/>
                  </a:lnTo>
                  <a:lnTo>
                    <a:pt x="20065" y="136779"/>
                  </a:lnTo>
                  <a:lnTo>
                    <a:pt x="18796" y="136779"/>
                  </a:lnTo>
                  <a:lnTo>
                    <a:pt x="17525" y="136779"/>
                  </a:lnTo>
                  <a:lnTo>
                    <a:pt x="16510" y="137795"/>
                  </a:lnTo>
                  <a:lnTo>
                    <a:pt x="16510" y="139065"/>
                  </a:lnTo>
                  <a:lnTo>
                    <a:pt x="16510" y="140335"/>
                  </a:lnTo>
                  <a:lnTo>
                    <a:pt x="17525" y="141350"/>
                  </a:lnTo>
                  <a:lnTo>
                    <a:pt x="18796" y="141350"/>
                  </a:lnTo>
                  <a:lnTo>
                    <a:pt x="20065" y="141350"/>
                  </a:lnTo>
                  <a:lnTo>
                    <a:pt x="21082" y="140335"/>
                  </a:lnTo>
                  <a:lnTo>
                    <a:pt x="21082" y="139065"/>
                  </a:lnTo>
                  <a:close/>
                </a:path>
                <a:path w="36829" h="235585">
                  <a:moveTo>
                    <a:pt x="4317" y="218186"/>
                  </a:moveTo>
                  <a:lnTo>
                    <a:pt x="3555" y="218186"/>
                  </a:lnTo>
                  <a:lnTo>
                    <a:pt x="2921" y="218312"/>
                  </a:lnTo>
                  <a:lnTo>
                    <a:pt x="2286" y="218694"/>
                  </a:lnTo>
                </a:path>
                <a:path w="36829" h="235585">
                  <a:moveTo>
                    <a:pt x="6096" y="212725"/>
                  </a:moveTo>
                  <a:lnTo>
                    <a:pt x="5841" y="212598"/>
                  </a:lnTo>
                  <a:lnTo>
                    <a:pt x="5587" y="212471"/>
                  </a:lnTo>
                  <a:lnTo>
                    <a:pt x="5207" y="212471"/>
                  </a:lnTo>
                </a:path>
                <a:path w="36829" h="235585">
                  <a:moveTo>
                    <a:pt x="13842" y="210058"/>
                  </a:moveTo>
                  <a:lnTo>
                    <a:pt x="13715" y="210312"/>
                  </a:lnTo>
                  <a:lnTo>
                    <a:pt x="13462" y="210693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4"/>
                  </a:lnTo>
                  <a:lnTo>
                    <a:pt x="23749" y="211962"/>
                  </a:lnTo>
                  <a:lnTo>
                    <a:pt x="23622" y="211582"/>
                  </a:lnTo>
                </a:path>
                <a:path w="36829" h="235585">
                  <a:moveTo>
                    <a:pt x="28193" y="220218"/>
                  </a:moveTo>
                  <a:lnTo>
                    <a:pt x="29845" y="219456"/>
                  </a:lnTo>
                  <a:lnTo>
                    <a:pt x="30861" y="217678"/>
                  </a:lnTo>
                  <a:lnTo>
                    <a:pt x="30861" y="215773"/>
                  </a:lnTo>
                </a:path>
                <a:path w="36829" h="235585">
                  <a:moveTo>
                    <a:pt x="34416" y="225044"/>
                  </a:moveTo>
                  <a:lnTo>
                    <a:pt x="34162" y="224409"/>
                  </a:lnTo>
                  <a:lnTo>
                    <a:pt x="33782" y="223774"/>
                  </a:lnTo>
                  <a:lnTo>
                    <a:pt x="33274" y="223393"/>
                  </a:lnTo>
                </a:path>
                <a:path w="36829" h="235585">
                  <a:moveTo>
                    <a:pt x="31623" y="231394"/>
                  </a:moveTo>
                  <a:lnTo>
                    <a:pt x="31623" y="231140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29" y="232283"/>
                  </a:moveTo>
                  <a:lnTo>
                    <a:pt x="24257" y="232663"/>
                  </a:lnTo>
                  <a:lnTo>
                    <a:pt x="24511" y="233045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1" y="232156"/>
                  </a:lnTo>
                  <a:lnTo>
                    <a:pt x="18668" y="232410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1" y="231267"/>
                  </a:lnTo>
                  <a:lnTo>
                    <a:pt x="12573" y="231012"/>
                  </a:lnTo>
                  <a:lnTo>
                    <a:pt x="12953" y="230632"/>
                  </a:lnTo>
                </a:path>
                <a:path w="36829" h="235585">
                  <a:moveTo>
                    <a:pt x="3810" y="224790"/>
                  </a:moveTo>
                  <a:lnTo>
                    <a:pt x="3810" y="225044"/>
                  </a:lnTo>
                  <a:lnTo>
                    <a:pt x="3683" y="225425"/>
                  </a:lnTo>
                  <a:lnTo>
                    <a:pt x="3683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254625" y="3473957"/>
              <a:ext cx="73025" cy="28575"/>
            </a:xfrm>
            <a:custGeom>
              <a:avLst/>
              <a:gdLst/>
              <a:ahLst/>
              <a:cxnLst/>
              <a:rect l="l" t="t" r="r" b="b"/>
              <a:pathLst>
                <a:path w="73025" h="28575">
                  <a:moveTo>
                    <a:pt x="1524" y="18415"/>
                  </a:moveTo>
                  <a:lnTo>
                    <a:pt x="1270" y="18034"/>
                  </a:lnTo>
                  <a:lnTo>
                    <a:pt x="381" y="18034"/>
                  </a:lnTo>
                  <a:lnTo>
                    <a:pt x="0" y="18415"/>
                  </a:lnTo>
                  <a:lnTo>
                    <a:pt x="0" y="19304"/>
                  </a:lnTo>
                  <a:lnTo>
                    <a:pt x="381" y="19558"/>
                  </a:lnTo>
                  <a:lnTo>
                    <a:pt x="1270" y="19558"/>
                  </a:lnTo>
                  <a:lnTo>
                    <a:pt x="1524" y="19304"/>
                  </a:lnTo>
                  <a:lnTo>
                    <a:pt x="1524" y="18796"/>
                  </a:lnTo>
                  <a:lnTo>
                    <a:pt x="1524" y="18415"/>
                  </a:lnTo>
                  <a:close/>
                </a:path>
                <a:path w="73025" h="28575">
                  <a:moveTo>
                    <a:pt x="13843" y="17018"/>
                  </a:moveTo>
                  <a:lnTo>
                    <a:pt x="13208" y="16383"/>
                  </a:lnTo>
                  <a:lnTo>
                    <a:pt x="11430" y="16383"/>
                  </a:lnTo>
                  <a:lnTo>
                    <a:pt x="10795" y="17018"/>
                  </a:lnTo>
                  <a:lnTo>
                    <a:pt x="10795" y="18796"/>
                  </a:lnTo>
                  <a:lnTo>
                    <a:pt x="11430" y="19431"/>
                  </a:lnTo>
                  <a:lnTo>
                    <a:pt x="13208" y="19431"/>
                  </a:lnTo>
                  <a:lnTo>
                    <a:pt x="13843" y="18796"/>
                  </a:lnTo>
                  <a:lnTo>
                    <a:pt x="13843" y="17907"/>
                  </a:lnTo>
                  <a:lnTo>
                    <a:pt x="13843" y="17018"/>
                  </a:lnTo>
                  <a:close/>
                </a:path>
                <a:path w="73025" h="28575">
                  <a:moveTo>
                    <a:pt x="27559" y="15621"/>
                  </a:moveTo>
                  <a:lnTo>
                    <a:pt x="26543" y="14605"/>
                  </a:lnTo>
                  <a:lnTo>
                    <a:pt x="24003" y="14605"/>
                  </a:lnTo>
                  <a:lnTo>
                    <a:pt x="22987" y="15621"/>
                  </a:lnTo>
                  <a:lnTo>
                    <a:pt x="22987" y="18161"/>
                  </a:lnTo>
                  <a:lnTo>
                    <a:pt x="24003" y="19177"/>
                  </a:lnTo>
                  <a:lnTo>
                    <a:pt x="26543" y="19177"/>
                  </a:lnTo>
                  <a:lnTo>
                    <a:pt x="27559" y="18161"/>
                  </a:lnTo>
                  <a:lnTo>
                    <a:pt x="27559" y="16891"/>
                  </a:lnTo>
                  <a:lnTo>
                    <a:pt x="27559" y="15621"/>
                  </a:lnTo>
                  <a:close/>
                </a:path>
                <a:path w="73025" h="28575">
                  <a:moveTo>
                    <a:pt x="72517" y="15875"/>
                  </a:moveTo>
                  <a:lnTo>
                    <a:pt x="72123" y="13081"/>
                  </a:lnTo>
                  <a:lnTo>
                    <a:pt x="72009" y="12192"/>
                  </a:lnTo>
                  <a:lnTo>
                    <a:pt x="68834" y="9525"/>
                  </a:lnTo>
                  <a:lnTo>
                    <a:pt x="67945" y="9144"/>
                  </a:lnTo>
                  <a:lnTo>
                    <a:pt x="67056" y="9144"/>
                  </a:lnTo>
                  <a:lnTo>
                    <a:pt x="67056" y="6223"/>
                  </a:lnTo>
                  <a:lnTo>
                    <a:pt x="65659" y="4826"/>
                  </a:lnTo>
                  <a:lnTo>
                    <a:pt x="64897" y="4064"/>
                  </a:lnTo>
                  <a:lnTo>
                    <a:pt x="61468" y="4064"/>
                  </a:lnTo>
                  <a:lnTo>
                    <a:pt x="60579" y="4318"/>
                  </a:lnTo>
                  <a:lnTo>
                    <a:pt x="59817" y="4826"/>
                  </a:lnTo>
                  <a:lnTo>
                    <a:pt x="59423" y="3302"/>
                  </a:lnTo>
                  <a:lnTo>
                    <a:pt x="59207" y="2413"/>
                  </a:lnTo>
                  <a:lnTo>
                    <a:pt x="59143" y="2159"/>
                  </a:lnTo>
                  <a:lnTo>
                    <a:pt x="59055" y="1778"/>
                  </a:lnTo>
                  <a:lnTo>
                    <a:pt x="55880" y="0"/>
                  </a:lnTo>
                  <a:lnTo>
                    <a:pt x="54991" y="292"/>
                  </a:lnTo>
                  <a:lnTo>
                    <a:pt x="54991" y="26035"/>
                  </a:lnTo>
                  <a:lnTo>
                    <a:pt x="54864" y="26035"/>
                  </a:lnTo>
                  <a:lnTo>
                    <a:pt x="54991" y="26035"/>
                  </a:lnTo>
                  <a:lnTo>
                    <a:pt x="54991" y="292"/>
                  </a:lnTo>
                  <a:lnTo>
                    <a:pt x="53086" y="889"/>
                  </a:lnTo>
                  <a:lnTo>
                    <a:pt x="51384" y="1397"/>
                  </a:lnTo>
                  <a:lnTo>
                    <a:pt x="51663" y="1397"/>
                  </a:lnTo>
                  <a:lnTo>
                    <a:pt x="50800" y="2159"/>
                  </a:lnTo>
                  <a:lnTo>
                    <a:pt x="50038" y="3302"/>
                  </a:lnTo>
                  <a:lnTo>
                    <a:pt x="47117" y="1397"/>
                  </a:lnTo>
                  <a:lnTo>
                    <a:pt x="43307" y="2413"/>
                  </a:lnTo>
                  <a:lnTo>
                    <a:pt x="41529" y="5588"/>
                  </a:lnTo>
                  <a:lnTo>
                    <a:pt x="39331" y="5588"/>
                  </a:lnTo>
                  <a:lnTo>
                    <a:pt x="37719" y="6858"/>
                  </a:lnTo>
                  <a:lnTo>
                    <a:pt x="37439" y="9144"/>
                  </a:lnTo>
                  <a:lnTo>
                    <a:pt x="37338" y="10033"/>
                  </a:lnTo>
                  <a:lnTo>
                    <a:pt x="37719" y="11176"/>
                  </a:lnTo>
                  <a:lnTo>
                    <a:pt x="38481" y="11938"/>
                  </a:lnTo>
                  <a:lnTo>
                    <a:pt x="36703" y="13081"/>
                  </a:lnTo>
                  <a:lnTo>
                    <a:pt x="36195" y="15367"/>
                  </a:lnTo>
                  <a:lnTo>
                    <a:pt x="37211" y="17145"/>
                  </a:lnTo>
                  <a:lnTo>
                    <a:pt x="37719" y="18161"/>
                  </a:lnTo>
                  <a:lnTo>
                    <a:pt x="38735" y="18923"/>
                  </a:lnTo>
                  <a:lnTo>
                    <a:pt x="39878" y="18923"/>
                  </a:lnTo>
                  <a:lnTo>
                    <a:pt x="39878" y="19050"/>
                  </a:lnTo>
                  <a:lnTo>
                    <a:pt x="39585" y="21463"/>
                  </a:lnTo>
                  <a:lnTo>
                    <a:pt x="39497" y="22225"/>
                  </a:lnTo>
                  <a:lnTo>
                    <a:pt x="41529" y="25146"/>
                  </a:lnTo>
                  <a:lnTo>
                    <a:pt x="45326" y="25781"/>
                  </a:lnTo>
                  <a:lnTo>
                    <a:pt x="46583" y="25781"/>
                  </a:lnTo>
                  <a:lnTo>
                    <a:pt x="48006" y="24892"/>
                  </a:lnTo>
                  <a:lnTo>
                    <a:pt x="49149" y="27178"/>
                  </a:lnTo>
                  <a:lnTo>
                    <a:pt x="51816" y="27940"/>
                  </a:lnTo>
                  <a:lnTo>
                    <a:pt x="53975" y="26797"/>
                  </a:lnTo>
                  <a:lnTo>
                    <a:pt x="55219" y="26797"/>
                  </a:lnTo>
                  <a:lnTo>
                    <a:pt x="55753" y="27940"/>
                  </a:lnTo>
                  <a:lnTo>
                    <a:pt x="57912" y="28575"/>
                  </a:lnTo>
                  <a:lnTo>
                    <a:pt x="60198" y="27432"/>
                  </a:lnTo>
                  <a:lnTo>
                    <a:pt x="60833" y="26797"/>
                  </a:lnTo>
                  <a:lnTo>
                    <a:pt x="61061" y="26797"/>
                  </a:lnTo>
                  <a:lnTo>
                    <a:pt x="62357" y="28321"/>
                  </a:lnTo>
                  <a:lnTo>
                    <a:pt x="64770" y="28575"/>
                  </a:lnTo>
                  <a:lnTo>
                    <a:pt x="66281" y="27178"/>
                  </a:lnTo>
                  <a:lnTo>
                    <a:pt x="66725" y="26797"/>
                  </a:lnTo>
                  <a:lnTo>
                    <a:pt x="66929" y="26797"/>
                  </a:lnTo>
                  <a:lnTo>
                    <a:pt x="67437" y="26035"/>
                  </a:lnTo>
                  <a:lnTo>
                    <a:pt x="67602" y="25781"/>
                  </a:lnTo>
                  <a:lnTo>
                    <a:pt x="67754" y="25146"/>
                  </a:lnTo>
                  <a:lnTo>
                    <a:pt x="67779" y="24892"/>
                  </a:lnTo>
                  <a:lnTo>
                    <a:pt x="67818" y="24638"/>
                  </a:lnTo>
                  <a:lnTo>
                    <a:pt x="70104" y="24003"/>
                  </a:lnTo>
                  <a:lnTo>
                    <a:pt x="71501" y="21463"/>
                  </a:lnTo>
                  <a:lnTo>
                    <a:pt x="70891" y="19050"/>
                  </a:lnTo>
                  <a:lnTo>
                    <a:pt x="70866" y="18923"/>
                  </a:lnTo>
                  <a:lnTo>
                    <a:pt x="70739" y="18542"/>
                  </a:lnTo>
                  <a:lnTo>
                    <a:pt x="72517" y="15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254624" y="3473957"/>
              <a:ext cx="73025" cy="28575"/>
            </a:xfrm>
            <a:custGeom>
              <a:avLst/>
              <a:gdLst/>
              <a:ahLst/>
              <a:cxnLst/>
              <a:rect l="l" t="t" r="r" b="b"/>
              <a:pathLst>
                <a:path w="73025" h="28575">
                  <a:moveTo>
                    <a:pt x="39877" y="19050"/>
                  </a:moveTo>
                  <a:lnTo>
                    <a:pt x="39497" y="22225"/>
                  </a:lnTo>
                  <a:lnTo>
                    <a:pt x="41528" y="25145"/>
                  </a:lnTo>
                  <a:lnTo>
                    <a:pt x="44576" y="25653"/>
                  </a:lnTo>
                  <a:lnTo>
                    <a:pt x="45720" y="25780"/>
                  </a:lnTo>
                  <a:lnTo>
                    <a:pt x="46989" y="25526"/>
                  </a:lnTo>
                  <a:lnTo>
                    <a:pt x="48005" y="24891"/>
                  </a:lnTo>
                  <a:lnTo>
                    <a:pt x="49149" y="27177"/>
                  </a:lnTo>
                  <a:lnTo>
                    <a:pt x="51815" y="27939"/>
                  </a:lnTo>
                  <a:lnTo>
                    <a:pt x="53975" y="26796"/>
                  </a:lnTo>
                  <a:lnTo>
                    <a:pt x="54228" y="26542"/>
                  </a:lnTo>
                  <a:lnTo>
                    <a:pt x="54610" y="26288"/>
                  </a:lnTo>
                  <a:lnTo>
                    <a:pt x="54863" y="26034"/>
                  </a:lnTo>
                  <a:lnTo>
                    <a:pt x="55752" y="27939"/>
                  </a:lnTo>
                  <a:lnTo>
                    <a:pt x="57912" y="28575"/>
                  </a:lnTo>
                  <a:lnTo>
                    <a:pt x="59689" y="27686"/>
                  </a:lnTo>
                  <a:lnTo>
                    <a:pt x="60198" y="27431"/>
                  </a:lnTo>
                  <a:lnTo>
                    <a:pt x="60578" y="27050"/>
                  </a:lnTo>
                  <a:lnTo>
                    <a:pt x="60960" y="26669"/>
                  </a:lnTo>
                  <a:lnTo>
                    <a:pt x="62357" y="28320"/>
                  </a:lnTo>
                  <a:lnTo>
                    <a:pt x="64770" y="28575"/>
                  </a:lnTo>
                  <a:lnTo>
                    <a:pt x="66421" y="27050"/>
                  </a:lnTo>
                  <a:lnTo>
                    <a:pt x="67183" y="26415"/>
                  </a:lnTo>
                  <a:lnTo>
                    <a:pt x="67690" y="25653"/>
                  </a:lnTo>
                  <a:lnTo>
                    <a:pt x="67817" y="24637"/>
                  </a:lnTo>
                  <a:lnTo>
                    <a:pt x="70103" y="24002"/>
                  </a:lnTo>
                  <a:lnTo>
                    <a:pt x="71500" y="21462"/>
                  </a:lnTo>
                  <a:lnTo>
                    <a:pt x="70865" y="18922"/>
                  </a:lnTo>
                  <a:lnTo>
                    <a:pt x="70738" y="18541"/>
                  </a:lnTo>
                  <a:lnTo>
                    <a:pt x="72516" y="15875"/>
                  </a:lnTo>
                  <a:lnTo>
                    <a:pt x="72009" y="12191"/>
                  </a:lnTo>
                  <a:lnTo>
                    <a:pt x="69596" y="10159"/>
                  </a:lnTo>
                  <a:lnTo>
                    <a:pt x="68834" y="9525"/>
                  </a:lnTo>
                  <a:lnTo>
                    <a:pt x="67945" y="9143"/>
                  </a:lnTo>
                  <a:lnTo>
                    <a:pt x="67055" y="9016"/>
                  </a:lnTo>
                  <a:lnTo>
                    <a:pt x="67055" y="6222"/>
                  </a:lnTo>
                  <a:lnTo>
                    <a:pt x="64897" y="4063"/>
                  </a:lnTo>
                  <a:lnTo>
                    <a:pt x="62357" y="4063"/>
                  </a:lnTo>
                  <a:lnTo>
                    <a:pt x="61467" y="4063"/>
                  </a:lnTo>
                  <a:lnTo>
                    <a:pt x="60578" y="4317"/>
                  </a:lnTo>
                  <a:lnTo>
                    <a:pt x="59816" y="4825"/>
                  </a:lnTo>
                  <a:lnTo>
                    <a:pt x="59054" y="1777"/>
                  </a:lnTo>
                  <a:lnTo>
                    <a:pt x="55879" y="0"/>
                  </a:lnTo>
                  <a:lnTo>
                    <a:pt x="53086" y="888"/>
                  </a:lnTo>
                  <a:lnTo>
                    <a:pt x="51815" y="1269"/>
                  </a:lnTo>
                  <a:lnTo>
                    <a:pt x="50800" y="2158"/>
                  </a:lnTo>
                  <a:lnTo>
                    <a:pt x="50037" y="3301"/>
                  </a:lnTo>
                  <a:lnTo>
                    <a:pt x="47116" y="1396"/>
                  </a:lnTo>
                  <a:lnTo>
                    <a:pt x="43307" y="2412"/>
                  </a:lnTo>
                  <a:lnTo>
                    <a:pt x="41528" y="5587"/>
                  </a:lnTo>
                  <a:lnTo>
                    <a:pt x="39497" y="5461"/>
                  </a:lnTo>
                  <a:lnTo>
                    <a:pt x="37719" y="6857"/>
                  </a:lnTo>
                  <a:lnTo>
                    <a:pt x="37464" y="9016"/>
                  </a:lnTo>
                  <a:lnTo>
                    <a:pt x="37337" y="10032"/>
                  </a:lnTo>
                  <a:lnTo>
                    <a:pt x="37719" y="11175"/>
                  </a:lnTo>
                  <a:lnTo>
                    <a:pt x="38480" y="11937"/>
                  </a:lnTo>
                  <a:lnTo>
                    <a:pt x="36702" y="13080"/>
                  </a:lnTo>
                  <a:lnTo>
                    <a:pt x="36195" y="15366"/>
                  </a:lnTo>
                  <a:lnTo>
                    <a:pt x="37211" y="17144"/>
                  </a:lnTo>
                  <a:lnTo>
                    <a:pt x="37719" y="18161"/>
                  </a:lnTo>
                  <a:lnTo>
                    <a:pt x="38735" y="18922"/>
                  </a:lnTo>
                  <a:lnTo>
                    <a:pt x="39877" y="18922"/>
                  </a:lnTo>
                  <a:lnTo>
                    <a:pt x="39877" y="19050"/>
                  </a:lnTo>
                  <a:close/>
                </a:path>
                <a:path w="73025" h="28575">
                  <a:moveTo>
                    <a:pt x="1524" y="18795"/>
                  </a:moveTo>
                  <a:lnTo>
                    <a:pt x="1524" y="18414"/>
                  </a:lnTo>
                  <a:lnTo>
                    <a:pt x="1270" y="18033"/>
                  </a:lnTo>
                  <a:lnTo>
                    <a:pt x="762" y="18033"/>
                  </a:lnTo>
                  <a:lnTo>
                    <a:pt x="380" y="18033"/>
                  </a:lnTo>
                  <a:lnTo>
                    <a:pt x="0" y="18414"/>
                  </a:lnTo>
                  <a:lnTo>
                    <a:pt x="0" y="18795"/>
                  </a:lnTo>
                  <a:lnTo>
                    <a:pt x="0" y="19303"/>
                  </a:lnTo>
                  <a:lnTo>
                    <a:pt x="380" y="19557"/>
                  </a:lnTo>
                  <a:lnTo>
                    <a:pt x="762" y="19557"/>
                  </a:lnTo>
                  <a:lnTo>
                    <a:pt x="1270" y="19557"/>
                  </a:lnTo>
                  <a:lnTo>
                    <a:pt x="1524" y="19303"/>
                  </a:lnTo>
                  <a:lnTo>
                    <a:pt x="1524" y="18795"/>
                  </a:lnTo>
                  <a:close/>
                </a:path>
                <a:path w="73025" h="28575">
                  <a:moveTo>
                    <a:pt x="13842" y="17906"/>
                  </a:moveTo>
                  <a:lnTo>
                    <a:pt x="13842" y="17017"/>
                  </a:lnTo>
                  <a:lnTo>
                    <a:pt x="13208" y="16382"/>
                  </a:lnTo>
                  <a:lnTo>
                    <a:pt x="12319" y="16382"/>
                  </a:lnTo>
                  <a:lnTo>
                    <a:pt x="11429" y="16382"/>
                  </a:lnTo>
                  <a:lnTo>
                    <a:pt x="10795" y="17017"/>
                  </a:lnTo>
                  <a:lnTo>
                    <a:pt x="10795" y="17906"/>
                  </a:lnTo>
                  <a:lnTo>
                    <a:pt x="10795" y="18795"/>
                  </a:lnTo>
                  <a:lnTo>
                    <a:pt x="11429" y="19430"/>
                  </a:lnTo>
                  <a:lnTo>
                    <a:pt x="12319" y="19430"/>
                  </a:lnTo>
                  <a:lnTo>
                    <a:pt x="13208" y="19430"/>
                  </a:lnTo>
                  <a:lnTo>
                    <a:pt x="13842" y="18795"/>
                  </a:lnTo>
                  <a:lnTo>
                    <a:pt x="13842" y="17906"/>
                  </a:lnTo>
                  <a:close/>
                </a:path>
                <a:path w="73025" h="28575">
                  <a:moveTo>
                    <a:pt x="27559" y="16890"/>
                  </a:moveTo>
                  <a:lnTo>
                    <a:pt x="27559" y="15620"/>
                  </a:lnTo>
                  <a:lnTo>
                    <a:pt x="26542" y="14604"/>
                  </a:lnTo>
                  <a:lnTo>
                    <a:pt x="25273" y="14604"/>
                  </a:lnTo>
                  <a:lnTo>
                    <a:pt x="24002" y="14604"/>
                  </a:lnTo>
                  <a:lnTo>
                    <a:pt x="22987" y="15620"/>
                  </a:lnTo>
                  <a:lnTo>
                    <a:pt x="22987" y="16890"/>
                  </a:lnTo>
                  <a:lnTo>
                    <a:pt x="22987" y="18161"/>
                  </a:lnTo>
                  <a:lnTo>
                    <a:pt x="24002" y="19176"/>
                  </a:lnTo>
                  <a:lnTo>
                    <a:pt x="25273" y="19176"/>
                  </a:lnTo>
                  <a:lnTo>
                    <a:pt x="26542" y="19176"/>
                  </a:lnTo>
                  <a:lnTo>
                    <a:pt x="27559" y="18161"/>
                  </a:lnTo>
                  <a:lnTo>
                    <a:pt x="27559" y="16890"/>
                  </a:lnTo>
                  <a:close/>
                </a:path>
                <a:path w="73025" h="28575">
                  <a:moveTo>
                    <a:pt x="40512" y="11556"/>
                  </a:moveTo>
                  <a:lnTo>
                    <a:pt x="39750" y="11556"/>
                  </a:lnTo>
                  <a:lnTo>
                    <a:pt x="39115" y="11683"/>
                  </a:lnTo>
                  <a:lnTo>
                    <a:pt x="38480" y="12064"/>
                  </a:lnTo>
                </a:path>
                <a:path w="73025" h="28575">
                  <a:moveTo>
                    <a:pt x="42290" y="6095"/>
                  </a:moveTo>
                  <a:lnTo>
                    <a:pt x="42037" y="5968"/>
                  </a:lnTo>
                  <a:lnTo>
                    <a:pt x="41783" y="5841"/>
                  </a:lnTo>
                  <a:lnTo>
                    <a:pt x="41401" y="5841"/>
                  </a:lnTo>
                </a:path>
                <a:path w="73025" h="28575">
                  <a:moveTo>
                    <a:pt x="50037" y="3428"/>
                  </a:moveTo>
                  <a:lnTo>
                    <a:pt x="49911" y="3682"/>
                  </a:lnTo>
                  <a:lnTo>
                    <a:pt x="49657" y="4063"/>
                  </a:lnTo>
                  <a:lnTo>
                    <a:pt x="49529" y="4444"/>
                  </a:lnTo>
                </a:path>
                <a:path w="73025" h="28575">
                  <a:moveTo>
                    <a:pt x="60071" y="6095"/>
                  </a:moveTo>
                  <a:lnTo>
                    <a:pt x="60071" y="5714"/>
                  </a:lnTo>
                  <a:lnTo>
                    <a:pt x="59944" y="5333"/>
                  </a:lnTo>
                  <a:lnTo>
                    <a:pt x="59816" y="4952"/>
                  </a:lnTo>
                </a:path>
                <a:path w="73025" h="28575">
                  <a:moveTo>
                    <a:pt x="64388" y="13588"/>
                  </a:moveTo>
                  <a:lnTo>
                    <a:pt x="66039" y="12826"/>
                  </a:lnTo>
                  <a:lnTo>
                    <a:pt x="67055" y="11049"/>
                  </a:lnTo>
                  <a:lnTo>
                    <a:pt x="67055" y="9143"/>
                  </a:lnTo>
                </a:path>
                <a:path w="73025" h="28575">
                  <a:moveTo>
                    <a:pt x="70612" y="18414"/>
                  </a:moveTo>
                  <a:lnTo>
                    <a:pt x="70358" y="17779"/>
                  </a:lnTo>
                  <a:lnTo>
                    <a:pt x="69976" y="17144"/>
                  </a:lnTo>
                  <a:lnTo>
                    <a:pt x="69469" y="16763"/>
                  </a:lnTo>
                </a:path>
                <a:path w="73025" h="28575">
                  <a:moveTo>
                    <a:pt x="67817" y="24764"/>
                  </a:moveTo>
                  <a:lnTo>
                    <a:pt x="67817" y="24511"/>
                  </a:lnTo>
                  <a:lnTo>
                    <a:pt x="67817" y="24256"/>
                  </a:lnTo>
                  <a:lnTo>
                    <a:pt x="67817" y="24002"/>
                  </a:lnTo>
                </a:path>
                <a:path w="73025" h="28575">
                  <a:moveTo>
                    <a:pt x="60325" y="25653"/>
                  </a:moveTo>
                  <a:lnTo>
                    <a:pt x="60451" y="26034"/>
                  </a:lnTo>
                  <a:lnTo>
                    <a:pt x="60705" y="26415"/>
                  </a:lnTo>
                  <a:lnTo>
                    <a:pt x="60960" y="26669"/>
                  </a:lnTo>
                </a:path>
                <a:path w="73025" h="28575">
                  <a:moveTo>
                    <a:pt x="54610" y="25145"/>
                  </a:moveTo>
                  <a:lnTo>
                    <a:pt x="54737" y="25526"/>
                  </a:lnTo>
                  <a:lnTo>
                    <a:pt x="54863" y="25780"/>
                  </a:lnTo>
                  <a:lnTo>
                    <a:pt x="54990" y="26034"/>
                  </a:lnTo>
                </a:path>
                <a:path w="73025" h="28575">
                  <a:moveTo>
                    <a:pt x="48005" y="24891"/>
                  </a:moveTo>
                  <a:lnTo>
                    <a:pt x="48387" y="24637"/>
                  </a:lnTo>
                  <a:lnTo>
                    <a:pt x="48767" y="24383"/>
                  </a:lnTo>
                  <a:lnTo>
                    <a:pt x="49149" y="24002"/>
                  </a:lnTo>
                </a:path>
                <a:path w="73025" h="28575">
                  <a:moveTo>
                    <a:pt x="40004" y="18161"/>
                  </a:moveTo>
                  <a:lnTo>
                    <a:pt x="40004" y="18414"/>
                  </a:lnTo>
                  <a:lnTo>
                    <a:pt x="39877" y="18795"/>
                  </a:lnTo>
                  <a:lnTo>
                    <a:pt x="39877" y="19050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235956" y="3430396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20828" y="381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lnTo>
                    <a:pt x="20828" y="381"/>
                  </a:lnTo>
                  <a:close/>
                </a:path>
                <a:path w="36829" h="235585">
                  <a:moveTo>
                    <a:pt x="20955" y="68326"/>
                  </a:moveTo>
                  <a:lnTo>
                    <a:pt x="20320" y="67564"/>
                  </a:lnTo>
                  <a:lnTo>
                    <a:pt x="18669" y="67564"/>
                  </a:lnTo>
                  <a:lnTo>
                    <a:pt x="17907" y="68326"/>
                  </a:lnTo>
                  <a:lnTo>
                    <a:pt x="17907" y="69977"/>
                  </a:lnTo>
                  <a:lnTo>
                    <a:pt x="18669" y="70612"/>
                  </a:lnTo>
                  <a:lnTo>
                    <a:pt x="20320" y="70612"/>
                  </a:lnTo>
                  <a:lnTo>
                    <a:pt x="20955" y="69977"/>
                  </a:lnTo>
                  <a:lnTo>
                    <a:pt x="20955" y="69088"/>
                  </a:lnTo>
                  <a:lnTo>
                    <a:pt x="20955" y="68326"/>
                  </a:lnTo>
                  <a:close/>
                </a:path>
                <a:path w="36829" h="235585">
                  <a:moveTo>
                    <a:pt x="21082" y="137795"/>
                  </a:moveTo>
                  <a:lnTo>
                    <a:pt x="20066" y="136779"/>
                  </a:lnTo>
                  <a:lnTo>
                    <a:pt x="17526" y="136779"/>
                  </a:lnTo>
                  <a:lnTo>
                    <a:pt x="16510" y="137795"/>
                  </a:lnTo>
                  <a:lnTo>
                    <a:pt x="16510" y="140347"/>
                  </a:lnTo>
                  <a:lnTo>
                    <a:pt x="17526" y="141351"/>
                  </a:lnTo>
                  <a:lnTo>
                    <a:pt x="20066" y="141351"/>
                  </a:lnTo>
                  <a:lnTo>
                    <a:pt x="21082" y="140347"/>
                  </a:lnTo>
                  <a:lnTo>
                    <a:pt x="21082" y="139065"/>
                  </a:lnTo>
                  <a:lnTo>
                    <a:pt x="21082" y="137795"/>
                  </a:lnTo>
                  <a:close/>
                </a:path>
                <a:path w="36829" h="235585">
                  <a:moveTo>
                    <a:pt x="36322" y="222504"/>
                  </a:moveTo>
                  <a:lnTo>
                    <a:pt x="35928" y="219710"/>
                  </a:lnTo>
                  <a:lnTo>
                    <a:pt x="35814" y="218821"/>
                  </a:lnTo>
                  <a:lnTo>
                    <a:pt x="32639" y="216154"/>
                  </a:lnTo>
                  <a:lnTo>
                    <a:pt x="31750" y="215773"/>
                  </a:lnTo>
                  <a:lnTo>
                    <a:pt x="30861" y="215773"/>
                  </a:lnTo>
                  <a:lnTo>
                    <a:pt x="30861" y="212852"/>
                  </a:lnTo>
                  <a:lnTo>
                    <a:pt x="30353" y="212344"/>
                  </a:lnTo>
                  <a:lnTo>
                    <a:pt x="29464" y="211455"/>
                  </a:lnTo>
                  <a:lnTo>
                    <a:pt x="2870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3228" y="209931"/>
                  </a:lnTo>
                  <a:lnTo>
                    <a:pt x="23012" y="209042"/>
                  </a:lnTo>
                  <a:lnTo>
                    <a:pt x="22948" y="208788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1" y="207518"/>
                  </a:lnTo>
                  <a:lnTo>
                    <a:pt x="15621" y="207899"/>
                  </a:lnTo>
                  <a:lnTo>
                    <a:pt x="14605" y="208788"/>
                  </a:lnTo>
                  <a:lnTo>
                    <a:pt x="13843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34" y="212217"/>
                  </a:lnTo>
                  <a:lnTo>
                    <a:pt x="5207" y="212344"/>
                  </a:lnTo>
                  <a:lnTo>
                    <a:pt x="4241" y="212217"/>
                  </a:lnTo>
                  <a:lnTo>
                    <a:pt x="3136" y="212217"/>
                  </a:lnTo>
                  <a:lnTo>
                    <a:pt x="1524" y="213487"/>
                  </a:lnTo>
                  <a:lnTo>
                    <a:pt x="1244" y="215773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90"/>
                  </a:lnTo>
                  <a:lnTo>
                    <a:pt x="2540" y="225564"/>
                  </a:lnTo>
                  <a:lnTo>
                    <a:pt x="3670" y="225564"/>
                  </a:lnTo>
                  <a:lnTo>
                    <a:pt x="3378" y="228092"/>
                  </a:lnTo>
                  <a:lnTo>
                    <a:pt x="3302" y="228854"/>
                  </a:lnTo>
                  <a:lnTo>
                    <a:pt x="5334" y="231775"/>
                  </a:lnTo>
                  <a:lnTo>
                    <a:pt x="9131" y="232410"/>
                  </a:lnTo>
                  <a:lnTo>
                    <a:pt x="9525" y="232410"/>
                  </a:lnTo>
                  <a:lnTo>
                    <a:pt x="10795" y="232156"/>
                  </a:lnTo>
                  <a:lnTo>
                    <a:pt x="11811" y="231521"/>
                  </a:lnTo>
                  <a:lnTo>
                    <a:pt x="12700" y="233299"/>
                  </a:lnTo>
                  <a:lnTo>
                    <a:pt x="12763" y="233426"/>
                  </a:lnTo>
                  <a:lnTo>
                    <a:pt x="12890" y="233680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6"/>
                  </a:lnTo>
                  <a:lnTo>
                    <a:pt x="17907" y="233299"/>
                  </a:lnTo>
                  <a:lnTo>
                    <a:pt x="18415" y="232918"/>
                  </a:lnTo>
                  <a:lnTo>
                    <a:pt x="18669" y="232664"/>
                  </a:lnTo>
                  <a:lnTo>
                    <a:pt x="19558" y="234569"/>
                  </a:lnTo>
                  <a:lnTo>
                    <a:pt x="21717" y="235204"/>
                  </a:lnTo>
                  <a:lnTo>
                    <a:pt x="24003" y="234061"/>
                  </a:lnTo>
                  <a:lnTo>
                    <a:pt x="24638" y="233426"/>
                  </a:lnTo>
                  <a:lnTo>
                    <a:pt x="24765" y="233299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226" y="233680"/>
                  </a:lnTo>
                  <a:lnTo>
                    <a:pt x="30683" y="233299"/>
                  </a:lnTo>
                  <a:lnTo>
                    <a:pt x="31140" y="232918"/>
                  </a:lnTo>
                  <a:lnTo>
                    <a:pt x="31242" y="232664"/>
                  </a:lnTo>
                  <a:lnTo>
                    <a:pt x="31407" y="232410"/>
                  </a:lnTo>
                  <a:lnTo>
                    <a:pt x="31508" y="232156"/>
                  </a:lnTo>
                  <a:lnTo>
                    <a:pt x="31584" y="231521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6" y="228092"/>
                  </a:lnTo>
                  <a:lnTo>
                    <a:pt x="34671" y="225564"/>
                  </a:lnTo>
                  <a:lnTo>
                    <a:pt x="34544" y="225171"/>
                  </a:lnTo>
                  <a:lnTo>
                    <a:pt x="36322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35955" y="3430396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8"/>
                  </a:moveTo>
                  <a:lnTo>
                    <a:pt x="3302" y="228853"/>
                  </a:lnTo>
                  <a:lnTo>
                    <a:pt x="5334" y="231775"/>
                  </a:lnTo>
                  <a:lnTo>
                    <a:pt x="8382" y="232282"/>
                  </a:lnTo>
                  <a:lnTo>
                    <a:pt x="9525" y="232409"/>
                  </a:lnTo>
                  <a:lnTo>
                    <a:pt x="10795" y="232155"/>
                  </a:lnTo>
                  <a:lnTo>
                    <a:pt x="11811" y="231520"/>
                  </a:lnTo>
                  <a:lnTo>
                    <a:pt x="12954" y="233806"/>
                  </a:lnTo>
                  <a:lnTo>
                    <a:pt x="15621" y="234569"/>
                  </a:lnTo>
                  <a:lnTo>
                    <a:pt x="17780" y="233425"/>
                  </a:lnTo>
                  <a:lnTo>
                    <a:pt x="18034" y="233171"/>
                  </a:lnTo>
                  <a:lnTo>
                    <a:pt x="18415" y="232917"/>
                  </a:lnTo>
                  <a:lnTo>
                    <a:pt x="18669" y="232663"/>
                  </a:lnTo>
                  <a:lnTo>
                    <a:pt x="19558" y="234569"/>
                  </a:lnTo>
                  <a:lnTo>
                    <a:pt x="21717" y="235203"/>
                  </a:lnTo>
                  <a:lnTo>
                    <a:pt x="23495" y="234314"/>
                  </a:lnTo>
                  <a:lnTo>
                    <a:pt x="24003" y="234060"/>
                  </a:lnTo>
                  <a:lnTo>
                    <a:pt x="24384" y="233679"/>
                  </a:lnTo>
                  <a:lnTo>
                    <a:pt x="24765" y="233298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6" y="233679"/>
                  </a:lnTo>
                  <a:lnTo>
                    <a:pt x="30988" y="233044"/>
                  </a:lnTo>
                  <a:lnTo>
                    <a:pt x="31496" y="232282"/>
                  </a:lnTo>
                  <a:lnTo>
                    <a:pt x="31623" y="231266"/>
                  </a:lnTo>
                  <a:lnTo>
                    <a:pt x="33909" y="230631"/>
                  </a:lnTo>
                  <a:lnTo>
                    <a:pt x="35306" y="228091"/>
                  </a:lnTo>
                  <a:lnTo>
                    <a:pt x="34671" y="225551"/>
                  </a:lnTo>
                  <a:lnTo>
                    <a:pt x="34544" y="225170"/>
                  </a:lnTo>
                  <a:lnTo>
                    <a:pt x="36322" y="222503"/>
                  </a:lnTo>
                  <a:lnTo>
                    <a:pt x="35814" y="218820"/>
                  </a:lnTo>
                  <a:lnTo>
                    <a:pt x="33401" y="216788"/>
                  </a:lnTo>
                  <a:lnTo>
                    <a:pt x="32639" y="216153"/>
                  </a:lnTo>
                  <a:lnTo>
                    <a:pt x="31750" y="215772"/>
                  </a:lnTo>
                  <a:lnTo>
                    <a:pt x="30861" y="215645"/>
                  </a:lnTo>
                  <a:lnTo>
                    <a:pt x="30861" y="212851"/>
                  </a:lnTo>
                  <a:lnTo>
                    <a:pt x="28702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4" y="210946"/>
                  </a:lnTo>
                  <a:lnTo>
                    <a:pt x="23622" y="211454"/>
                  </a:lnTo>
                  <a:lnTo>
                    <a:pt x="22860" y="208406"/>
                  </a:lnTo>
                  <a:lnTo>
                    <a:pt x="19685" y="206628"/>
                  </a:lnTo>
                  <a:lnTo>
                    <a:pt x="16891" y="207517"/>
                  </a:lnTo>
                  <a:lnTo>
                    <a:pt x="15621" y="207898"/>
                  </a:lnTo>
                  <a:lnTo>
                    <a:pt x="14605" y="208787"/>
                  </a:lnTo>
                  <a:lnTo>
                    <a:pt x="13843" y="209930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4" y="212216"/>
                  </a:lnTo>
                  <a:lnTo>
                    <a:pt x="5207" y="212344"/>
                  </a:lnTo>
                  <a:lnTo>
                    <a:pt x="3302" y="212089"/>
                  </a:lnTo>
                  <a:lnTo>
                    <a:pt x="1524" y="213486"/>
                  </a:lnTo>
                  <a:lnTo>
                    <a:pt x="1270" y="215645"/>
                  </a:lnTo>
                  <a:lnTo>
                    <a:pt x="1143" y="216661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8" y="219709"/>
                  </a:lnTo>
                  <a:lnTo>
                    <a:pt x="0" y="221995"/>
                  </a:lnTo>
                  <a:lnTo>
                    <a:pt x="1016" y="223773"/>
                  </a:lnTo>
                  <a:lnTo>
                    <a:pt x="1524" y="224789"/>
                  </a:lnTo>
                  <a:lnTo>
                    <a:pt x="2540" y="225551"/>
                  </a:lnTo>
                  <a:lnTo>
                    <a:pt x="3683" y="225551"/>
                  </a:lnTo>
                  <a:close/>
                </a:path>
                <a:path w="36829" h="235585">
                  <a:moveTo>
                    <a:pt x="20828" y="762"/>
                  </a:moveTo>
                  <a:lnTo>
                    <a:pt x="20828" y="380"/>
                  </a:lnTo>
                  <a:lnTo>
                    <a:pt x="20574" y="0"/>
                  </a:lnTo>
                  <a:lnTo>
                    <a:pt x="20066" y="0"/>
                  </a:lnTo>
                  <a:lnTo>
                    <a:pt x="19685" y="0"/>
                  </a:lnTo>
                  <a:lnTo>
                    <a:pt x="19304" y="380"/>
                  </a:lnTo>
                  <a:lnTo>
                    <a:pt x="19304" y="762"/>
                  </a:lnTo>
                  <a:lnTo>
                    <a:pt x="19304" y="1142"/>
                  </a:lnTo>
                  <a:lnTo>
                    <a:pt x="19685" y="1524"/>
                  </a:lnTo>
                  <a:lnTo>
                    <a:pt x="20066" y="1524"/>
                  </a:lnTo>
                  <a:lnTo>
                    <a:pt x="20574" y="1524"/>
                  </a:lnTo>
                  <a:lnTo>
                    <a:pt x="20828" y="1142"/>
                  </a:lnTo>
                  <a:lnTo>
                    <a:pt x="20828" y="762"/>
                  </a:lnTo>
                  <a:close/>
                </a:path>
                <a:path w="36829" h="235585">
                  <a:moveTo>
                    <a:pt x="20955" y="69087"/>
                  </a:moveTo>
                  <a:lnTo>
                    <a:pt x="20955" y="68325"/>
                  </a:lnTo>
                  <a:lnTo>
                    <a:pt x="20320" y="67563"/>
                  </a:lnTo>
                  <a:lnTo>
                    <a:pt x="19431" y="67563"/>
                  </a:lnTo>
                  <a:lnTo>
                    <a:pt x="18669" y="67563"/>
                  </a:lnTo>
                  <a:lnTo>
                    <a:pt x="17907" y="68325"/>
                  </a:lnTo>
                  <a:lnTo>
                    <a:pt x="17907" y="69087"/>
                  </a:lnTo>
                  <a:lnTo>
                    <a:pt x="17907" y="69976"/>
                  </a:lnTo>
                  <a:lnTo>
                    <a:pt x="18669" y="70612"/>
                  </a:lnTo>
                  <a:lnTo>
                    <a:pt x="19431" y="70612"/>
                  </a:lnTo>
                  <a:lnTo>
                    <a:pt x="20320" y="70612"/>
                  </a:lnTo>
                  <a:lnTo>
                    <a:pt x="20955" y="69976"/>
                  </a:lnTo>
                  <a:lnTo>
                    <a:pt x="20955" y="69087"/>
                  </a:lnTo>
                  <a:close/>
                </a:path>
                <a:path w="36829" h="235585">
                  <a:moveTo>
                    <a:pt x="21082" y="139064"/>
                  </a:moveTo>
                  <a:lnTo>
                    <a:pt x="21082" y="137794"/>
                  </a:lnTo>
                  <a:lnTo>
                    <a:pt x="20066" y="136778"/>
                  </a:lnTo>
                  <a:lnTo>
                    <a:pt x="18796" y="136778"/>
                  </a:lnTo>
                  <a:lnTo>
                    <a:pt x="17526" y="136778"/>
                  </a:lnTo>
                  <a:lnTo>
                    <a:pt x="16510" y="137794"/>
                  </a:lnTo>
                  <a:lnTo>
                    <a:pt x="16510" y="139064"/>
                  </a:lnTo>
                  <a:lnTo>
                    <a:pt x="16510" y="140335"/>
                  </a:lnTo>
                  <a:lnTo>
                    <a:pt x="17526" y="141350"/>
                  </a:lnTo>
                  <a:lnTo>
                    <a:pt x="18796" y="141350"/>
                  </a:lnTo>
                  <a:lnTo>
                    <a:pt x="20066" y="141350"/>
                  </a:lnTo>
                  <a:lnTo>
                    <a:pt x="21082" y="140335"/>
                  </a:lnTo>
                  <a:lnTo>
                    <a:pt x="21082" y="139064"/>
                  </a:lnTo>
                  <a:close/>
                </a:path>
                <a:path w="36829" h="235585">
                  <a:moveTo>
                    <a:pt x="4318" y="218185"/>
                  </a:moveTo>
                  <a:lnTo>
                    <a:pt x="3556" y="218185"/>
                  </a:lnTo>
                  <a:lnTo>
                    <a:pt x="2921" y="218312"/>
                  </a:lnTo>
                  <a:lnTo>
                    <a:pt x="2286" y="218694"/>
                  </a:lnTo>
                </a:path>
                <a:path w="36829" h="235585">
                  <a:moveTo>
                    <a:pt x="6096" y="212725"/>
                  </a:moveTo>
                  <a:lnTo>
                    <a:pt x="5842" y="212597"/>
                  </a:lnTo>
                  <a:lnTo>
                    <a:pt x="5588" y="212470"/>
                  </a:lnTo>
                  <a:lnTo>
                    <a:pt x="5207" y="212470"/>
                  </a:lnTo>
                </a:path>
                <a:path w="36829" h="235585">
                  <a:moveTo>
                    <a:pt x="13843" y="210057"/>
                  </a:moveTo>
                  <a:lnTo>
                    <a:pt x="13716" y="210311"/>
                  </a:lnTo>
                  <a:lnTo>
                    <a:pt x="13462" y="210692"/>
                  </a:lnTo>
                  <a:lnTo>
                    <a:pt x="13335" y="211073"/>
                  </a:lnTo>
                </a:path>
                <a:path w="36829" h="235585">
                  <a:moveTo>
                    <a:pt x="23876" y="212725"/>
                  </a:moveTo>
                  <a:lnTo>
                    <a:pt x="23876" y="212344"/>
                  </a:lnTo>
                  <a:lnTo>
                    <a:pt x="23749" y="211962"/>
                  </a:lnTo>
                  <a:lnTo>
                    <a:pt x="23622" y="211581"/>
                  </a:lnTo>
                </a:path>
                <a:path w="36829" h="235585">
                  <a:moveTo>
                    <a:pt x="28194" y="220217"/>
                  </a:moveTo>
                  <a:lnTo>
                    <a:pt x="29845" y="219455"/>
                  </a:lnTo>
                  <a:lnTo>
                    <a:pt x="30861" y="217677"/>
                  </a:lnTo>
                  <a:lnTo>
                    <a:pt x="30861" y="215772"/>
                  </a:lnTo>
                </a:path>
                <a:path w="36829" h="235585">
                  <a:moveTo>
                    <a:pt x="34417" y="225044"/>
                  </a:moveTo>
                  <a:lnTo>
                    <a:pt x="34163" y="224408"/>
                  </a:lnTo>
                  <a:lnTo>
                    <a:pt x="33782" y="223773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4"/>
                  </a:moveTo>
                  <a:lnTo>
                    <a:pt x="31623" y="231139"/>
                  </a:lnTo>
                  <a:lnTo>
                    <a:pt x="31623" y="230885"/>
                  </a:lnTo>
                  <a:lnTo>
                    <a:pt x="31623" y="230631"/>
                  </a:lnTo>
                </a:path>
                <a:path w="36829" h="235585">
                  <a:moveTo>
                    <a:pt x="24130" y="232282"/>
                  </a:moveTo>
                  <a:lnTo>
                    <a:pt x="24257" y="232663"/>
                  </a:lnTo>
                  <a:lnTo>
                    <a:pt x="24511" y="233044"/>
                  </a:lnTo>
                  <a:lnTo>
                    <a:pt x="24765" y="233298"/>
                  </a:lnTo>
                </a:path>
                <a:path w="36829" h="235585">
                  <a:moveTo>
                    <a:pt x="18415" y="231775"/>
                  </a:moveTo>
                  <a:lnTo>
                    <a:pt x="18542" y="232155"/>
                  </a:lnTo>
                  <a:lnTo>
                    <a:pt x="18669" y="232409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0"/>
                  </a:moveTo>
                  <a:lnTo>
                    <a:pt x="12192" y="231266"/>
                  </a:lnTo>
                  <a:lnTo>
                    <a:pt x="12573" y="231012"/>
                  </a:lnTo>
                  <a:lnTo>
                    <a:pt x="12954" y="230631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4"/>
                  </a:lnTo>
                  <a:lnTo>
                    <a:pt x="3683" y="225425"/>
                  </a:lnTo>
                  <a:lnTo>
                    <a:pt x="368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170424" y="3523995"/>
              <a:ext cx="36830" cy="248920"/>
            </a:xfrm>
            <a:custGeom>
              <a:avLst/>
              <a:gdLst/>
              <a:ahLst/>
              <a:cxnLst/>
              <a:rect l="l" t="t" r="r" b="b"/>
              <a:pathLst>
                <a:path w="36829" h="248920">
                  <a:moveTo>
                    <a:pt x="20955" y="381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1270"/>
                  </a:lnTo>
                  <a:lnTo>
                    <a:pt x="19685" y="1651"/>
                  </a:lnTo>
                  <a:lnTo>
                    <a:pt x="20574" y="1651"/>
                  </a:lnTo>
                  <a:lnTo>
                    <a:pt x="20955" y="1270"/>
                  </a:lnTo>
                  <a:lnTo>
                    <a:pt x="20955" y="889"/>
                  </a:lnTo>
                  <a:lnTo>
                    <a:pt x="20955" y="381"/>
                  </a:lnTo>
                  <a:close/>
                </a:path>
                <a:path w="36829" h="248920">
                  <a:moveTo>
                    <a:pt x="21082" y="72148"/>
                  </a:moveTo>
                  <a:lnTo>
                    <a:pt x="20320" y="71386"/>
                  </a:lnTo>
                  <a:lnTo>
                    <a:pt x="18542" y="71386"/>
                  </a:lnTo>
                  <a:lnTo>
                    <a:pt x="17907" y="72148"/>
                  </a:lnTo>
                  <a:lnTo>
                    <a:pt x="17907" y="73914"/>
                  </a:lnTo>
                  <a:lnTo>
                    <a:pt x="18542" y="74676"/>
                  </a:lnTo>
                  <a:lnTo>
                    <a:pt x="20320" y="74676"/>
                  </a:lnTo>
                  <a:lnTo>
                    <a:pt x="21082" y="73914"/>
                  </a:lnTo>
                  <a:lnTo>
                    <a:pt x="21082" y="73037"/>
                  </a:lnTo>
                  <a:lnTo>
                    <a:pt x="21082" y="72148"/>
                  </a:lnTo>
                  <a:close/>
                </a:path>
                <a:path w="36829" h="248920">
                  <a:moveTo>
                    <a:pt x="21209" y="145415"/>
                  </a:moveTo>
                  <a:lnTo>
                    <a:pt x="20193" y="144399"/>
                  </a:lnTo>
                  <a:lnTo>
                    <a:pt x="17526" y="144399"/>
                  </a:lnTo>
                  <a:lnTo>
                    <a:pt x="16383" y="145415"/>
                  </a:lnTo>
                  <a:lnTo>
                    <a:pt x="16383" y="148082"/>
                  </a:lnTo>
                  <a:lnTo>
                    <a:pt x="17526" y="149225"/>
                  </a:lnTo>
                  <a:lnTo>
                    <a:pt x="20193" y="149225"/>
                  </a:lnTo>
                  <a:lnTo>
                    <a:pt x="21209" y="148082"/>
                  </a:lnTo>
                  <a:lnTo>
                    <a:pt x="21209" y="146812"/>
                  </a:lnTo>
                  <a:lnTo>
                    <a:pt x="21209" y="145415"/>
                  </a:lnTo>
                  <a:close/>
                </a:path>
                <a:path w="36829" h="248920">
                  <a:moveTo>
                    <a:pt x="36322" y="234823"/>
                  </a:moveTo>
                  <a:lnTo>
                    <a:pt x="35928" y="231902"/>
                  </a:lnTo>
                  <a:lnTo>
                    <a:pt x="35814" y="231013"/>
                  </a:lnTo>
                  <a:lnTo>
                    <a:pt x="33401" y="228854"/>
                  </a:lnTo>
                  <a:lnTo>
                    <a:pt x="32639" y="228219"/>
                  </a:lnTo>
                  <a:lnTo>
                    <a:pt x="31750" y="227838"/>
                  </a:lnTo>
                  <a:lnTo>
                    <a:pt x="30861" y="227838"/>
                  </a:lnTo>
                  <a:lnTo>
                    <a:pt x="30861" y="224790"/>
                  </a:lnTo>
                  <a:lnTo>
                    <a:pt x="29489" y="223266"/>
                  </a:lnTo>
                  <a:lnTo>
                    <a:pt x="28702" y="222377"/>
                  </a:lnTo>
                  <a:lnTo>
                    <a:pt x="25273" y="222377"/>
                  </a:lnTo>
                  <a:lnTo>
                    <a:pt x="24384" y="222758"/>
                  </a:lnTo>
                  <a:lnTo>
                    <a:pt x="23622" y="223266"/>
                  </a:lnTo>
                  <a:lnTo>
                    <a:pt x="23241" y="221615"/>
                  </a:lnTo>
                  <a:lnTo>
                    <a:pt x="22999" y="220599"/>
                  </a:lnTo>
                  <a:lnTo>
                    <a:pt x="22936" y="220345"/>
                  </a:lnTo>
                  <a:lnTo>
                    <a:pt x="22860" y="219964"/>
                  </a:lnTo>
                  <a:lnTo>
                    <a:pt x="19685" y="218059"/>
                  </a:lnTo>
                  <a:lnTo>
                    <a:pt x="16891" y="219075"/>
                  </a:lnTo>
                  <a:lnTo>
                    <a:pt x="15621" y="219583"/>
                  </a:lnTo>
                  <a:lnTo>
                    <a:pt x="14605" y="220345"/>
                  </a:lnTo>
                  <a:lnTo>
                    <a:pt x="13843" y="221615"/>
                  </a:lnTo>
                  <a:lnTo>
                    <a:pt x="10922" y="219583"/>
                  </a:lnTo>
                  <a:lnTo>
                    <a:pt x="7112" y="220599"/>
                  </a:lnTo>
                  <a:lnTo>
                    <a:pt x="5334" y="224028"/>
                  </a:lnTo>
                  <a:lnTo>
                    <a:pt x="3149" y="224028"/>
                  </a:lnTo>
                  <a:lnTo>
                    <a:pt x="1524" y="225425"/>
                  </a:lnTo>
                  <a:lnTo>
                    <a:pt x="1244" y="227838"/>
                  </a:lnTo>
                  <a:lnTo>
                    <a:pt x="1181" y="228854"/>
                  </a:lnTo>
                  <a:lnTo>
                    <a:pt x="1524" y="229870"/>
                  </a:lnTo>
                  <a:lnTo>
                    <a:pt x="2286" y="230759"/>
                  </a:lnTo>
                  <a:lnTo>
                    <a:pt x="508" y="231902"/>
                  </a:lnTo>
                  <a:lnTo>
                    <a:pt x="0" y="234315"/>
                  </a:lnTo>
                  <a:lnTo>
                    <a:pt x="1016" y="236220"/>
                  </a:lnTo>
                  <a:lnTo>
                    <a:pt x="1524" y="237363"/>
                  </a:lnTo>
                  <a:lnTo>
                    <a:pt x="2730" y="238125"/>
                  </a:lnTo>
                  <a:lnTo>
                    <a:pt x="3683" y="238125"/>
                  </a:lnTo>
                  <a:lnTo>
                    <a:pt x="3683" y="238252"/>
                  </a:lnTo>
                  <a:lnTo>
                    <a:pt x="3390" y="240792"/>
                  </a:lnTo>
                  <a:lnTo>
                    <a:pt x="3302" y="241681"/>
                  </a:lnTo>
                  <a:lnTo>
                    <a:pt x="5334" y="244729"/>
                  </a:lnTo>
                  <a:lnTo>
                    <a:pt x="8382" y="245237"/>
                  </a:lnTo>
                  <a:lnTo>
                    <a:pt x="9525" y="245364"/>
                  </a:lnTo>
                  <a:lnTo>
                    <a:pt x="10160" y="245237"/>
                  </a:lnTo>
                  <a:lnTo>
                    <a:pt x="10591" y="245237"/>
                  </a:lnTo>
                  <a:lnTo>
                    <a:pt x="11811" y="244475"/>
                  </a:lnTo>
                  <a:lnTo>
                    <a:pt x="12954" y="246761"/>
                  </a:lnTo>
                  <a:lnTo>
                    <a:pt x="15621" y="247650"/>
                  </a:lnTo>
                  <a:lnTo>
                    <a:pt x="17780" y="246380"/>
                  </a:lnTo>
                  <a:lnTo>
                    <a:pt x="17907" y="246380"/>
                  </a:lnTo>
                  <a:lnTo>
                    <a:pt x="18669" y="245618"/>
                  </a:lnTo>
                  <a:lnTo>
                    <a:pt x="19608" y="247650"/>
                  </a:lnTo>
                  <a:lnTo>
                    <a:pt x="19862" y="247650"/>
                  </a:lnTo>
                  <a:lnTo>
                    <a:pt x="21717" y="248412"/>
                  </a:lnTo>
                  <a:lnTo>
                    <a:pt x="23050" y="247650"/>
                  </a:lnTo>
                  <a:lnTo>
                    <a:pt x="24003" y="247142"/>
                  </a:lnTo>
                  <a:lnTo>
                    <a:pt x="24384" y="246761"/>
                  </a:lnTo>
                  <a:lnTo>
                    <a:pt x="24663" y="246380"/>
                  </a:lnTo>
                  <a:lnTo>
                    <a:pt x="24853" y="246380"/>
                  </a:lnTo>
                  <a:lnTo>
                    <a:pt x="26339" y="248412"/>
                  </a:lnTo>
                  <a:lnTo>
                    <a:pt x="28435" y="248412"/>
                  </a:lnTo>
                  <a:lnTo>
                    <a:pt x="30226" y="246761"/>
                  </a:lnTo>
                  <a:lnTo>
                    <a:pt x="30683" y="246380"/>
                  </a:lnTo>
                  <a:lnTo>
                    <a:pt x="30835" y="246380"/>
                  </a:lnTo>
                  <a:lnTo>
                    <a:pt x="31267" y="245618"/>
                  </a:lnTo>
                  <a:lnTo>
                    <a:pt x="31419" y="245364"/>
                  </a:lnTo>
                  <a:lnTo>
                    <a:pt x="31496" y="245237"/>
                  </a:lnTo>
                  <a:lnTo>
                    <a:pt x="31584" y="244475"/>
                  </a:lnTo>
                  <a:lnTo>
                    <a:pt x="31623" y="244221"/>
                  </a:lnTo>
                  <a:lnTo>
                    <a:pt x="33909" y="243459"/>
                  </a:lnTo>
                  <a:lnTo>
                    <a:pt x="35306" y="240792"/>
                  </a:lnTo>
                  <a:lnTo>
                    <a:pt x="34696" y="238252"/>
                  </a:lnTo>
                  <a:lnTo>
                    <a:pt x="34671" y="238125"/>
                  </a:lnTo>
                  <a:lnTo>
                    <a:pt x="34417" y="237490"/>
                  </a:lnTo>
                  <a:lnTo>
                    <a:pt x="36322" y="234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170423" y="3523995"/>
              <a:ext cx="36830" cy="248920"/>
            </a:xfrm>
            <a:custGeom>
              <a:avLst/>
              <a:gdLst/>
              <a:ahLst/>
              <a:cxnLst/>
              <a:rect l="l" t="t" r="r" b="b"/>
              <a:pathLst>
                <a:path w="36829" h="248920">
                  <a:moveTo>
                    <a:pt x="3683" y="238251"/>
                  </a:moveTo>
                  <a:lnTo>
                    <a:pt x="3301" y="241680"/>
                  </a:lnTo>
                  <a:lnTo>
                    <a:pt x="5334" y="244728"/>
                  </a:lnTo>
                  <a:lnTo>
                    <a:pt x="8381" y="245236"/>
                  </a:lnTo>
                  <a:lnTo>
                    <a:pt x="9525" y="245363"/>
                  </a:lnTo>
                  <a:lnTo>
                    <a:pt x="10795" y="245109"/>
                  </a:lnTo>
                  <a:lnTo>
                    <a:pt x="11811" y="244474"/>
                  </a:lnTo>
                  <a:lnTo>
                    <a:pt x="12953" y="246760"/>
                  </a:lnTo>
                  <a:lnTo>
                    <a:pt x="15621" y="247649"/>
                  </a:lnTo>
                  <a:lnTo>
                    <a:pt x="17779" y="246379"/>
                  </a:lnTo>
                  <a:lnTo>
                    <a:pt x="18034" y="246252"/>
                  </a:lnTo>
                  <a:lnTo>
                    <a:pt x="18414" y="245871"/>
                  </a:lnTo>
                  <a:lnTo>
                    <a:pt x="18668" y="245617"/>
                  </a:lnTo>
                  <a:lnTo>
                    <a:pt x="19558" y="247522"/>
                  </a:lnTo>
                  <a:lnTo>
                    <a:pt x="21716" y="248411"/>
                  </a:lnTo>
                  <a:lnTo>
                    <a:pt x="23495" y="247395"/>
                  </a:lnTo>
                  <a:lnTo>
                    <a:pt x="24002" y="247141"/>
                  </a:lnTo>
                  <a:lnTo>
                    <a:pt x="24384" y="246760"/>
                  </a:lnTo>
                  <a:lnTo>
                    <a:pt x="24764" y="246252"/>
                  </a:lnTo>
                  <a:lnTo>
                    <a:pt x="26162" y="248157"/>
                  </a:lnTo>
                  <a:lnTo>
                    <a:pt x="28575" y="248284"/>
                  </a:lnTo>
                  <a:lnTo>
                    <a:pt x="30225" y="246760"/>
                  </a:lnTo>
                  <a:lnTo>
                    <a:pt x="30987" y="246125"/>
                  </a:lnTo>
                  <a:lnTo>
                    <a:pt x="31496" y="245236"/>
                  </a:lnTo>
                  <a:lnTo>
                    <a:pt x="31623" y="244220"/>
                  </a:lnTo>
                  <a:lnTo>
                    <a:pt x="33909" y="243458"/>
                  </a:lnTo>
                  <a:lnTo>
                    <a:pt x="35305" y="240791"/>
                  </a:lnTo>
                  <a:lnTo>
                    <a:pt x="34671" y="238124"/>
                  </a:lnTo>
                  <a:lnTo>
                    <a:pt x="34543" y="237997"/>
                  </a:lnTo>
                  <a:lnTo>
                    <a:pt x="34543" y="237743"/>
                  </a:lnTo>
                  <a:lnTo>
                    <a:pt x="34416" y="237489"/>
                  </a:lnTo>
                  <a:lnTo>
                    <a:pt x="36322" y="234822"/>
                  </a:lnTo>
                  <a:lnTo>
                    <a:pt x="35813" y="231012"/>
                  </a:lnTo>
                  <a:lnTo>
                    <a:pt x="33400" y="228853"/>
                  </a:lnTo>
                  <a:lnTo>
                    <a:pt x="32638" y="228218"/>
                  </a:lnTo>
                  <a:lnTo>
                    <a:pt x="31750" y="227837"/>
                  </a:lnTo>
                  <a:lnTo>
                    <a:pt x="30861" y="227710"/>
                  </a:lnTo>
                  <a:lnTo>
                    <a:pt x="30861" y="224789"/>
                  </a:lnTo>
                  <a:lnTo>
                    <a:pt x="28701" y="222376"/>
                  </a:lnTo>
                  <a:lnTo>
                    <a:pt x="26162" y="222376"/>
                  </a:lnTo>
                  <a:lnTo>
                    <a:pt x="25273" y="222376"/>
                  </a:lnTo>
                  <a:lnTo>
                    <a:pt x="24384" y="222757"/>
                  </a:lnTo>
                  <a:lnTo>
                    <a:pt x="23622" y="223265"/>
                  </a:lnTo>
                  <a:lnTo>
                    <a:pt x="22860" y="219963"/>
                  </a:lnTo>
                  <a:lnTo>
                    <a:pt x="19685" y="218058"/>
                  </a:lnTo>
                  <a:lnTo>
                    <a:pt x="16890" y="219074"/>
                  </a:lnTo>
                  <a:lnTo>
                    <a:pt x="15621" y="219582"/>
                  </a:lnTo>
                  <a:lnTo>
                    <a:pt x="14604" y="220344"/>
                  </a:lnTo>
                  <a:lnTo>
                    <a:pt x="13842" y="221614"/>
                  </a:lnTo>
                  <a:lnTo>
                    <a:pt x="10922" y="219582"/>
                  </a:lnTo>
                  <a:lnTo>
                    <a:pt x="7112" y="220598"/>
                  </a:lnTo>
                  <a:lnTo>
                    <a:pt x="5334" y="224027"/>
                  </a:lnTo>
                  <a:lnTo>
                    <a:pt x="5206" y="224027"/>
                  </a:lnTo>
                  <a:lnTo>
                    <a:pt x="3301" y="223900"/>
                  </a:lnTo>
                  <a:lnTo>
                    <a:pt x="1524" y="225424"/>
                  </a:lnTo>
                  <a:lnTo>
                    <a:pt x="1270" y="227583"/>
                  </a:lnTo>
                  <a:lnTo>
                    <a:pt x="1142" y="228726"/>
                  </a:lnTo>
                  <a:lnTo>
                    <a:pt x="1524" y="229869"/>
                  </a:lnTo>
                  <a:lnTo>
                    <a:pt x="2286" y="230758"/>
                  </a:lnTo>
                  <a:lnTo>
                    <a:pt x="508" y="231901"/>
                  </a:lnTo>
                  <a:lnTo>
                    <a:pt x="0" y="234314"/>
                  </a:lnTo>
                  <a:lnTo>
                    <a:pt x="1015" y="236219"/>
                  </a:lnTo>
                  <a:lnTo>
                    <a:pt x="1524" y="237362"/>
                  </a:lnTo>
                  <a:lnTo>
                    <a:pt x="2539" y="237997"/>
                  </a:lnTo>
                  <a:lnTo>
                    <a:pt x="3683" y="238124"/>
                  </a:lnTo>
                  <a:lnTo>
                    <a:pt x="3683" y="238251"/>
                  </a:lnTo>
                  <a:close/>
                </a:path>
                <a:path w="36829" h="248920">
                  <a:moveTo>
                    <a:pt x="20954" y="888"/>
                  </a:moveTo>
                  <a:lnTo>
                    <a:pt x="20954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0"/>
                  </a:lnTo>
                  <a:lnTo>
                    <a:pt x="19303" y="888"/>
                  </a:lnTo>
                  <a:lnTo>
                    <a:pt x="19303" y="1269"/>
                  </a:lnTo>
                  <a:lnTo>
                    <a:pt x="19685" y="1650"/>
                  </a:lnTo>
                  <a:lnTo>
                    <a:pt x="20065" y="1650"/>
                  </a:lnTo>
                  <a:lnTo>
                    <a:pt x="20574" y="1650"/>
                  </a:lnTo>
                  <a:lnTo>
                    <a:pt x="20954" y="1269"/>
                  </a:lnTo>
                  <a:lnTo>
                    <a:pt x="20954" y="888"/>
                  </a:lnTo>
                  <a:close/>
                </a:path>
                <a:path w="36829" h="248920">
                  <a:moveTo>
                    <a:pt x="21081" y="73025"/>
                  </a:moveTo>
                  <a:lnTo>
                    <a:pt x="21081" y="72136"/>
                  </a:lnTo>
                  <a:lnTo>
                    <a:pt x="20320" y="71374"/>
                  </a:lnTo>
                  <a:lnTo>
                    <a:pt x="19430" y="71374"/>
                  </a:lnTo>
                  <a:lnTo>
                    <a:pt x="18541" y="71374"/>
                  </a:lnTo>
                  <a:lnTo>
                    <a:pt x="17906" y="72136"/>
                  </a:lnTo>
                  <a:lnTo>
                    <a:pt x="17906" y="73025"/>
                  </a:lnTo>
                  <a:lnTo>
                    <a:pt x="17906" y="73913"/>
                  </a:lnTo>
                  <a:lnTo>
                    <a:pt x="18541" y="74675"/>
                  </a:lnTo>
                  <a:lnTo>
                    <a:pt x="19430" y="74675"/>
                  </a:lnTo>
                  <a:lnTo>
                    <a:pt x="20320" y="74675"/>
                  </a:lnTo>
                  <a:lnTo>
                    <a:pt x="21081" y="73913"/>
                  </a:lnTo>
                  <a:lnTo>
                    <a:pt x="21081" y="73025"/>
                  </a:lnTo>
                  <a:close/>
                </a:path>
                <a:path w="36829" h="248920">
                  <a:moveTo>
                    <a:pt x="21209" y="146811"/>
                  </a:moveTo>
                  <a:lnTo>
                    <a:pt x="21209" y="145414"/>
                  </a:lnTo>
                  <a:lnTo>
                    <a:pt x="20192" y="144398"/>
                  </a:lnTo>
                  <a:lnTo>
                    <a:pt x="18796" y="144398"/>
                  </a:lnTo>
                  <a:lnTo>
                    <a:pt x="17525" y="144398"/>
                  </a:lnTo>
                  <a:lnTo>
                    <a:pt x="16383" y="145414"/>
                  </a:lnTo>
                  <a:lnTo>
                    <a:pt x="16383" y="146811"/>
                  </a:lnTo>
                  <a:lnTo>
                    <a:pt x="16383" y="148081"/>
                  </a:lnTo>
                  <a:lnTo>
                    <a:pt x="17525" y="149224"/>
                  </a:lnTo>
                  <a:lnTo>
                    <a:pt x="18796" y="149224"/>
                  </a:lnTo>
                  <a:lnTo>
                    <a:pt x="20192" y="149224"/>
                  </a:lnTo>
                  <a:lnTo>
                    <a:pt x="21209" y="148081"/>
                  </a:lnTo>
                  <a:lnTo>
                    <a:pt x="21209" y="146811"/>
                  </a:lnTo>
                  <a:close/>
                </a:path>
                <a:path w="36829" h="248920">
                  <a:moveTo>
                    <a:pt x="4317" y="230377"/>
                  </a:moveTo>
                  <a:lnTo>
                    <a:pt x="3555" y="230250"/>
                  </a:lnTo>
                  <a:lnTo>
                    <a:pt x="2921" y="230504"/>
                  </a:lnTo>
                  <a:lnTo>
                    <a:pt x="2286" y="230885"/>
                  </a:lnTo>
                </a:path>
                <a:path w="36829" h="248920">
                  <a:moveTo>
                    <a:pt x="6096" y="224535"/>
                  </a:moveTo>
                  <a:lnTo>
                    <a:pt x="5841" y="224408"/>
                  </a:lnTo>
                  <a:lnTo>
                    <a:pt x="5587" y="224281"/>
                  </a:lnTo>
                  <a:lnTo>
                    <a:pt x="5206" y="224281"/>
                  </a:lnTo>
                </a:path>
                <a:path w="36829" h="248920">
                  <a:moveTo>
                    <a:pt x="13842" y="221741"/>
                  </a:moveTo>
                  <a:lnTo>
                    <a:pt x="13715" y="222122"/>
                  </a:lnTo>
                  <a:lnTo>
                    <a:pt x="13462" y="222503"/>
                  </a:lnTo>
                  <a:lnTo>
                    <a:pt x="13335" y="222884"/>
                  </a:lnTo>
                </a:path>
                <a:path w="36829" h="248920">
                  <a:moveTo>
                    <a:pt x="23875" y="224662"/>
                  </a:moveTo>
                  <a:lnTo>
                    <a:pt x="23875" y="224154"/>
                  </a:lnTo>
                  <a:lnTo>
                    <a:pt x="23749" y="223773"/>
                  </a:lnTo>
                  <a:lnTo>
                    <a:pt x="23622" y="223392"/>
                  </a:lnTo>
                </a:path>
                <a:path w="36829" h="248920">
                  <a:moveTo>
                    <a:pt x="28193" y="232536"/>
                  </a:moveTo>
                  <a:lnTo>
                    <a:pt x="29845" y="231647"/>
                  </a:lnTo>
                  <a:lnTo>
                    <a:pt x="30861" y="229742"/>
                  </a:lnTo>
                  <a:lnTo>
                    <a:pt x="30861" y="227710"/>
                  </a:lnTo>
                </a:path>
                <a:path w="36829" h="248920">
                  <a:moveTo>
                    <a:pt x="34416" y="237616"/>
                  </a:moveTo>
                  <a:lnTo>
                    <a:pt x="34162" y="236981"/>
                  </a:lnTo>
                  <a:lnTo>
                    <a:pt x="33781" y="236346"/>
                  </a:lnTo>
                  <a:lnTo>
                    <a:pt x="33274" y="235838"/>
                  </a:lnTo>
                </a:path>
                <a:path w="36829" h="248920">
                  <a:moveTo>
                    <a:pt x="31623" y="244220"/>
                  </a:moveTo>
                  <a:lnTo>
                    <a:pt x="31623" y="243966"/>
                  </a:lnTo>
                  <a:lnTo>
                    <a:pt x="31623" y="243712"/>
                  </a:lnTo>
                  <a:lnTo>
                    <a:pt x="31623" y="243458"/>
                  </a:lnTo>
                </a:path>
                <a:path w="36829" h="248920">
                  <a:moveTo>
                    <a:pt x="24129" y="245236"/>
                  </a:moveTo>
                  <a:lnTo>
                    <a:pt x="24256" y="245617"/>
                  </a:lnTo>
                  <a:lnTo>
                    <a:pt x="24511" y="245998"/>
                  </a:lnTo>
                  <a:lnTo>
                    <a:pt x="24764" y="246379"/>
                  </a:lnTo>
                </a:path>
                <a:path w="36829" h="248920">
                  <a:moveTo>
                    <a:pt x="18414" y="244728"/>
                  </a:moveTo>
                  <a:lnTo>
                    <a:pt x="18541" y="245109"/>
                  </a:lnTo>
                  <a:lnTo>
                    <a:pt x="18668" y="245363"/>
                  </a:lnTo>
                  <a:lnTo>
                    <a:pt x="18796" y="245617"/>
                  </a:lnTo>
                </a:path>
                <a:path w="36829" h="248920">
                  <a:moveTo>
                    <a:pt x="11811" y="244474"/>
                  </a:moveTo>
                  <a:lnTo>
                    <a:pt x="12191" y="244220"/>
                  </a:lnTo>
                  <a:lnTo>
                    <a:pt x="12573" y="243839"/>
                  </a:lnTo>
                  <a:lnTo>
                    <a:pt x="12953" y="243458"/>
                  </a:lnTo>
                </a:path>
                <a:path w="36829" h="248920">
                  <a:moveTo>
                    <a:pt x="3810" y="237362"/>
                  </a:moveTo>
                  <a:lnTo>
                    <a:pt x="3810" y="237616"/>
                  </a:lnTo>
                  <a:lnTo>
                    <a:pt x="3683" y="237997"/>
                  </a:lnTo>
                  <a:lnTo>
                    <a:pt x="3683" y="23825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71592" y="3433952"/>
              <a:ext cx="36830" cy="167640"/>
            </a:xfrm>
            <a:custGeom>
              <a:avLst/>
              <a:gdLst/>
              <a:ahLst/>
              <a:cxnLst/>
              <a:rect l="l" t="t" r="r" b="b"/>
              <a:pathLst>
                <a:path w="36829" h="167639">
                  <a:moveTo>
                    <a:pt x="20955" y="762"/>
                  </a:moveTo>
                  <a:lnTo>
                    <a:pt x="20320" y="0"/>
                  </a:lnTo>
                  <a:lnTo>
                    <a:pt x="18669" y="0"/>
                  </a:lnTo>
                  <a:lnTo>
                    <a:pt x="17907" y="762"/>
                  </a:lnTo>
                  <a:lnTo>
                    <a:pt x="17907" y="2413"/>
                  </a:lnTo>
                  <a:lnTo>
                    <a:pt x="18669" y="3048"/>
                  </a:lnTo>
                  <a:lnTo>
                    <a:pt x="20320" y="3048"/>
                  </a:lnTo>
                  <a:lnTo>
                    <a:pt x="20955" y="2413"/>
                  </a:lnTo>
                  <a:lnTo>
                    <a:pt x="20955" y="1524"/>
                  </a:lnTo>
                  <a:lnTo>
                    <a:pt x="20955" y="762"/>
                  </a:lnTo>
                  <a:close/>
                </a:path>
                <a:path w="36829" h="167639">
                  <a:moveTo>
                    <a:pt x="21082" y="70231"/>
                  </a:moveTo>
                  <a:lnTo>
                    <a:pt x="20066" y="69215"/>
                  </a:lnTo>
                  <a:lnTo>
                    <a:pt x="17526" y="69215"/>
                  </a:lnTo>
                  <a:lnTo>
                    <a:pt x="16510" y="70231"/>
                  </a:lnTo>
                  <a:lnTo>
                    <a:pt x="16510" y="72771"/>
                  </a:lnTo>
                  <a:lnTo>
                    <a:pt x="17526" y="73787"/>
                  </a:lnTo>
                  <a:lnTo>
                    <a:pt x="20066" y="73787"/>
                  </a:lnTo>
                  <a:lnTo>
                    <a:pt x="21082" y="72771"/>
                  </a:lnTo>
                  <a:lnTo>
                    <a:pt x="21082" y="71501"/>
                  </a:lnTo>
                  <a:lnTo>
                    <a:pt x="21082" y="70231"/>
                  </a:lnTo>
                  <a:close/>
                </a:path>
                <a:path w="36829" h="167639">
                  <a:moveTo>
                    <a:pt x="36322" y="154940"/>
                  </a:moveTo>
                  <a:lnTo>
                    <a:pt x="35928" y="152146"/>
                  </a:lnTo>
                  <a:lnTo>
                    <a:pt x="35814" y="151257"/>
                  </a:lnTo>
                  <a:lnTo>
                    <a:pt x="32639" y="148590"/>
                  </a:lnTo>
                  <a:lnTo>
                    <a:pt x="31750" y="148209"/>
                  </a:lnTo>
                  <a:lnTo>
                    <a:pt x="30861" y="148209"/>
                  </a:lnTo>
                  <a:lnTo>
                    <a:pt x="30861" y="145288"/>
                  </a:lnTo>
                  <a:lnTo>
                    <a:pt x="30353" y="144792"/>
                  </a:lnTo>
                  <a:lnTo>
                    <a:pt x="29464" y="143903"/>
                  </a:lnTo>
                  <a:lnTo>
                    <a:pt x="28702" y="143141"/>
                  </a:lnTo>
                  <a:lnTo>
                    <a:pt x="25273" y="143141"/>
                  </a:lnTo>
                  <a:lnTo>
                    <a:pt x="24384" y="143383"/>
                  </a:lnTo>
                  <a:lnTo>
                    <a:pt x="23622" y="143903"/>
                  </a:lnTo>
                  <a:lnTo>
                    <a:pt x="23228" y="142379"/>
                  </a:lnTo>
                  <a:lnTo>
                    <a:pt x="23012" y="141478"/>
                  </a:lnTo>
                  <a:lnTo>
                    <a:pt x="22948" y="141224"/>
                  </a:lnTo>
                  <a:lnTo>
                    <a:pt x="22860" y="140855"/>
                  </a:lnTo>
                  <a:lnTo>
                    <a:pt x="19685" y="139065"/>
                  </a:lnTo>
                  <a:lnTo>
                    <a:pt x="18796" y="139357"/>
                  </a:lnTo>
                  <a:lnTo>
                    <a:pt x="18796" y="165100"/>
                  </a:lnTo>
                  <a:lnTo>
                    <a:pt x="18669" y="165100"/>
                  </a:lnTo>
                  <a:lnTo>
                    <a:pt x="18796" y="165100"/>
                  </a:lnTo>
                  <a:lnTo>
                    <a:pt x="18796" y="139357"/>
                  </a:lnTo>
                  <a:lnTo>
                    <a:pt x="16891" y="139966"/>
                  </a:lnTo>
                  <a:lnTo>
                    <a:pt x="15189" y="140462"/>
                  </a:lnTo>
                  <a:lnTo>
                    <a:pt x="15468" y="140462"/>
                  </a:lnTo>
                  <a:lnTo>
                    <a:pt x="14605" y="141224"/>
                  </a:lnTo>
                  <a:lnTo>
                    <a:pt x="13843" y="142379"/>
                  </a:lnTo>
                  <a:lnTo>
                    <a:pt x="10922" y="140462"/>
                  </a:lnTo>
                  <a:lnTo>
                    <a:pt x="7112" y="141478"/>
                  </a:lnTo>
                  <a:lnTo>
                    <a:pt x="5334" y="144653"/>
                  </a:lnTo>
                  <a:lnTo>
                    <a:pt x="5207" y="144792"/>
                  </a:lnTo>
                  <a:lnTo>
                    <a:pt x="4241" y="144653"/>
                  </a:lnTo>
                  <a:lnTo>
                    <a:pt x="3136" y="144653"/>
                  </a:lnTo>
                  <a:lnTo>
                    <a:pt x="1524" y="145923"/>
                  </a:lnTo>
                  <a:lnTo>
                    <a:pt x="1244" y="148209"/>
                  </a:lnTo>
                  <a:lnTo>
                    <a:pt x="1143" y="149098"/>
                  </a:lnTo>
                  <a:lnTo>
                    <a:pt x="1524" y="150253"/>
                  </a:lnTo>
                  <a:lnTo>
                    <a:pt x="2286" y="151003"/>
                  </a:lnTo>
                  <a:lnTo>
                    <a:pt x="508" y="152146"/>
                  </a:lnTo>
                  <a:lnTo>
                    <a:pt x="0" y="154432"/>
                  </a:lnTo>
                  <a:lnTo>
                    <a:pt x="1016" y="156210"/>
                  </a:lnTo>
                  <a:lnTo>
                    <a:pt x="1524" y="157226"/>
                  </a:lnTo>
                  <a:lnTo>
                    <a:pt x="2540" y="158000"/>
                  </a:lnTo>
                  <a:lnTo>
                    <a:pt x="3670" y="158000"/>
                  </a:lnTo>
                  <a:lnTo>
                    <a:pt x="3378" y="160528"/>
                  </a:lnTo>
                  <a:lnTo>
                    <a:pt x="3302" y="161290"/>
                  </a:lnTo>
                  <a:lnTo>
                    <a:pt x="5334" y="164211"/>
                  </a:lnTo>
                  <a:lnTo>
                    <a:pt x="9131" y="164846"/>
                  </a:lnTo>
                  <a:lnTo>
                    <a:pt x="10388" y="164846"/>
                  </a:lnTo>
                  <a:lnTo>
                    <a:pt x="11811" y="163957"/>
                  </a:lnTo>
                  <a:lnTo>
                    <a:pt x="12954" y="166255"/>
                  </a:lnTo>
                  <a:lnTo>
                    <a:pt x="15621" y="167017"/>
                  </a:lnTo>
                  <a:lnTo>
                    <a:pt x="17780" y="165862"/>
                  </a:lnTo>
                  <a:lnTo>
                    <a:pt x="19024" y="165862"/>
                  </a:lnTo>
                  <a:lnTo>
                    <a:pt x="19558" y="167017"/>
                  </a:lnTo>
                  <a:lnTo>
                    <a:pt x="21717" y="167640"/>
                  </a:lnTo>
                  <a:lnTo>
                    <a:pt x="24003" y="166497"/>
                  </a:lnTo>
                  <a:lnTo>
                    <a:pt x="24638" y="165862"/>
                  </a:lnTo>
                  <a:lnTo>
                    <a:pt x="24866" y="165862"/>
                  </a:lnTo>
                  <a:lnTo>
                    <a:pt x="26162" y="167386"/>
                  </a:lnTo>
                  <a:lnTo>
                    <a:pt x="28575" y="167640"/>
                  </a:lnTo>
                  <a:lnTo>
                    <a:pt x="30086" y="166255"/>
                  </a:lnTo>
                  <a:lnTo>
                    <a:pt x="30530" y="165862"/>
                  </a:lnTo>
                  <a:lnTo>
                    <a:pt x="30734" y="165862"/>
                  </a:lnTo>
                  <a:lnTo>
                    <a:pt x="31242" y="165100"/>
                  </a:lnTo>
                  <a:lnTo>
                    <a:pt x="31407" y="164846"/>
                  </a:lnTo>
                  <a:lnTo>
                    <a:pt x="31559" y="164211"/>
                  </a:lnTo>
                  <a:lnTo>
                    <a:pt x="31584" y="163957"/>
                  </a:lnTo>
                  <a:lnTo>
                    <a:pt x="31623" y="163703"/>
                  </a:lnTo>
                  <a:lnTo>
                    <a:pt x="33909" y="163080"/>
                  </a:lnTo>
                  <a:lnTo>
                    <a:pt x="35306" y="160528"/>
                  </a:lnTo>
                  <a:lnTo>
                    <a:pt x="34671" y="158000"/>
                  </a:lnTo>
                  <a:lnTo>
                    <a:pt x="34544" y="157607"/>
                  </a:lnTo>
                  <a:lnTo>
                    <a:pt x="36322" y="154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71592" y="336638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3" y="225678"/>
                  </a:moveTo>
                  <a:lnTo>
                    <a:pt x="3302" y="228853"/>
                  </a:lnTo>
                  <a:lnTo>
                    <a:pt x="5334" y="231775"/>
                  </a:lnTo>
                  <a:lnTo>
                    <a:pt x="8382" y="232283"/>
                  </a:lnTo>
                  <a:lnTo>
                    <a:pt x="9525" y="232410"/>
                  </a:lnTo>
                  <a:lnTo>
                    <a:pt x="10795" y="232156"/>
                  </a:lnTo>
                  <a:lnTo>
                    <a:pt x="11811" y="231521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5"/>
                  </a:lnTo>
                  <a:lnTo>
                    <a:pt x="18034" y="233172"/>
                  </a:lnTo>
                  <a:lnTo>
                    <a:pt x="18415" y="232918"/>
                  </a:lnTo>
                  <a:lnTo>
                    <a:pt x="18669" y="232663"/>
                  </a:lnTo>
                  <a:lnTo>
                    <a:pt x="19558" y="234569"/>
                  </a:lnTo>
                  <a:lnTo>
                    <a:pt x="21717" y="235203"/>
                  </a:lnTo>
                  <a:lnTo>
                    <a:pt x="23495" y="234314"/>
                  </a:lnTo>
                  <a:lnTo>
                    <a:pt x="24003" y="234061"/>
                  </a:lnTo>
                  <a:lnTo>
                    <a:pt x="24384" y="233680"/>
                  </a:lnTo>
                  <a:lnTo>
                    <a:pt x="24765" y="233299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5" y="233680"/>
                  </a:lnTo>
                  <a:lnTo>
                    <a:pt x="30987" y="233045"/>
                  </a:lnTo>
                  <a:lnTo>
                    <a:pt x="31496" y="232283"/>
                  </a:lnTo>
                  <a:lnTo>
                    <a:pt x="31623" y="231266"/>
                  </a:lnTo>
                  <a:lnTo>
                    <a:pt x="33909" y="230632"/>
                  </a:lnTo>
                  <a:lnTo>
                    <a:pt x="35306" y="228091"/>
                  </a:lnTo>
                  <a:lnTo>
                    <a:pt x="34671" y="225551"/>
                  </a:lnTo>
                  <a:lnTo>
                    <a:pt x="34544" y="225171"/>
                  </a:lnTo>
                  <a:lnTo>
                    <a:pt x="36322" y="222503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2" y="210693"/>
                  </a:lnTo>
                  <a:lnTo>
                    <a:pt x="2616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2860" y="208407"/>
                  </a:lnTo>
                  <a:lnTo>
                    <a:pt x="19685" y="206628"/>
                  </a:lnTo>
                  <a:lnTo>
                    <a:pt x="16891" y="207518"/>
                  </a:lnTo>
                  <a:lnTo>
                    <a:pt x="15621" y="207899"/>
                  </a:lnTo>
                  <a:lnTo>
                    <a:pt x="14605" y="208787"/>
                  </a:lnTo>
                  <a:lnTo>
                    <a:pt x="13843" y="209931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4" y="212216"/>
                  </a:lnTo>
                  <a:lnTo>
                    <a:pt x="5207" y="212344"/>
                  </a:lnTo>
                  <a:lnTo>
                    <a:pt x="3302" y="212089"/>
                  </a:lnTo>
                  <a:lnTo>
                    <a:pt x="1524" y="213487"/>
                  </a:lnTo>
                  <a:lnTo>
                    <a:pt x="1270" y="215646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6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89"/>
                  </a:lnTo>
                  <a:lnTo>
                    <a:pt x="2540" y="225551"/>
                  </a:lnTo>
                  <a:lnTo>
                    <a:pt x="3683" y="225551"/>
                  </a:lnTo>
                  <a:close/>
                </a:path>
                <a:path w="36829" h="235585">
                  <a:moveTo>
                    <a:pt x="20828" y="762"/>
                  </a:moveTo>
                  <a:lnTo>
                    <a:pt x="20828" y="381"/>
                  </a:lnTo>
                  <a:lnTo>
                    <a:pt x="20574" y="0"/>
                  </a:lnTo>
                  <a:lnTo>
                    <a:pt x="20066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762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066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close/>
                </a:path>
                <a:path w="36829" h="235585">
                  <a:moveTo>
                    <a:pt x="20955" y="69087"/>
                  </a:moveTo>
                  <a:lnTo>
                    <a:pt x="20955" y="68325"/>
                  </a:lnTo>
                  <a:lnTo>
                    <a:pt x="20320" y="67563"/>
                  </a:lnTo>
                  <a:lnTo>
                    <a:pt x="19431" y="67563"/>
                  </a:lnTo>
                  <a:lnTo>
                    <a:pt x="18669" y="67563"/>
                  </a:lnTo>
                  <a:lnTo>
                    <a:pt x="17907" y="68325"/>
                  </a:lnTo>
                  <a:lnTo>
                    <a:pt x="17907" y="69087"/>
                  </a:lnTo>
                  <a:lnTo>
                    <a:pt x="17907" y="69976"/>
                  </a:lnTo>
                  <a:lnTo>
                    <a:pt x="18669" y="70612"/>
                  </a:lnTo>
                  <a:lnTo>
                    <a:pt x="19431" y="70612"/>
                  </a:lnTo>
                  <a:lnTo>
                    <a:pt x="20320" y="70612"/>
                  </a:lnTo>
                  <a:lnTo>
                    <a:pt x="20955" y="69976"/>
                  </a:lnTo>
                  <a:lnTo>
                    <a:pt x="20955" y="69087"/>
                  </a:lnTo>
                  <a:close/>
                </a:path>
                <a:path w="36829" h="235585">
                  <a:moveTo>
                    <a:pt x="21082" y="139064"/>
                  </a:moveTo>
                  <a:lnTo>
                    <a:pt x="21082" y="137795"/>
                  </a:lnTo>
                  <a:lnTo>
                    <a:pt x="20066" y="136778"/>
                  </a:lnTo>
                  <a:lnTo>
                    <a:pt x="18796" y="136778"/>
                  </a:lnTo>
                  <a:lnTo>
                    <a:pt x="17525" y="136778"/>
                  </a:lnTo>
                  <a:lnTo>
                    <a:pt x="16510" y="137795"/>
                  </a:lnTo>
                  <a:lnTo>
                    <a:pt x="16510" y="139064"/>
                  </a:lnTo>
                  <a:lnTo>
                    <a:pt x="16510" y="140335"/>
                  </a:lnTo>
                  <a:lnTo>
                    <a:pt x="17525" y="141350"/>
                  </a:lnTo>
                  <a:lnTo>
                    <a:pt x="18796" y="141350"/>
                  </a:lnTo>
                  <a:lnTo>
                    <a:pt x="20066" y="141350"/>
                  </a:lnTo>
                  <a:lnTo>
                    <a:pt x="21082" y="140335"/>
                  </a:lnTo>
                  <a:lnTo>
                    <a:pt x="21082" y="139064"/>
                  </a:lnTo>
                  <a:close/>
                </a:path>
                <a:path w="36829" h="235585">
                  <a:moveTo>
                    <a:pt x="4318" y="218186"/>
                  </a:moveTo>
                  <a:lnTo>
                    <a:pt x="3556" y="218186"/>
                  </a:lnTo>
                  <a:lnTo>
                    <a:pt x="2921" y="218312"/>
                  </a:lnTo>
                  <a:lnTo>
                    <a:pt x="2286" y="218694"/>
                  </a:lnTo>
                </a:path>
                <a:path w="36829" h="235585">
                  <a:moveTo>
                    <a:pt x="6096" y="212598"/>
                  </a:moveTo>
                  <a:lnTo>
                    <a:pt x="5842" y="212598"/>
                  </a:lnTo>
                  <a:lnTo>
                    <a:pt x="5587" y="212471"/>
                  </a:lnTo>
                  <a:lnTo>
                    <a:pt x="5207" y="212471"/>
                  </a:lnTo>
                </a:path>
                <a:path w="36829" h="235585">
                  <a:moveTo>
                    <a:pt x="13843" y="210058"/>
                  </a:moveTo>
                  <a:lnTo>
                    <a:pt x="13716" y="210312"/>
                  </a:lnTo>
                  <a:lnTo>
                    <a:pt x="13462" y="210693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4"/>
                  </a:lnTo>
                  <a:lnTo>
                    <a:pt x="23749" y="211962"/>
                  </a:lnTo>
                  <a:lnTo>
                    <a:pt x="23622" y="211582"/>
                  </a:lnTo>
                </a:path>
                <a:path w="36829" h="235585">
                  <a:moveTo>
                    <a:pt x="28194" y="220218"/>
                  </a:moveTo>
                  <a:lnTo>
                    <a:pt x="29845" y="219456"/>
                  </a:lnTo>
                  <a:lnTo>
                    <a:pt x="30861" y="217677"/>
                  </a:lnTo>
                  <a:lnTo>
                    <a:pt x="30861" y="215773"/>
                  </a:lnTo>
                </a:path>
                <a:path w="36829" h="235585">
                  <a:moveTo>
                    <a:pt x="34417" y="225044"/>
                  </a:moveTo>
                  <a:lnTo>
                    <a:pt x="34162" y="224409"/>
                  </a:lnTo>
                  <a:lnTo>
                    <a:pt x="33782" y="223774"/>
                  </a:lnTo>
                  <a:lnTo>
                    <a:pt x="33274" y="223393"/>
                  </a:lnTo>
                </a:path>
                <a:path w="36829" h="235585">
                  <a:moveTo>
                    <a:pt x="31623" y="231394"/>
                  </a:moveTo>
                  <a:lnTo>
                    <a:pt x="31623" y="231139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30" y="232283"/>
                  </a:moveTo>
                  <a:lnTo>
                    <a:pt x="24257" y="232663"/>
                  </a:lnTo>
                  <a:lnTo>
                    <a:pt x="24511" y="233045"/>
                  </a:lnTo>
                  <a:lnTo>
                    <a:pt x="24765" y="233299"/>
                  </a:lnTo>
                </a:path>
                <a:path w="36829" h="235585">
                  <a:moveTo>
                    <a:pt x="18415" y="231775"/>
                  </a:moveTo>
                  <a:lnTo>
                    <a:pt x="18542" y="232156"/>
                  </a:lnTo>
                  <a:lnTo>
                    <a:pt x="18669" y="232410"/>
                  </a:lnTo>
                  <a:lnTo>
                    <a:pt x="18796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2" y="231266"/>
                  </a:lnTo>
                  <a:lnTo>
                    <a:pt x="12573" y="231012"/>
                  </a:lnTo>
                  <a:lnTo>
                    <a:pt x="12954" y="230632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4"/>
                  </a:lnTo>
                  <a:lnTo>
                    <a:pt x="3683" y="225425"/>
                  </a:lnTo>
                  <a:lnTo>
                    <a:pt x="368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325872" y="3529469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20828" y="368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68"/>
                  </a:lnTo>
                  <a:lnTo>
                    <a:pt x="19304" y="1130"/>
                  </a:lnTo>
                  <a:lnTo>
                    <a:pt x="19685" y="1511"/>
                  </a:lnTo>
                  <a:lnTo>
                    <a:pt x="20574" y="1511"/>
                  </a:lnTo>
                  <a:lnTo>
                    <a:pt x="20828" y="1130"/>
                  </a:lnTo>
                  <a:lnTo>
                    <a:pt x="20828" y="762"/>
                  </a:lnTo>
                  <a:lnTo>
                    <a:pt x="20828" y="368"/>
                  </a:lnTo>
                  <a:close/>
                </a:path>
                <a:path w="36829" h="235585">
                  <a:moveTo>
                    <a:pt x="20955" y="68326"/>
                  </a:moveTo>
                  <a:lnTo>
                    <a:pt x="20320" y="67564"/>
                  </a:lnTo>
                  <a:lnTo>
                    <a:pt x="18669" y="67564"/>
                  </a:lnTo>
                  <a:lnTo>
                    <a:pt x="17907" y="68326"/>
                  </a:lnTo>
                  <a:lnTo>
                    <a:pt x="17907" y="69977"/>
                  </a:lnTo>
                  <a:lnTo>
                    <a:pt x="18669" y="70612"/>
                  </a:lnTo>
                  <a:lnTo>
                    <a:pt x="20320" y="70612"/>
                  </a:lnTo>
                  <a:lnTo>
                    <a:pt x="20955" y="69977"/>
                  </a:lnTo>
                  <a:lnTo>
                    <a:pt x="20955" y="69088"/>
                  </a:lnTo>
                  <a:lnTo>
                    <a:pt x="20955" y="68326"/>
                  </a:lnTo>
                  <a:close/>
                </a:path>
                <a:path w="36829" h="235585">
                  <a:moveTo>
                    <a:pt x="21082" y="137782"/>
                  </a:moveTo>
                  <a:lnTo>
                    <a:pt x="20066" y="136766"/>
                  </a:lnTo>
                  <a:lnTo>
                    <a:pt x="17526" y="136766"/>
                  </a:lnTo>
                  <a:lnTo>
                    <a:pt x="16510" y="137782"/>
                  </a:lnTo>
                  <a:lnTo>
                    <a:pt x="16510" y="140322"/>
                  </a:lnTo>
                  <a:lnTo>
                    <a:pt x="17526" y="141338"/>
                  </a:lnTo>
                  <a:lnTo>
                    <a:pt x="20066" y="141338"/>
                  </a:lnTo>
                  <a:lnTo>
                    <a:pt x="21082" y="140322"/>
                  </a:lnTo>
                  <a:lnTo>
                    <a:pt x="21082" y="139052"/>
                  </a:lnTo>
                  <a:lnTo>
                    <a:pt x="21082" y="137782"/>
                  </a:lnTo>
                  <a:close/>
                </a:path>
                <a:path w="36829" h="235585">
                  <a:moveTo>
                    <a:pt x="36322" y="222491"/>
                  </a:moveTo>
                  <a:lnTo>
                    <a:pt x="35928" y="219697"/>
                  </a:lnTo>
                  <a:lnTo>
                    <a:pt x="35814" y="218808"/>
                  </a:lnTo>
                  <a:lnTo>
                    <a:pt x="32639" y="216141"/>
                  </a:lnTo>
                  <a:lnTo>
                    <a:pt x="31750" y="215760"/>
                  </a:lnTo>
                  <a:lnTo>
                    <a:pt x="30861" y="215633"/>
                  </a:lnTo>
                  <a:lnTo>
                    <a:pt x="30861" y="212839"/>
                  </a:lnTo>
                  <a:lnTo>
                    <a:pt x="29464" y="211442"/>
                  </a:lnTo>
                  <a:lnTo>
                    <a:pt x="28702" y="210680"/>
                  </a:lnTo>
                  <a:lnTo>
                    <a:pt x="25273" y="210680"/>
                  </a:lnTo>
                  <a:lnTo>
                    <a:pt x="24384" y="210934"/>
                  </a:lnTo>
                  <a:lnTo>
                    <a:pt x="23622" y="211442"/>
                  </a:lnTo>
                  <a:lnTo>
                    <a:pt x="23241" y="209918"/>
                  </a:lnTo>
                  <a:lnTo>
                    <a:pt x="23012" y="209029"/>
                  </a:lnTo>
                  <a:lnTo>
                    <a:pt x="22948" y="208775"/>
                  </a:lnTo>
                  <a:lnTo>
                    <a:pt x="22860" y="208394"/>
                  </a:lnTo>
                  <a:lnTo>
                    <a:pt x="19685" y="206616"/>
                  </a:lnTo>
                  <a:lnTo>
                    <a:pt x="16891" y="207505"/>
                  </a:lnTo>
                  <a:lnTo>
                    <a:pt x="15189" y="208013"/>
                  </a:lnTo>
                  <a:lnTo>
                    <a:pt x="15468" y="208013"/>
                  </a:lnTo>
                  <a:lnTo>
                    <a:pt x="14605" y="208775"/>
                  </a:lnTo>
                  <a:lnTo>
                    <a:pt x="13843" y="209918"/>
                  </a:lnTo>
                  <a:lnTo>
                    <a:pt x="10922" y="208013"/>
                  </a:lnTo>
                  <a:lnTo>
                    <a:pt x="7112" y="209029"/>
                  </a:lnTo>
                  <a:lnTo>
                    <a:pt x="5334" y="212204"/>
                  </a:lnTo>
                  <a:lnTo>
                    <a:pt x="3136" y="212204"/>
                  </a:lnTo>
                  <a:lnTo>
                    <a:pt x="1524" y="213474"/>
                  </a:lnTo>
                  <a:lnTo>
                    <a:pt x="1270" y="215633"/>
                  </a:lnTo>
                  <a:lnTo>
                    <a:pt x="1143" y="216649"/>
                  </a:lnTo>
                  <a:lnTo>
                    <a:pt x="1524" y="217792"/>
                  </a:lnTo>
                  <a:lnTo>
                    <a:pt x="2286" y="218554"/>
                  </a:lnTo>
                  <a:lnTo>
                    <a:pt x="508" y="219697"/>
                  </a:lnTo>
                  <a:lnTo>
                    <a:pt x="0" y="221983"/>
                  </a:lnTo>
                  <a:lnTo>
                    <a:pt x="1016" y="223761"/>
                  </a:lnTo>
                  <a:lnTo>
                    <a:pt x="1524" y="224777"/>
                  </a:lnTo>
                  <a:lnTo>
                    <a:pt x="2540" y="225539"/>
                  </a:lnTo>
                  <a:lnTo>
                    <a:pt x="3683" y="225539"/>
                  </a:lnTo>
                  <a:lnTo>
                    <a:pt x="3683" y="225666"/>
                  </a:lnTo>
                  <a:lnTo>
                    <a:pt x="3390" y="228079"/>
                  </a:lnTo>
                  <a:lnTo>
                    <a:pt x="3302" y="228841"/>
                  </a:lnTo>
                  <a:lnTo>
                    <a:pt x="5334" y="231762"/>
                  </a:lnTo>
                  <a:lnTo>
                    <a:pt x="8382" y="232270"/>
                  </a:lnTo>
                  <a:lnTo>
                    <a:pt x="9525" y="232397"/>
                  </a:lnTo>
                  <a:lnTo>
                    <a:pt x="10160" y="232270"/>
                  </a:lnTo>
                  <a:lnTo>
                    <a:pt x="10591" y="232270"/>
                  </a:lnTo>
                  <a:lnTo>
                    <a:pt x="11811" y="231508"/>
                  </a:lnTo>
                  <a:lnTo>
                    <a:pt x="12954" y="233794"/>
                  </a:lnTo>
                  <a:lnTo>
                    <a:pt x="15621" y="234556"/>
                  </a:lnTo>
                  <a:lnTo>
                    <a:pt x="17780" y="233413"/>
                  </a:lnTo>
                  <a:lnTo>
                    <a:pt x="18148" y="233032"/>
                  </a:lnTo>
                  <a:lnTo>
                    <a:pt x="18288" y="233032"/>
                  </a:lnTo>
                  <a:lnTo>
                    <a:pt x="18669" y="232651"/>
                  </a:lnTo>
                  <a:lnTo>
                    <a:pt x="19558" y="234556"/>
                  </a:lnTo>
                  <a:lnTo>
                    <a:pt x="21717" y="235191"/>
                  </a:lnTo>
                  <a:lnTo>
                    <a:pt x="24003" y="234048"/>
                  </a:lnTo>
                  <a:lnTo>
                    <a:pt x="24638" y="233413"/>
                  </a:lnTo>
                  <a:lnTo>
                    <a:pt x="24866" y="233413"/>
                  </a:lnTo>
                  <a:lnTo>
                    <a:pt x="26162" y="234937"/>
                  </a:lnTo>
                  <a:lnTo>
                    <a:pt x="28575" y="235191"/>
                  </a:lnTo>
                  <a:lnTo>
                    <a:pt x="30086" y="233794"/>
                  </a:lnTo>
                  <a:lnTo>
                    <a:pt x="30530" y="233413"/>
                  </a:lnTo>
                  <a:lnTo>
                    <a:pt x="30988" y="233032"/>
                  </a:lnTo>
                  <a:lnTo>
                    <a:pt x="31242" y="232651"/>
                  </a:lnTo>
                  <a:lnTo>
                    <a:pt x="31407" y="232397"/>
                  </a:lnTo>
                  <a:lnTo>
                    <a:pt x="31496" y="232270"/>
                  </a:lnTo>
                  <a:lnTo>
                    <a:pt x="31584" y="231508"/>
                  </a:lnTo>
                  <a:lnTo>
                    <a:pt x="31623" y="231254"/>
                  </a:lnTo>
                  <a:lnTo>
                    <a:pt x="33909" y="230619"/>
                  </a:lnTo>
                  <a:lnTo>
                    <a:pt x="35306" y="228079"/>
                  </a:lnTo>
                  <a:lnTo>
                    <a:pt x="34696" y="225666"/>
                  </a:lnTo>
                  <a:lnTo>
                    <a:pt x="34671" y="225539"/>
                  </a:lnTo>
                  <a:lnTo>
                    <a:pt x="34544" y="225158"/>
                  </a:lnTo>
                  <a:lnTo>
                    <a:pt x="36322" y="222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325872" y="3529456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8"/>
                  </a:moveTo>
                  <a:lnTo>
                    <a:pt x="3301" y="228853"/>
                  </a:lnTo>
                  <a:lnTo>
                    <a:pt x="5333" y="231774"/>
                  </a:lnTo>
                  <a:lnTo>
                    <a:pt x="8381" y="232282"/>
                  </a:lnTo>
                  <a:lnTo>
                    <a:pt x="9525" y="232409"/>
                  </a:lnTo>
                  <a:lnTo>
                    <a:pt x="10794" y="232155"/>
                  </a:lnTo>
                  <a:lnTo>
                    <a:pt x="11811" y="231520"/>
                  </a:lnTo>
                  <a:lnTo>
                    <a:pt x="12953" y="233806"/>
                  </a:lnTo>
                  <a:lnTo>
                    <a:pt x="15620" y="234568"/>
                  </a:lnTo>
                  <a:lnTo>
                    <a:pt x="17779" y="233425"/>
                  </a:lnTo>
                  <a:lnTo>
                    <a:pt x="18033" y="233171"/>
                  </a:lnTo>
                  <a:lnTo>
                    <a:pt x="18414" y="232917"/>
                  </a:lnTo>
                  <a:lnTo>
                    <a:pt x="18668" y="232663"/>
                  </a:lnTo>
                  <a:lnTo>
                    <a:pt x="19557" y="234568"/>
                  </a:lnTo>
                  <a:lnTo>
                    <a:pt x="21716" y="235203"/>
                  </a:lnTo>
                  <a:lnTo>
                    <a:pt x="23494" y="234314"/>
                  </a:lnTo>
                  <a:lnTo>
                    <a:pt x="24002" y="234060"/>
                  </a:lnTo>
                  <a:lnTo>
                    <a:pt x="24383" y="233679"/>
                  </a:lnTo>
                  <a:lnTo>
                    <a:pt x="24764" y="233298"/>
                  </a:lnTo>
                  <a:lnTo>
                    <a:pt x="26162" y="234949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4"/>
                  </a:lnTo>
                  <a:lnTo>
                    <a:pt x="31495" y="232282"/>
                  </a:lnTo>
                  <a:lnTo>
                    <a:pt x="31623" y="231266"/>
                  </a:lnTo>
                  <a:lnTo>
                    <a:pt x="33908" y="230631"/>
                  </a:lnTo>
                  <a:lnTo>
                    <a:pt x="35305" y="228091"/>
                  </a:lnTo>
                  <a:lnTo>
                    <a:pt x="34670" y="225551"/>
                  </a:lnTo>
                  <a:lnTo>
                    <a:pt x="34543" y="225170"/>
                  </a:lnTo>
                  <a:lnTo>
                    <a:pt x="36322" y="222503"/>
                  </a:lnTo>
                  <a:lnTo>
                    <a:pt x="35813" y="218820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2"/>
                  </a:lnTo>
                  <a:lnTo>
                    <a:pt x="30861" y="215645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3" y="210946"/>
                  </a:lnTo>
                  <a:lnTo>
                    <a:pt x="23622" y="211454"/>
                  </a:lnTo>
                  <a:lnTo>
                    <a:pt x="22860" y="208406"/>
                  </a:lnTo>
                  <a:lnTo>
                    <a:pt x="19685" y="206628"/>
                  </a:lnTo>
                  <a:lnTo>
                    <a:pt x="16890" y="207517"/>
                  </a:lnTo>
                  <a:lnTo>
                    <a:pt x="15620" y="207898"/>
                  </a:lnTo>
                  <a:lnTo>
                    <a:pt x="14604" y="208787"/>
                  </a:lnTo>
                  <a:lnTo>
                    <a:pt x="13842" y="209930"/>
                  </a:lnTo>
                  <a:lnTo>
                    <a:pt x="10922" y="208025"/>
                  </a:lnTo>
                  <a:lnTo>
                    <a:pt x="7112" y="209041"/>
                  </a:lnTo>
                  <a:lnTo>
                    <a:pt x="5333" y="212216"/>
                  </a:lnTo>
                  <a:lnTo>
                    <a:pt x="3301" y="212089"/>
                  </a:lnTo>
                  <a:lnTo>
                    <a:pt x="1524" y="213486"/>
                  </a:lnTo>
                  <a:lnTo>
                    <a:pt x="1269" y="215645"/>
                  </a:lnTo>
                  <a:lnTo>
                    <a:pt x="1142" y="216661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7" y="219709"/>
                  </a:lnTo>
                  <a:lnTo>
                    <a:pt x="0" y="221995"/>
                  </a:lnTo>
                  <a:lnTo>
                    <a:pt x="1015" y="223773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2" y="225551"/>
                  </a:lnTo>
                  <a:lnTo>
                    <a:pt x="3682" y="225678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0"/>
                  </a:lnTo>
                  <a:lnTo>
                    <a:pt x="19303" y="762"/>
                  </a:lnTo>
                  <a:lnTo>
                    <a:pt x="19303" y="1142"/>
                  </a:lnTo>
                  <a:lnTo>
                    <a:pt x="19685" y="1523"/>
                  </a:lnTo>
                  <a:lnTo>
                    <a:pt x="20065" y="1523"/>
                  </a:lnTo>
                  <a:lnTo>
                    <a:pt x="20574" y="1523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6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4"/>
                  </a:moveTo>
                  <a:lnTo>
                    <a:pt x="21081" y="137794"/>
                  </a:lnTo>
                  <a:lnTo>
                    <a:pt x="20065" y="136778"/>
                  </a:lnTo>
                  <a:lnTo>
                    <a:pt x="18795" y="136778"/>
                  </a:lnTo>
                  <a:lnTo>
                    <a:pt x="17525" y="136778"/>
                  </a:lnTo>
                  <a:lnTo>
                    <a:pt x="16510" y="137794"/>
                  </a:lnTo>
                  <a:lnTo>
                    <a:pt x="16510" y="139064"/>
                  </a:lnTo>
                  <a:lnTo>
                    <a:pt x="16510" y="140334"/>
                  </a:lnTo>
                  <a:lnTo>
                    <a:pt x="17525" y="141350"/>
                  </a:lnTo>
                  <a:lnTo>
                    <a:pt x="18795" y="141350"/>
                  </a:lnTo>
                  <a:lnTo>
                    <a:pt x="20065" y="141350"/>
                  </a:lnTo>
                  <a:lnTo>
                    <a:pt x="21081" y="140334"/>
                  </a:lnTo>
                  <a:lnTo>
                    <a:pt x="21081" y="139064"/>
                  </a:lnTo>
                  <a:close/>
                </a:path>
                <a:path w="36829" h="235585">
                  <a:moveTo>
                    <a:pt x="4317" y="218185"/>
                  </a:moveTo>
                  <a:lnTo>
                    <a:pt x="3555" y="218185"/>
                  </a:lnTo>
                  <a:lnTo>
                    <a:pt x="2920" y="218312"/>
                  </a:lnTo>
                  <a:lnTo>
                    <a:pt x="2286" y="218693"/>
                  </a:lnTo>
                </a:path>
                <a:path w="36829" h="235585">
                  <a:moveTo>
                    <a:pt x="6095" y="212597"/>
                  </a:moveTo>
                  <a:lnTo>
                    <a:pt x="5841" y="212597"/>
                  </a:lnTo>
                  <a:lnTo>
                    <a:pt x="5587" y="212470"/>
                  </a:lnTo>
                  <a:lnTo>
                    <a:pt x="5206" y="212470"/>
                  </a:lnTo>
                </a:path>
                <a:path w="36829" h="235585">
                  <a:moveTo>
                    <a:pt x="13842" y="210057"/>
                  </a:moveTo>
                  <a:lnTo>
                    <a:pt x="13715" y="210311"/>
                  </a:lnTo>
                  <a:lnTo>
                    <a:pt x="13462" y="210692"/>
                  </a:lnTo>
                  <a:lnTo>
                    <a:pt x="13335" y="211073"/>
                  </a:lnTo>
                </a:path>
                <a:path w="36829" h="235585">
                  <a:moveTo>
                    <a:pt x="23875" y="212724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2" y="211581"/>
                  </a:lnTo>
                </a:path>
                <a:path w="36829" h="235585">
                  <a:moveTo>
                    <a:pt x="28193" y="220217"/>
                  </a:moveTo>
                  <a:lnTo>
                    <a:pt x="29844" y="219455"/>
                  </a:lnTo>
                  <a:lnTo>
                    <a:pt x="30861" y="217677"/>
                  </a:lnTo>
                  <a:lnTo>
                    <a:pt x="30861" y="215772"/>
                  </a:lnTo>
                </a:path>
                <a:path w="36829" h="235585">
                  <a:moveTo>
                    <a:pt x="34416" y="225043"/>
                  </a:moveTo>
                  <a:lnTo>
                    <a:pt x="34162" y="224408"/>
                  </a:lnTo>
                  <a:lnTo>
                    <a:pt x="33781" y="223773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5"/>
                  </a:lnTo>
                  <a:lnTo>
                    <a:pt x="31623" y="230631"/>
                  </a:lnTo>
                </a:path>
                <a:path w="36829" h="235585">
                  <a:moveTo>
                    <a:pt x="24129" y="232282"/>
                  </a:moveTo>
                  <a:lnTo>
                    <a:pt x="24256" y="232663"/>
                  </a:lnTo>
                  <a:lnTo>
                    <a:pt x="24511" y="233044"/>
                  </a:lnTo>
                  <a:lnTo>
                    <a:pt x="24764" y="233298"/>
                  </a:lnTo>
                </a:path>
                <a:path w="36829" h="235585">
                  <a:moveTo>
                    <a:pt x="18414" y="231774"/>
                  </a:moveTo>
                  <a:lnTo>
                    <a:pt x="18541" y="232155"/>
                  </a:lnTo>
                  <a:lnTo>
                    <a:pt x="18668" y="232409"/>
                  </a:lnTo>
                  <a:lnTo>
                    <a:pt x="18795" y="232663"/>
                  </a:lnTo>
                </a:path>
                <a:path w="36829" h="235585">
                  <a:moveTo>
                    <a:pt x="11811" y="231520"/>
                  </a:moveTo>
                  <a:lnTo>
                    <a:pt x="12191" y="231266"/>
                  </a:lnTo>
                  <a:lnTo>
                    <a:pt x="12573" y="231012"/>
                  </a:lnTo>
                  <a:lnTo>
                    <a:pt x="12953" y="230631"/>
                  </a:lnTo>
                </a:path>
                <a:path w="36829" h="235585">
                  <a:moveTo>
                    <a:pt x="3810" y="224789"/>
                  </a:moveTo>
                  <a:lnTo>
                    <a:pt x="3810" y="225043"/>
                  </a:lnTo>
                  <a:lnTo>
                    <a:pt x="3682" y="225424"/>
                  </a:lnTo>
                  <a:lnTo>
                    <a:pt x="3682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455412" y="3621658"/>
              <a:ext cx="42545" cy="154305"/>
            </a:xfrm>
            <a:custGeom>
              <a:avLst/>
              <a:gdLst/>
              <a:ahLst/>
              <a:cxnLst/>
              <a:rect l="l" t="t" r="r" b="b"/>
              <a:pathLst>
                <a:path w="42545" h="154304">
                  <a:moveTo>
                    <a:pt x="1524" y="152654"/>
                  </a:moveTo>
                  <a:lnTo>
                    <a:pt x="1143" y="152273"/>
                  </a:lnTo>
                  <a:lnTo>
                    <a:pt x="254" y="152273"/>
                  </a:lnTo>
                  <a:lnTo>
                    <a:pt x="0" y="152654"/>
                  </a:lnTo>
                  <a:lnTo>
                    <a:pt x="0" y="153543"/>
                  </a:lnTo>
                  <a:lnTo>
                    <a:pt x="254" y="153924"/>
                  </a:lnTo>
                  <a:lnTo>
                    <a:pt x="1143" y="153924"/>
                  </a:lnTo>
                  <a:lnTo>
                    <a:pt x="1524" y="153543"/>
                  </a:lnTo>
                  <a:lnTo>
                    <a:pt x="1524" y="153035"/>
                  </a:lnTo>
                  <a:lnTo>
                    <a:pt x="1524" y="152654"/>
                  </a:lnTo>
                  <a:close/>
                </a:path>
                <a:path w="42545" h="154304">
                  <a:moveTo>
                    <a:pt x="8636" y="19951"/>
                  </a:moveTo>
                  <a:lnTo>
                    <a:pt x="8229" y="19685"/>
                  </a:lnTo>
                  <a:lnTo>
                    <a:pt x="6337" y="19685"/>
                  </a:lnTo>
                  <a:lnTo>
                    <a:pt x="8636" y="19951"/>
                  </a:lnTo>
                  <a:close/>
                </a:path>
                <a:path w="42545" h="154304">
                  <a:moveTo>
                    <a:pt x="9271" y="111633"/>
                  </a:moveTo>
                  <a:lnTo>
                    <a:pt x="8509" y="110871"/>
                  </a:lnTo>
                  <a:lnTo>
                    <a:pt x="6731" y="110871"/>
                  </a:lnTo>
                  <a:lnTo>
                    <a:pt x="6096" y="111633"/>
                  </a:lnTo>
                  <a:lnTo>
                    <a:pt x="6096" y="113411"/>
                  </a:lnTo>
                  <a:lnTo>
                    <a:pt x="6731" y="114046"/>
                  </a:lnTo>
                  <a:lnTo>
                    <a:pt x="8509" y="114046"/>
                  </a:lnTo>
                  <a:lnTo>
                    <a:pt x="9271" y="113411"/>
                  </a:lnTo>
                  <a:lnTo>
                    <a:pt x="9271" y="112522"/>
                  </a:lnTo>
                  <a:lnTo>
                    <a:pt x="9271" y="111633"/>
                  </a:lnTo>
                  <a:close/>
                </a:path>
                <a:path w="42545" h="154304">
                  <a:moveTo>
                    <a:pt x="17272" y="68961"/>
                  </a:moveTo>
                  <a:lnTo>
                    <a:pt x="16129" y="67945"/>
                  </a:lnTo>
                  <a:lnTo>
                    <a:pt x="13462" y="67945"/>
                  </a:lnTo>
                  <a:lnTo>
                    <a:pt x="12446" y="68961"/>
                  </a:lnTo>
                  <a:lnTo>
                    <a:pt x="12446" y="71628"/>
                  </a:lnTo>
                  <a:lnTo>
                    <a:pt x="13462" y="72771"/>
                  </a:lnTo>
                  <a:lnTo>
                    <a:pt x="16129" y="72771"/>
                  </a:lnTo>
                  <a:lnTo>
                    <a:pt x="17272" y="71628"/>
                  </a:lnTo>
                  <a:lnTo>
                    <a:pt x="17272" y="70358"/>
                  </a:lnTo>
                  <a:lnTo>
                    <a:pt x="17272" y="68961"/>
                  </a:lnTo>
                  <a:close/>
                </a:path>
                <a:path w="42545" h="154304">
                  <a:moveTo>
                    <a:pt x="25641" y="29476"/>
                  </a:moveTo>
                  <a:lnTo>
                    <a:pt x="25590" y="29337"/>
                  </a:lnTo>
                  <a:lnTo>
                    <a:pt x="25336" y="29337"/>
                  </a:lnTo>
                  <a:lnTo>
                    <a:pt x="25641" y="29476"/>
                  </a:lnTo>
                  <a:close/>
                </a:path>
                <a:path w="42545" h="154304">
                  <a:moveTo>
                    <a:pt x="29133" y="29591"/>
                  </a:moveTo>
                  <a:lnTo>
                    <a:pt x="25946" y="29591"/>
                  </a:lnTo>
                  <a:lnTo>
                    <a:pt x="27813" y="30353"/>
                  </a:lnTo>
                  <a:lnTo>
                    <a:pt x="29133" y="29591"/>
                  </a:lnTo>
                  <a:close/>
                </a:path>
                <a:path w="42545" h="154304">
                  <a:moveTo>
                    <a:pt x="31877" y="29591"/>
                  </a:moveTo>
                  <a:lnTo>
                    <a:pt x="31699" y="29337"/>
                  </a:lnTo>
                  <a:lnTo>
                    <a:pt x="29591" y="29337"/>
                  </a:lnTo>
                  <a:lnTo>
                    <a:pt x="29133" y="29591"/>
                  </a:lnTo>
                  <a:lnTo>
                    <a:pt x="31877" y="29591"/>
                  </a:lnTo>
                  <a:close/>
                </a:path>
                <a:path w="42545" h="154304">
                  <a:moveTo>
                    <a:pt x="35356" y="29591"/>
                  </a:moveTo>
                  <a:lnTo>
                    <a:pt x="31877" y="29591"/>
                  </a:lnTo>
                  <a:lnTo>
                    <a:pt x="32258" y="30099"/>
                  </a:lnTo>
                  <a:lnTo>
                    <a:pt x="34658" y="30238"/>
                  </a:lnTo>
                  <a:lnTo>
                    <a:pt x="35356" y="29591"/>
                  </a:lnTo>
                  <a:close/>
                </a:path>
                <a:path w="42545" h="154304">
                  <a:moveTo>
                    <a:pt x="41402" y="22733"/>
                  </a:moveTo>
                  <a:lnTo>
                    <a:pt x="40792" y="20193"/>
                  </a:lnTo>
                  <a:lnTo>
                    <a:pt x="10909" y="20193"/>
                  </a:lnTo>
                  <a:lnTo>
                    <a:pt x="9779" y="20193"/>
                  </a:lnTo>
                  <a:lnTo>
                    <a:pt x="9486" y="22733"/>
                  </a:lnTo>
                  <a:lnTo>
                    <a:pt x="9398" y="23622"/>
                  </a:lnTo>
                  <a:lnTo>
                    <a:pt x="11430" y="26670"/>
                  </a:lnTo>
                  <a:lnTo>
                    <a:pt x="15227" y="27305"/>
                  </a:lnTo>
                  <a:lnTo>
                    <a:pt x="16484" y="27305"/>
                  </a:lnTo>
                  <a:lnTo>
                    <a:pt x="17907" y="26416"/>
                  </a:lnTo>
                  <a:lnTo>
                    <a:pt x="19050" y="28702"/>
                  </a:lnTo>
                  <a:lnTo>
                    <a:pt x="21717" y="29591"/>
                  </a:lnTo>
                  <a:lnTo>
                    <a:pt x="23876" y="28321"/>
                  </a:lnTo>
                  <a:lnTo>
                    <a:pt x="24130" y="28194"/>
                  </a:lnTo>
                  <a:lnTo>
                    <a:pt x="24765" y="27559"/>
                  </a:lnTo>
                  <a:lnTo>
                    <a:pt x="25476" y="29083"/>
                  </a:lnTo>
                  <a:lnTo>
                    <a:pt x="25590" y="29337"/>
                  </a:lnTo>
                  <a:lnTo>
                    <a:pt x="29591" y="29337"/>
                  </a:lnTo>
                  <a:lnTo>
                    <a:pt x="30099" y="29083"/>
                  </a:lnTo>
                  <a:lnTo>
                    <a:pt x="30480" y="28702"/>
                  </a:lnTo>
                  <a:lnTo>
                    <a:pt x="30759" y="28321"/>
                  </a:lnTo>
                  <a:lnTo>
                    <a:pt x="30861" y="28194"/>
                  </a:lnTo>
                  <a:lnTo>
                    <a:pt x="31699" y="29337"/>
                  </a:lnTo>
                  <a:lnTo>
                    <a:pt x="35623" y="29337"/>
                  </a:lnTo>
                  <a:lnTo>
                    <a:pt x="36322" y="28702"/>
                  </a:lnTo>
                  <a:lnTo>
                    <a:pt x="36931" y="28194"/>
                  </a:lnTo>
                  <a:lnTo>
                    <a:pt x="37363" y="27559"/>
                  </a:lnTo>
                  <a:lnTo>
                    <a:pt x="37515" y="27305"/>
                  </a:lnTo>
                  <a:lnTo>
                    <a:pt x="37655" y="26670"/>
                  </a:lnTo>
                  <a:lnTo>
                    <a:pt x="37680" y="26416"/>
                  </a:lnTo>
                  <a:lnTo>
                    <a:pt x="37719" y="26162"/>
                  </a:lnTo>
                  <a:lnTo>
                    <a:pt x="40005" y="25400"/>
                  </a:lnTo>
                  <a:lnTo>
                    <a:pt x="41402" y="22733"/>
                  </a:lnTo>
                  <a:close/>
                </a:path>
                <a:path w="42545" h="154304">
                  <a:moveTo>
                    <a:pt x="42418" y="16764"/>
                  </a:moveTo>
                  <a:lnTo>
                    <a:pt x="42024" y="13843"/>
                  </a:lnTo>
                  <a:lnTo>
                    <a:pt x="41910" y="12954"/>
                  </a:lnTo>
                  <a:lnTo>
                    <a:pt x="39497" y="10795"/>
                  </a:lnTo>
                  <a:lnTo>
                    <a:pt x="38735" y="10160"/>
                  </a:lnTo>
                  <a:lnTo>
                    <a:pt x="37846" y="9779"/>
                  </a:lnTo>
                  <a:lnTo>
                    <a:pt x="36055" y="9525"/>
                  </a:lnTo>
                  <a:lnTo>
                    <a:pt x="36957" y="9525"/>
                  </a:lnTo>
                  <a:lnTo>
                    <a:pt x="36957" y="6731"/>
                  </a:lnTo>
                  <a:lnTo>
                    <a:pt x="36385" y="6096"/>
                  </a:lnTo>
                  <a:lnTo>
                    <a:pt x="35585" y="5207"/>
                  </a:lnTo>
                  <a:lnTo>
                    <a:pt x="34798" y="4318"/>
                  </a:lnTo>
                  <a:lnTo>
                    <a:pt x="31369" y="4318"/>
                  </a:lnTo>
                  <a:lnTo>
                    <a:pt x="30480" y="4699"/>
                  </a:lnTo>
                  <a:lnTo>
                    <a:pt x="29718" y="5207"/>
                  </a:lnTo>
                  <a:lnTo>
                    <a:pt x="29324" y="3556"/>
                  </a:lnTo>
                  <a:lnTo>
                    <a:pt x="29095" y="2540"/>
                  </a:lnTo>
                  <a:lnTo>
                    <a:pt x="29032" y="2286"/>
                  </a:lnTo>
                  <a:lnTo>
                    <a:pt x="28956" y="1905"/>
                  </a:lnTo>
                  <a:lnTo>
                    <a:pt x="25781" y="0"/>
                  </a:lnTo>
                  <a:lnTo>
                    <a:pt x="22987" y="1016"/>
                  </a:lnTo>
                  <a:lnTo>
                    <a:pt x="21717" y="1524"/>
                  </a:lnTo>
                  <a:lnTo>
                    <a:pt x="20701" y="2286"/>
                  </a:lnTo>
                  <a:lnTo>
                    <a:pt x="19939" y="3556"/>
                  </a:lnTo>
                  <a:lnTo>
                    <a:pt x="17018" y="1524"/>
                  </a:lnTo>
                  <a:lnTo>
                    <a:pt x="13208" y="2540"/>
                  </a:lnTo>
                  <a:lnTo>
                    <a:pt x="11430" y="5969"/>
                  </a:lnTo>
                  <a:lnTo>
                    <a:pt x="11303" y="6096"/>
                  </a:lnTo>
                  <a:lnTo>
                    <a:pt x="10337" y="5969"/>
                  </a:lnTo>
                  <a:lnTo>
                    <a:pt x="9245" y="5969"/>
                  </a:lnTo>
                  <a:lnTo>
                    <a:pt x="7620" y="7366"/>
                  </a:lnTo>
                  <a:lnTo>
                    <a:pt x="7366" y="9525"/>
                  </a:lnTo>
                  <a:lnTo>
                    <a:pt x="7277" y="10795"/>
                  </a:lnTo>
                  <a:lnTo>
                    <a:pt x="7620" y="11811"/>
                  </a:lnTo>
                  <a:lnTo>
                    <a:pt x="8382" y="12700"/>
                  </a:lnTo>
                  <a:lnTo>
                    <a:pt x="6604" y="13843"/>
                  </a:lnTo>
                  <a:lnTo>
                    <a:pt x="6096" y="16256"/>
                  </a:lnTo>
                  <a:lnTo>
                    <a:pt x="7112" y="18161"/>
                  </a:lnTo>
                  <a:lnTo>
                    <a:pt x="7670" y="19431"/>
                  </a:lnTo>
                  <a:lnTo>
                    <a:pt x="7823" y="19431"/>
                  </a:lnTo>
                  <a:lnTo>
                    <a:pt x="8229" y="19685"/>
                  </a:lnTo>
                  <a:lnTo>
                    <a:pt x="40640" y="19685"/>
                  </a:lnTo>
                  <a:lnTo>
                    <a:pt x="40513" y="19431"/>
                  </a:lnTo>
                  <a:lnTo>
                    <a:pt x="42418" y="167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455411" y="3621658"/>
              <a:ext cx="42545" cy="154305"/>
            </a:xfrm>
            <a:custGeom>
              <a:avLst/>
              <a:gdLst/>
              <a:ahLst/>
              <a:cxnLst/>
              <a:rect l="l" t="t" r="r" b="b"/>
              <a:pathLst>
                <a:path w="42545" h="154304">
                  <a:moveTo>
                    <a:pt x="9778" y="20193"/>
                  </a:moveTo>
                  <a:lnTo>
                    <a:pt x="9398" y="23622"/>
                  </a:lnTo>
                  <a:lnTo>
                    <a:pt x="11429" y="26670"/>
                  </a:lnTo>
                  <a:lnTo>
                    <a:pt x="14477" y="27178"/>
                  </a:lnTo>
                  <a:lnTo>
                    <a:pt x="15621" y="27305"/>
                  </a:lnTo>
                  <a:lnTo>
                    <a:pt x="16890" y="27051"/>
                  </a:lnTo>
                  <a:lnTo>
                    <a:pt x="17907" y="26416"/>
                  </a:lnTo>
                  <a:lnTo>
                    <a:pt x="19050" y="28702"/>
                  </a:lnTo>
                  <a:lnTo>
                    <a:pt x="21716" y="29591"/>
                  </a:lnTo>
                  <a:lnTo>
                    <a:pt x="23875" y="28321"/>
                  </a:lnTo>
                  <a:lnTo>
                    <a:pt x="24129" y="28194"/>
                  </a:lnTo>
                  <a:lnTo>
                    <a:pt x="24511" y="27813"/>
                  </a:lnTo>
                  <a:lnTo>
                    <a:pt x="24764" y="27559"/>
                  </a:lnTo>
                  <a:lnTo>
                    <a:pt x="25653" y="29464"/>
                  </a:lnTo>
                  <a:lnTo>
                    <a:pt x="27812" y="30353"/>
                  </a:lnTo>
                  <a:lnTo>
                    <a:pt x="29590" y="29337"/>
                  </a:lnTo>
                  <a:lnTo>
                    <a:pt x="30099" y="29083"/>
                  </a:lnTo>
                  <a:lnTo>
                    <a:pt x="30479" y="28702"/>
                  </a:lnTo>
                  <a:lnTo>
                    <a:pt x="30861" y="28194"/>
                  </a:lnTo>
                  <a:lnTo>
                    <a:pt x="32258" y="30099"/>
                  </a:lnTo>
                  <a:lnTo>
                    <a:pt x="34671" y="30226"/>
                  </a:lnTo>
                  <a:lnTo>
                    <a:pt x="36322" y="28702"/>
                  </a:lnTo>
                  <a:lnTo>
                    <a:pt x="37084" y="28067"/>
                  </a:lnTo>
                  <a:lnTo>
                    <a:pt x="37591" y="27178"/>
                  </a:lnTo>
                  <a:lnTo>
                    <a:pt x="37718" y="26162"/>
                  </a:lnTo>
                  <a:lnTo>
                    <a:pt x="40004" y="25400"/>
                  </a:lnTo>
                  <a:lnTo>
                    <a:pt x="41401" y="22733"/>
                  </a:lnTo>
                  <a:lnTo>
                    <a:pt x="40766" y="20066"/>
                  </a:lnTo>
                  <a:lnTo>
                    <a:pt x="40639" y="19685"/>
                  </a:lnTo>
                  <a:lnTo>
                    <a:pt x="40512" y="19431"/>
                  </a:lnTo>
                  <a:lnTo>
                    <a:pt x="42417" y="16764"/>
                  </a:lnTo>
                  <a:lnTo>
                    <a:pt x="41910" y="12954"/>
                  </a:lnTo>
                  <a:lnTo>
                    <a:pt x="39497" y="10795"/>
                  </a:lnTo>
                  <a:lnTo>
                    <a:pt x="38735" y="10160"/>
                  </a:lnTo>
                  <a:lnTo>
                    <a:pt x="37846" y="9779"/>
                  </a:lnTo>
                  <a:lnTo>
                    <a:pt x="36957" y="9652"/>
                  </a:lnTo>
                  <a:lnTo>
                    <a:pt x="36957" y="6731"/>
                  </a:lnTo>
                  <a:lnTo>
                    <a:pt x="34798" y="4318"/>
                  </a:lnTo>
                  <a:lnTo>
                    <a:pt x="32258" y="4318"/>
                  </a:lnTo>
                  <a:lnTo>
                    <a:pt x="31368" y="4318"/>
                  </a:lnTo>
                  <a:lnTo>
                    <a:pt x="30479" y="4699"/>
                  </a:lnTo>
                  <a:lnTo>
                    <a:pt x="29717" y="5207"/>
                  </a:lnTo>
                  <a:lnTo>
                    <a:pt x="28955" y="1905"/>
                  </a:lnTo>
                  <a:lnTo>
                    <a:pt x="25780" y="0"/>
                  </a:lnTo>
                  <a:lnTo>
                    <a:pt x="22987" y="1016"/>
                  </a:lnTo>
                  <a:lnTo>
                    <a:pt x="21716" y="1524"/>
                  </a:lnTo>
                  <a:lnTo>
                    <a:pt x="20700" y="2286"/>
                  </a:lnTo>
                  <a:lnTo>
                    <a:pt x="19938" y="3556"/>
                  </a:lnTo>
                  <a:lnTo>
                    <a:pt x="17017" y="1524"/>
                  </a:lnTo>
                  <a:lnTo>
                    <a:pt x="13208" y="2540"/>
                  </a:lnTo>
                  <a:lnTo>
                    <a:pt x="11429" y="5969"/>
                  </a:lnTo>
                  <a:lnTo>
                    <a:pt x="11302" y="6096"/>
                  </a:lnTo>
                  <a:lnTo>
                    <a:pt x="9398" y="5842"/>
                  </a:lnTo>
                  <a:lnTo>
                    <a:pt x="7620" y="7366"/>
                  </a:lnTo>
                  <a:lnTo>
                    <a:pt x="7365" y="9525"/>
                  </a:lnTo>
                  <a:lnTo>
                    <a:pt x="7238" y="10668"/>
                  </a:lnTo>
                  <a:lnTo>
                    <a:pt x="7620" y="11811"/>
                  </a:lnTo>
                  <a:lnTo>
                    <a:pt x="8382" y="12700"/>
                  </a:lnTo>
                  <a:lnTo>
                    <a:pt x="6603" y="13843"/>
                  </a:lnTo>
                  <a:lnTo>
                    <a:pt x="6096" y="16256"/>
                  </a:lnTo>
                  <a:lnTo>
                    <a:pt x="7112" y="18161"/>
                  </a:lnTo>
                  <a:lnTo>
                    <a:pt x="7620" y="19304"/>
                  </a:lnTo>
                  <a:lnTo>
                    <a:pt x="8636" y="19939"/>
                  </a:lnTo>
                  <a:lnTo>
                    <a:pt x="9778" y="20066"/>
                  </a:lnTo>
                  <a:close/>
                </a:path>
                <a:path w="42545" h="154304">
                  <a:moveTo>
                    <a:pt x="1524" y="153035"/>
                  </a:moveTo>
                  <a:lnTo>
                    <a:pt x="1524" y="152654"/>
                  </a:lnTo>
                  <a:lnTo>
                    <a:pt x="1142" y="152273"/>
                  </a:lnTo>
                  <a:lnTo>
                    <a:pt x="762" y="152273"/>
                  </a:lnTo>
                  <a:lnTo>
                    <a:pt x="253" y="152273"/>
                  </a:lnTo>
                  <a:lnTo>
                    <a:pt x="0" y="152654"/>
                  </a:lnTo>
                  <a:lnTo>
                    <a:pt x="0" y="153035"/>
                  </a:lnTo>
                  <a:lnTo>
                    <a:pt x="0" y="153543"/>
                  </a:lnTo>
                  <a:lnTo>
                    <a:pt x="253" y="153924"/>
                  </a:lnTo>
                  <a:lnTo>
                    <a:pt x="762" y="153924"/>
                  </a:lnTo>
                  <a:lnTo>
                    <a:pt x="1142" y="153924"/>
                  </a:lnTo>
                  <a:lnTo>
                    <a:pt x="1524" y="153543"/>
                  </a:lnTo>
                  <a:lnTo>
                    <a:pt x="1524" y="153035"/>
                  </a:lnTo>
                  <a:close/>
                </a:path>
                <a:path w="42545" h="154304">
                  <a:moveTo>
                    <a:pt x="9271" y="112522"/>
                  </a:moveTo>
                  <a:lnTo>
                    <a:pt x="9271" y="111633"/>
                  </a:lnTo>
                  <a:lnTo>
                    <a:pt x="8509" y="110871"/>
                  </a:lnTo>
                  <a:lnTo>
                    <a:pt x="7620" y="110871"/>
                  </a:lnTo>
                  <a:lnTo>
                    <a:pt x="6730" y="110871"/>
                  </a:lnTo>
                  <a:lnTo>
                    <a:pt x="6096" y="111633"/>
                  </a:lnTo>
                  <a:lnTo>
                    <a:pt x="6096" y="112522"/>
                  </a:lnTo>
                  <a:lnTo>
                    <a:pt x="6096" y="113411"/>
                  </a:lnTo>
                  <a:lnTo>
                    <a:pt x="6730" y="114046"/>
                  </a:lnTo>
                  <a:lnTo>
                    <a:pt x="7620" y="114046"/>
                  </a:lnTo>
                  <a:lnTo>
                    <a:pt x="8509" y="114046"/>
                  </a:lnTo>
                  <a:lnTo>
                    <a:pt x="9271" y="113411"/>
                  </a:lnTo>
                  <a:lnTo>
                    <a:pt x="9271" y="112522"/>
                  </a:lnTo>
                  <a:close/>
                </a:path>
                <a:path w="42545" h="154304">
                  <a:moveTo>
                    <a:pt x="17272" y="70358"/>
                  </a:moveTo>
                  <a:lnTo>
                    <a:pt x="17272" y="68961"/>
                  </a:lnTo>
                  <a:lnTo>
                    <a:pt x="16128" y="67945"/>
                  </a:lnTo>
                  <a:lnTo>
                    <a:pt x="14859" y="67945"/>
                  </a:lnTo>
                  <a:lnTo>
                    <a:pt x="13462" y="67945"/>
                  </a:lnTo>
                  <a:lnTo>
                    <a:pt x="12446" y="68961"/>
                  </a:lnTo>
                  <a:lnTo>
                    <a:pt x="12446" y="70358"/>
                  </a:lnTo>
                  <a:lnTo>
                    <a:pt x="12446" y="71628"/>
                  </a:lnTo>
                  <a:lnTo>
                    <a:pt x="13462" y="72771"/>
                  </a:lnTo>
                  <a:lnTo>
                    <a:pt x="14859" y="72771"/>
                  </a:lnTo>
                  <a:lnTo>
                    <a:pt x="16128" y="72771"/>
                  </a:lnTo>
                  <a:lnTo>
                    <a:pt x="17272" y="71628"/>
                  </a:lnTo>
                  <a:lnTo>
                    <a:pt x="17272" y="70358"/>
                  </a:lnTo>
                  <a:close/>
                </a:path>
                <a:path w="42545" h="154304">
                  <a:moveTo>
                    <a:pt x="10413" y="12319"/>
                  </a:moveTo>
                  <a:lnTo>
                    <a:pt x="9651" y="12192"/>
                  </a:lnTo>
                  <a:lnTo>
                    <a:pt x="9016" y="12446"/>
                  </a:lnTo>
                  <a:lnTo>
                    <a:pt x="8382" y="12827"/>
                  </a:lnTo>
                </a:path>
                <a:path w="42545" h="154304">
                  <a:moveTo>
                    <a:pt x="12191" y="6477"/>
                  </a:moveTo>
                  <a:lnTo>
                    <a:pt x="11937" y="6350"/>
                  </a:lnTo>
                  <a:lnTo>
                    <a:pt x="11684" y="6223"/>
                  </a:lnTo>
                  <a:lnTo>
                    <a:pt x="11302" y="6223"/>
                  </a:lnTo>
                </a:path>
                <a:path w="42545" h="154304">
                  <a:moveTo>
                    <a:pt x="19938" y="3683"/>
                  </a:moveTo>
                  <a:lnTo>
                    <a:pt x="19812" y="4064"/>
                  </a:lnTo>
                  <a:lnTo>
                    <a:pt x="19558" y="4445"/>
                  </a:lnTo>
                  <a:lnTo>
                    <a:pt x="19430" y="4826"/>
                  </a:lnTo>
                </a:path>
                <a:path w="42545" h="154304">
                  <a:moveTo>
                    <a:pt x="29972" y="6604"/>
                  </a:moveTo>
                  <a:lnTo>
                    <a:pt x="29972" y="6096"/>
                  </a:lnTo>
                  <a:lnTo>
                    <a:pt x="29845" y="5715"/>
                  </a:lnTo>
                  <a:lnTo>
                    <a:pt x="29717" y="5334"/>
                  </a:lnTo>
                </a:path>
                <a:path w="42545" h="154304">
                  <a:moveTo>
                    <a:pt x="34289" y="14478"/>
                  </a:moveTo>
                  <a:lnTo>
                    <a:pt x="35940" y="13589"/>
                  </a:lnTo>
                  <a:lnTo>
                    <a:pt x="36957" y="11684"/>
                  </a:lnTo>
                  <a:lnTo>
                    <a:pt x="36957" y="9652"/>
                  </a:lnTo>
                </a:path>
                <a:path w="42545" h="154304">
                  <a:moveTo>
                    <a:pt x="40512" y="19558"/>
                  </a:moveTo>
                  <a:lnTo>
                    <a:pt x="40259" y="18923"/>
                  </a:lnTo>
                  <a:lnTo>
                    <a:pt x="39877" y="18288"/>
                  </a:lnTo>
                  <a:lnTo>
                    <a:pt x="39370" y="17780"/>
                  </a:lnTo>
                </a:path>
                <a:path w="42545" h="154304">
                  <a:moveTo>
                    <a:pt x="37718" y="26162"/>
                  </a:moveTo>
                  <a:lnTo>
                    <a:pt x="37718" y="25908"/>
                  </a:lnTo>
                  <a:lnTo>
                    <a:pt x="37718" y="25654"/>
                  </a:lnTo>
                  <a:lnTo>
                    <a:pt x="37718" y="25400"/>
                  </a:lnTo>
                </a:path>
                <a:path w="42545" h="154304">
                  <a:moveTo>
                    <a:pt x="30225" y="27178"/>
                  </a:moveTo>
                  <a:lnTo>
                    <a:pt x="30352" y="27559"/>
                  </a:lnTo>
                  <a:lnTo>
                    <a:pt x="30607" y="27940"/>
                  </a:lnTo>
                  <a:lnTo>
                    <a:pt x="30861" y="28321"/>
                  </a:lnTo>
                </a:path>
                <a:path w="42545" h="154304">
                  <a:moveTo>
                    <a:pt x="24511" y="26670"/>
                  </a:moveTo>
                  <a:lnTo>
                    <a:pt x="24637" y="27051"/>
                  </a:lnTo>
                  <a:lnTo>
                    <a:pt x="24764" y="27305"/>
                  </a:lnTo>
                  <a:lnTo>
                    <a:pt x="24891" y="27559"/>
                  </a:lnTo>
                </a:path>
                <a:path w="42545" h="154304">
                  <a:moveTo>
                    <a:pt x="17907" y="26416"/>
                  </a:moveTo>
                  <a:lnTo>
                    <a:pt x="18287" y="26162"/>
                  </a:lnTo>
                  <a:lnTo>
                    <a:pt x="18668" y="25781"/>
                  </a:lnTo>
                  <a:lnTo>
                    <a:pt x="19050" y="25400"/>
                  </a:lnTo>
                </a:path>
                <a:path w="42545" h="154304">
                  <a:moveTo>
                    <a:pt x="9905" y="19304"/>
                  </a:moveTo>
                  <a:lnTo>
                    <a:pt x="9905" y="19558"/>
                  </a:lnTo>
                  <a:lnTo>
                    <a:pt x="9778" y="19939"/>
                  </a:lnTo>
                  <a:lnTo>
                    <a:pt x="9778" y="20193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96560" y="357212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20828" y="381"/>
                  </a:moveTo>
                  <a:lnTo>
                    <a:pt x="20574" y="0"/>
                  </a:lnTo>
                  <a:lnTo>
                    <a:pt x="19685" y="0"/>
                  </a:lnTo>
                  <a:lnTo>
                    <a:pt x="19304" y="381"/>
                  </a:lnTo>
                  <a:lnTo>
                    <a:pt x="19304" y="1143"/>
                  </a:lnTo>
                  <a:lnTo>
                    <a:pt x="19685" y="1524"/>
                  </a:lnTo>
                  <a:lnTo>
                    <a:pt x="20574" y="1524"/>
                  </a:lnTo>
                  <a:lnTo>
                    <a:pt x="20828" y="1143"/>
                  </a:lnTo>
                  <a:lnTo>
                    <a:pt x="20828" y="762"/>
                  </a:lnTo>
                  <a:lnTo>
                    <a:pt x="20828" y="381"/>
                  </a:lnTo>
                  <a:close/>
                </a:path>
                <a:path w="36829" h="235585">
                  <a:moveTo>
                    <a:pt x="20955" y="68326"/>
                  </a:moveTo>
                  <a:lnTo>
                    <a:pt x="20320" y="67564"/>
                  </a:lnTo>
                  <a:lnTo>
                    <a:pt x="18669" y="67564"/>
                  </a:lnTo>
                  <a:lnTo>
                    <a:pt x="17907" y="68326"/>
                  </a:lnTo>
                  <a:lnTo>
                    <a:pt x="17907" y="69977"/>
                  </a:lnTo>
                  <a:lnTo>
                    <a:pt x="18669" y="70612"/>
                  </a:lnTo>
                  <a:lnTo>
                    <a:pt x="20320" y="70612"/>
                  </a:lnTo>
                  <a:lnTo>
                    <a:pt x="20955" y="69977"/>
                  </a:lnTo>
                  <a:lnTo>
                    <a:pt x="20955" y="69088"/>
                  </a:lnTo>
                  <a:lnTo>
                    <a:pt x="20955" y="68326"/>
                  </a:lnTo>
                  <a:close/>
                </a:path>
                <a:path w="36829" h="235585">
                  <a:moveTo>
                    <a:pt x="21082" y="137795"/>
                  </a:moveTo>
                  <a:lnTo>
                    <a:pt x="20066" y="136779"/>
                  </a:lnTo>
                  <a:lnTo>
                    <a:pt x="17526" y="136779"/>
                  </a:lnTo>
                  <a:lnTo>
                    <a:pt x="16510" y="137795"/>
                  </a:lnTo>
                  <a:lnTo>
                    <a:pt x="16510" y="140335"/>
                  </a:lnTo>
                  <a:lnTo>
                    <a:pt x="17526" y="141351"/>
                  </a:lnTo>
                  <a:lnTo>
                    <a:pt x="20066" y="141351"/>
                  </a:lnTo>
                  <a:lnTo>
                    <a:pt x="21082" y="140335"/>
                  </a:lnTo>
                  <a:lnTo>
                    <a:pt x="21082" y="139065"/>
                  </a:lnTo>
                  <a:lnTo>
                    <a:pt x="21082" y="137795"/>
                  </a:lnTo>
                  <a:close/>
                </a:path>
                <a:path w="36829" h="235585">
                  <a:moveTo>
                    <a:pt x="36322" y="222504"/>
                  </a:moveTo>
                  <a:lnTo>
                    <a:pt x="35928" y="219710"/>
                  </a:lnTo>
                  <a:lnTo>
                    <a:pt x="35814" y="218821"/>
                  </a:lnTo>
                  <a:lnTo>
                    <a:pt x="32639" y="216154"/>
                  </a:lnTo>
                  <a:lnTo>
                    <a:pt x="31750" y="215773"/>
                  </a:lnTo>
                  <a:lnTo>
                    <a:pt x="30861" y="215773"/>
                  </a:lnTo>
                  <a:lnTo>
                    <a:pt x="30861" y="212852"/>
                  </a:lnTo>
                  <a:lnTo>
                    <a:pt x="30353" y="212344"/>
                  </a:lnTo>
                  <a:lnTo>
                    <a:pt x="29464" y="211455"/>
                  </a:lnTo>
                  <a:lnTo>
                    <a:pt x="2870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3241" y="209931"/>
                  </a:lnTo>
                  <a:lnTo>
                    <a:pt x="23012" y="209042"/>
                  </a:lnTo>
                  <a:lnTo>
                    <a:pt x="22948" y="208788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8796" y="206921"/>
                  </a:lnTo>
                  <a:lnTo>
                    <a:pt x="18796" y="232664"/>
                  </a:lnTo>
                  <a:lnTo>
                    <a:pt x="18669" y="232664"/>
                  </a:lnTo>
                  <a:lnTo>
                    <a:pt x="18796" y="232664"/>
                  </a:lnTo>
                  <a:lnTo>
                    <a:pt x="18796" y="206921"/>
                  </a:lnTo>
                  <a:lnTo>
                    <a:pt x="16891" y="207518"/>
                  </a:lnTo>
                  <a:lnTo>
                    <a:pt x="15621" y="207899"/>
                  </a:lnTo>
                  <a:lnTo>
                    <a:pt x="14605" y="208788"/>
                  </a:lnTo>
                  <a:lnTo>
                    <a:pt x="13843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34" y="212217"/>
                  </a:lnTo>
                  <a:lnTo>
                    <a:pt x="5207" y="212217"/>
                  </a:lnTo>
                  <a:lnTo>
                    <a:pt x="5207" y="212344"/>
                  </a:lnTo>
                  <a:lnTo>
                    <a:pt x="4241" y="212217"/>
                  </a:lnTo>
                  <a:lnTo>
                    <a:pt x="3136" y="212217"/>
                  </a:lnTo>
                  <a:lnTo>
                    <a:pt x="1524" y="213487"/>
                  </a:lnTo>
                  <a:lnTo>
                    <a:pt x="1244" y="215773"/>
                  </a:lnTo>
                  <a:lnTo>
                    <a:pt x="1143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8" y="219710"/>
                  </a:lnTo>
                  <a:lnTo>
                    <a:pt x="0" y="221996"/>
                  </a:lnTo>
                  <a:lnTo>
                    <a:pt x="1016" y="223774"/>
                  </a:lnTo>
                  <a:lnTo>
                    <a:pt x="1524" y="224790"/>
                  </a:lnTo>
                  <a:lnTo>
                    <a:pt x="2540" y="225564"/>
                  </a:lnTo>
                  <a:lnTo>
                    <a:pt x="3670" y="225564"/>
                  </a:lnTo>
                  <a:lnTo>
                    <a:pt x="3378" y="228092"/>
                  </a:lnTo>
                  <a:lnTo>
                    <a:pt x="3302" y="228854"/>
                  </a:lnTo>
                  <a:lnTo>
                    <a:pt x="5334" y="231775"/>
                  </a:lnTo>
                  <a:lnTo>
                    <a:pt x="9131" y="232410"/>
                  </a:lnTo>
                  <a:lnTo>
                    <a:pt x="10388" y="232410"/>
                  </a:lnTo>
                  <a:lnTo>
                    <a:pt x="11811" y="231521"/>
                  </a:lnTo>
                  <a:lnTo>
                    <a:pt x="12700" y="233299"/>
                  </a:lnTo>
                  <a:lnTo>
                    <a:pt x="12763" y="233426"/>
                  </a:lnTo>
                  <a:lnTo>
                    <a:pt x="12890" y="233680"/>
                  </a:lnTo>
                  <a:lnTo>
                    <a:pt x="12954" y="233807"/>
                  </a:lnTo>
                  <a:lnTo>
                    <a:pt x="15621" y="234569"/>
                  </a:lnTo>
                  <a:lnTo>
                    <a:pt x="17780" y="233426"/>
                  </a:lnTo>
                  <a:lnTo>
                    <a:pt x="17907" y="233299"/>
                  </a:lnTo>
                  <a:lnTo>
                    <a:pt x="18961" y="233299"/>
                  </a:lnTo>
                  <a:lnTo>
                    <a:pt x="19558" y="234569"/>
                  </a:lnTo>
                  <a:lnTo>
                    <a:pt x="21717" y="235204"/>
                  </a:lnTo>
                  <a:lnTo>
                    <a:pt x="24003" y="234061"/>
                  </a:lnTo>
                  <a:lnTo>
                    <a:pt x="24638" y="233426"/>
                  </a:lnTo>
                  <a:lnTo>
                    <a:pt x="24765" y="233299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226" y="233680"/>
                  </a:lnTo>
                  <a:lnTo>
                    <a:pt x="30683" y="233299"/>
                  </a:lnTo>
                  <a:lnTo>
                    <a:pt x="30810" y="233299"/>
                  </a:lnTo>
                  <a:lnTo>
                    <a:pt x="31242" y="232664"/>
                  </a:lnTo>
                  <a:lnTo>
                    <a:pt x="31407" y="232410"/>
                  </a:lnTo>
                  <a:lnTo>
                    <a:pt x="31546" y="231775"/>
                  </a:lnTo>
                  <a:lnTo>
                    <a:pt x="31584" y="231521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6" y="228092"/>
                  </a:lnTo>
                  <a:lnTo>
                    <a:pt x="34671" y="225564"/>
                  </a:lnTo>
                  <a:lnTo>
                    <a:pt x="34544" y="225171"/>
                  </a:lnTo>
                  <a:lnTo>
                    <a:pt x="36322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5496560" y="3572128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9"/>
                  </a:moveTo>
                  <a:lnTo>
                    <a:pt x="3301" y="228854"/>
                  </a:lnTo>
                  <a:lnTo>
                    <a:pt x="5334" y="231775"/>
                  </a:lnTo>
                  <a:lnTo>
                    <a:pt x="8381" y="232283"/>
                  </a:lnTo>
                  <a:lnTo>
                    <a:pt x="9525" y="232410"/>
                  </a:lnTo>
                  <a:lnTo>
                    <a:pt x="10794" y="232156"/>
                  </a:lnTo>
                  <a:lnTo>
                    <a:pt x="11811" y="231521"/>
                  </a:lnTo>
                  <a:lnTo>
                    <a:pt x="12953" y="233807"/>
                  </a:lnTo>
                  <a:lnTo>
                    <a:pt x="15620" y="234569"/>
                  </a:lnTo>
                  <a:lnTo>
                    <a:pt x="17779" y="233426"/>
                  </a:lnTo>
                  <a:lnTo>
                    <a:pt x="18034" y="233172"/>
                  </a:lnTo>
                  <a:lnTo>
                    <a:pt x="18414" y="232918"/>
                  </a:lnTo>
                  <a:lnTo>
                    <a:pt x="18668" y="232664"/>
                  </a:lnTo>
                  <a:lnTo>
                    <a:pt x="19557" y="234569"/>
                  </a:lnTo>
                  <a:lnTo>
                    <a:pt x="21716" y="235204"/>
                  </a:lnTo>
                  <a:lnTo>
                    <a:pt x="23494" y="234315"/>
                  </a:lnTo>
                  <a:lnTo>
                    <a:pt x="24002" y="234061"/>
                  </a:lnTo>
                  <a:lnTo>
                    <a:pt x="24384" y="233680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4"/>
                  </a:lnTo>
                  <a:lnTo>
                    <a:pt x="30225" y="233680"/>
                  </a:lnTo>
                  <a:lnTo>
                    <a:pt x="30987" y="233045"/>
                  </a:lnTo>
                  <a:lnTo>
                    <a:pt x="31495" y="232283"/>
                  </a:lnTo>
                  <a:lnTo>
                    <a:pt x="31623" y="231267"/>
                  </a:lnTo>
                  <a:lnTo>
                    <a:pt x="33909" y="230632"/>
                  </a:lnTo>
                  <a:lnTo>
                    <a:pt x="35305" y="228092"/>
                  </a:lnTo>
                  <a:lnTo>
                    <a:pt x="34670" y="225552"/>
                  </a:lnTo>
                  <a:lnTo>
                    <a:pt x="34543" y="225171"/>
                  </a:lnTo>
                  <a:lnTo>
                    <a:pt x="36322" y="222504"/>
                  </a:lnTo>
                  <a:lnTo>
                    <a:pt x="35813" y="218821"/>
                  </a:lnTo>
                  <a:lnTo>
                    <a:pt x="33400" y="216789"/>
                  </a:lnTo>
                  <a:lnTo>
                    <a:pt x="32638" y="216154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2"/>
                  </a:lnTo>
                  <a:lnTo>
                    <a:pt x="28701" y="210693"/>
                  </a:lnTo>
                  <a:lnTo>
                    <a:pt x="26162" y="210693"/>
                  </a:lnTo>
                  <a:lnTo>
                    <a:pt x="25273" y="210693"/>
                  </a:lnTo>
                  <a:lnTo>
                    <a:pt x="24384" y="210947"/>
                  </a:lnTo>
                  <a:lnTo>
                    <a:pt x="23622" y="211455"/>
                  </a:lnTo>
                  <a:lnTo>
                    <a:pt x="22860" y="208407"/>
                  </a:lnTo>
                  <a:lnTo>
                    <a:pt x="19685" y="206629"/>
                  </a:lnTo>
                  <a:lnTo>
                    <a:pt x="16890" y="207518"/>
                  </a:lnTo>
                  <a:lnTo>
                    <a:pt x="15620" y="207899"/>
                  </a:lnTo>
                  <a:lnTo>
                    <a:pt x="14604" y="208788"/>
                  </a:lnTo>
                  <a:lnTo>
                    <a:pt x="13842" y="209931"/>
                  </a:lnTo>
                  <a:lnTo>
                    <a:pt x="10922" y="208026"/>
                  </a:lnTo>
                  <a:lnTo>
                    <a:pt x="7112" y="209042"/>
                  </a:lnTo>
                  <a:lnTo>
                    <a:pt x="5334" y="212217"/>
                  </a:lnTo>
                  <a:lnTo>
                    <a:pt x="5206" y="212217"/>
                  </a:lnTo>
                  <a:lnTo>
                    <a:pt x="5206" y="212344"/>
                  </a:lnTo>
                  <a:lnTo>
                    <a:pt x="3301" y="212090"/>
                  </a:lnTo>
                  <a:lnTo>
                    <a:pt x="1524" y="213487"/>
                  </a:lnTo>
                  <a:lnTo>
                    <a:pt x="1269" y="215646"/>
                  </a:lnTo>
                  <a:lnTo>
                    <a:pt x="1142" y="216662"/>
                  </a:lnTo>
                  <a:lnTo>
                    <a:pt x="1524" y="217805"/>
                  </a:lnTo>
                  <a:lnTo>
                    <a:pt x="2286" y="218567"/>
                  </a:lnTo>
                  <a:lnTo>
                    <a:pt x="507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90"/>
                  </a:lnTo>
                  <a:lnTo>
                    <a:pt x="2539" y="225552"/>
                  </a:lnTo>
                  <a:lnTo>
                    <a:pt x="3682" y="225552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1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5" y="0"/>
                  </a:lnTo>
                  <a:lnTo>
                    <a:pt x="19303" y="381"/>
                  </a:lnTo>
                  <a:lnTo>
                    <a:pt x="19303" y="762"/>
                  </a:lnTo>
                  <a:lnTo>
                    <a:pt x="19303" y="1143"/>
                  </a:lnTo>
                  <a:lnTo>
                    <a:pt x="19685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3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8"/>
                  </a:moveTo>
                  <a:lnTo>
                    <a:pt x="20954" y="68326"/>
                  </a:lnTo>
                  <a:lnTo>
                    <a:pt x="20319" y="67564"/>
                  </a:lnTo>
                  <a:lnTo>
                    <a:pt x="19430" y="67564"/>
                  </a:lnTo>
                  <a:lnTo>
                    <a:pt x="18668" y="67564"/>
                  </a:lnTo>
                  <a:lnTo>
                    <a:pt x="17906" y="68326"/>
                  </a:lnTo>
                  <a:lnTo>
                    <a:pt x="17906" y="69088"/>
                  </a:lnTo>
                  <a:lnTo>
                    <a:pt x="17906" y="69977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7"/>
                  </a:lnTo>
                  <a:lnTo>
                    <a:pt x="20954" y="69088"/>
                  </a:lnTo>
                  <a:close/>
                </a:path>
                <a:path w="36829" h="235585">
                  <a:moveTo>
                    <a:pt x="21081" y="139065"/>
                  </a:moveTo>
                  <a:lnTo>
                    <a:pt x="21081" y="137795"/>
                  </a:lnTo>
                  <a:lnTo>
                    <a:pt x="20065" y="136779"/>
                  </a:lnTo>
                  <a:lnTo>
                    <a:pt x="18795" y="136779"/>
                  </a:lnTo>
                  <a:lnTo>
                    <a:pt x="17525" y="136779"/>
                  </a:lnTo>
                  <a:lnTo>
                    <a:pt x="16510" y="137795"/>
                  </a:lnTo>
                  <a:lnTo>
                    <a:pt x="16510" y="139065"/>
                  </a:lnTo>
                  <a:lnTo>
                    <a:pt x="16510" y="140335"/>
                  </a:lnTo>
                  <a:lnTo>
                    <a:pt x="17525" y="141351"/>
                  </a:lnTo>
                  <a:lnTo>
                    <a:pt x="18795" y="141351"/>
                  </a:lnTo>
                  <a:lnTo>
                    <a:pt x="20065" y="141351"/>
                  </a:lnTo>
                  <a:lnTo>
                    <a:pt x="21081" y="140335"/>
                  </a:lnTo>
                  <a:lnTo>
                    <a:pt x="21081" y="139065"/>
                  </a:lnTo>
                  <a:close/>
                </a:path>
                <a:path w="36829" h="235585">
                  <a:moveTo>
                    <a:pt x="4317" y="218186"/>
                  </a:moveTo>
                  <a:lnTo>
                    <a:pt x="3555" y="218186"/>
                  </a:lnTo>
                  <a:lnTo>
                    <a:pt x="2920" y="218313"/>
                  </a:lnTo>
                  <a:lnTo>
                    <a:pt x="2286" y="218694"/>
                  </a:lnTo>
                </a:path>
                <a:path w="36829" h="235585">
                  <a:moveTo>
                    <a:pt x="6095" y="212725"/>
                  </a:moveTo>
                  <a:lnTo>
                    <a:pt x="5841" y="212598"/>
                  </a:lnTo>
                  <a:lnTo>
                    <a:pt x="5587" y="212471"/>
                  </a:lnTo>
                  <a:lnTo>
                    <a:pt x="5206" y="212471"/>
                  </a:lnTo>
                </a:path>
                <a:path w="36829" h="235585">
                  <a:moveTo>
                    <a:pt x="13842" y="210058"/>
                  </a:moveTo>
                  <a:lnTo>
                    <a:pt x="13715" y="210312"/>
                  </a:lnTo>
                  <a:lnTo>
                    <a:pt x="13462" y="210693"/>
                  </a:lnTo>
                  <a:lnTo>
                    <a:pt x="13335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4"/>
                  </a:lnTo>
                  <a:lnTo>
                    <a:pt x="23749" y="211963"/>
                  </a:lnTo>
                  <a:lnTo>
                    <a:pt x="23622" y="211582"/>
                  </a:lnTo>
                </a:path>
                <a:path w="36829" h="235585">
                  <a:moveTo>
                    <a:pt x="28193" y="220218"/>
                  </a:moveTo>
                  <a:lnTo>
                    <a:pt x="29844" y="219456"/>
                  </a:lnTo>
                  <a:lnTo>
                    <a:pt x="30861" y="217678"/>
                  </a:lnTo>
                  <a:lnTo>
                    <a:pt x="30861" y="215773"/>
                  </a:lnTo>
                </a:path>
                <a:path w="36829" h="235585">
                  <a:moveTo>
                    <a:pt x="34416" y="225044"/>
                  </a:moveTo>
                  <a:lnTo>
                    <a:pt x="34162" y="224409"/>
                  </a:lnTo>
                  <a:lnTo>
                    <a:pt x="33781" y="223774"/>
                  </a:lnTo>
                  <a:lnTo>
                    <a:pt x="33274" y="223393"/>
                  </a:lnTo>
                </a:path>
                <a:path w="36829" h="235585">
                  <a:moveTo>
                    <a:pt x="31623" y="231394"/>
                  </a:moveTo>
                  <a:lnTo>
                    <a:pt x="31623" y="231140"/>
                  </a:lnTo>
                  <a:lnTo>
                    <a:pt x="31623" y="230886"/>
                  </a:lnTo>
                  <a:lnTo>
                    <a:pt x="31623" y="230632"/>
                  </a:lnTo>
                </a:path>
                <a:path w="36829" h="235585">
                  <a:moveTo>
                    <a:pt x="24129" y="232283"/>
                  </a:moveTo>
                  <a:lnTo>
                    <a:pt x="24256" y="232664"/>
                  </a:lnTo>
                  <a:lnTo>
                    <a:pt x="24511" y="233045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1" y="232156"/>
                  </a:lnTo>
                  <a:lnTo>
                    <a:pt x="18668" y="232410"/>
                  </a:lnTo>
                  <a:lnTo>
                    <a:pt x="18795" y="232664"/>
                  </a:lnTo>
                </a:path>
                <a:path w="36829" h="235585">
                  <a:moveTo>
                    <a:pt x="11811" y="231521"/>
                  </a:moveTo>
                  <a:lnTo>
                    <a:pt x="12191" y="231267"/>
                  </a:lnTo>
                  <a:lnTo>
                    <a:pt x="12573" y="231013"/>
                  </a:lnTo>
                  <a:lnTo>
                    <a:pt x="12953" y="230632"/>
                  </a:lnTo>
                </a:path>
                <a:path w="36829" h="235585">
                  <a:moveTo>
                    <a:pt x="3810" y="224790"/>
                  </a:moveTo>
                  <a:lnTo>
                    <a:pt x="3810" y="225044"/>
                  </a:lnTo>
                  <a:lnTo>
                    <a:pt x="3682" y="225425"/>
                  </a:lnTo>
                  <a:lnTo>
                    <a:pt x="3682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441696" y="3445001"/>
              <a:ext cx="36830" cy="28575"/>
            </a:xfrm>
            <a:custGeom>
              <a:avLst/>
              <a:gdLst/>
              <a:ahLst/>
              <a:cxnLst/>
              <a:rect l="l" t="t" r="r" b="b"/>
              <a:pathLst>
                <a:path w="36829" h="28575">
                  <a:moveTo>
                    <a:pt x="31241" y="26035"/>
                  </a:moveTo>
                  <a:lnTo>
                    <a:pt x="18668" y="26035"/>
                  </a:lnTo>
                  <a:lnTo>
                    <a:pt x="19557" y="27939"/>
                  </a:lnTo>
                  <a:lnTo>
                    <a:pt x="21716" y="28575"/>
                  </a:lnTo>
                  <a:lnTo>
                    <a:pt x="24002" y="27432"/>
                  </a:lnTo>
                  <a:lnTo>
                    <a:pt x="24637" y="26797"/>
                  </a:lnTo>
                  <a:lnTo>
                    <a:pt x="30530" y="26797"/>
                  </a:lnTo>
                  <a:lnTo>
                    <a:pt x="30987" y="26415"/>
                  </a:lnTo>
                  <a:lnTo>
                    <a:pt x="31241" y="26035"/>
                  </a:lnTo>
                  <a:close/>
                </a:path>
                <a:path w="36829" h="28575">
                  <a:moveTo>
                    <a:pt x="30530" y="26797"/>
                  </a:moveTo>
                  <a:lnTo>
                    <a:pt x="24872" y="26797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088" y="27177"/>
                  </a:lnTo>
                  <a:lnTo>
                    <a:pt x="30530" y="26797"/>
                  </a:lnTo>
                  <a:close/>
                </a:path>
                <a:path w="36829" h="28575">
                  <a:moveTo>
                    <a:pt x="31591" y="24892"/>
                  </a:moveTo>
                  <a:lnTo>
                    <a:pt x="11811" y="24892"/>
                  </a:lnTo>
                  <a:lnTo>
                    <a:pt x="12953" y="27177"/>
                  </a:lnTo>
                  <a:lnTo>
                    <a:pt x="15620" y="27939"/>
                  </a:lnTo>
                  <a:lnTo>
                    <a:pt x="17779" y="26797"/>
                  </a:lnTo>
                  <a:lnTo>
                    <a:pt x="18161" y="26415"/>
                  </a:lnTo>
                  <a:lnTo>
                    <a:pt x="18668" y="26035"/>
                  </a:lnTo>
                  <a:lnTo>
                    <a:pt x="31241" y="26035"/>
                  </a:lnTo>
                  <a:lnTo>
                    <a:pt x="31411" y="25781"/>
                  </a:lnTo>
                  <a:lnTo>
                    <a:pt x="31495" y="25653"/>
                  </a:lnTo>
                  <a:lnTo>
                    <a:pt x="31591" y="24892"/>
                  </a:lnTo>
                  <a:close/>
                </a:path>
                <a:path w="36829" h="28575">
                  <a:moveTo>
                    <a:pt x="10921" y="1397"/>
                  </a:moveTo>
                  <a:lnTo>
                    <a:pt x="7112" y="2412"/>
                  </a:lnTo>
                  <a:lnTo>
                    <a:pt x="5333" y="5587"/>
                  </a:lnTo>
                  <a:lnTo>
                    <a:pt x="3140" y="5587"/>
                  </a:lnTo>
                  <a:lnTo>
                    <a:pt x="1524" y="6858"/>
                  </a:lnTo>
                  <a:lnTo>
                    <a:pt x="1254" y="9144"/>
                  </a:lnTo>
                  <a:lnTo>
                    <a:pt x="1142" y="10033"/>
                  </a:lnTo>
                  <a:lnTo>
                    <a:pt x="1524" y="11175"/>
                  </a:lnTo>
                  <a:lnTo>
                    <a:pt x="2286" y="11937"/>
                  </a:lnTo>
                  <a:lnTo>
                    <a:pt x="507" y="13081"/>
                  </a:lnTo>
                  <a:lnTo>
                    <a:pt x="0" y="15367"/>
                  </a:lnTo>
                  <a:lnTo>
                    <a:pt x="1015" y="17145"/>
                  </a:lnTo>
                  <a:lnTo>
                    <a:pt x="1524" y="18161"/>
                  </a:lnTo>
                  <a:lnTo>
                    <a:pt x="2542" y="18924"/>
                  </a:lnTo>
                  <a:lnTo>
                    <a:pt x="3682" y="18924"/>
                  </a:lnTo>
                  <a:lnTo>
                    <a:pt x="3389" y="21462"/>
                  </a:lnTo>
                  <a:lnTo>
                    <a:pt x="3301" y="22225"/>
                  </a:lnTo>
                  <a:lnTo>
                    <a:pt x="5333" y="25146"/>
                  </a:lnTo>
                  <a:lnTo>
                    <a:pt x="8381" y="25653"/>
                  </a:lnTo>
                  <a:lnTo>
                    <a:pt x="9525" y="25781"/>
                  </a:lnTo>
                  <a:lnTo>
                    <a:pt x="10160" y="25653"/>
                  </a:lnTo>
                  <a:lnTo>
                    <a:pt x="10591" y="25653"/>
                  </a:lnTo>
                  <a:lnTo>
                    <a:pt x="11811" y="24892"/>
                  </a:lnTo>
                  <a:lnTo>
                    <a:pt x="31591" y="24892"/>
                  </a:lnTo>
                  <a:lnTo>
                    <a:pt x="31623" y="24637"/>
                  </a:lnTo>
                  <a:lnTo>
                    <a:pt x="33908" y="24002"/>
                  </a:lnTo>
                  <a:lnTo>
                    <a:pt x="35305" y="21462"/>
                  </a:lnTo>
                  <a:lnTo>
                    <a:pt x="34671" y="18924"/>
                  </a:lnTo>
                  <a:lnTo>
                    <a:pt x="34543" y="18542"/>
                  </a:lnTo>
                  <a:lnTo>
                    <a:pt x="34416" y="18414"/>
                  </a:lnTo>
                  <a:lnTo>
                    <a:pt x="36321" y="15875"/>
                  </a:lnTo>
                  <a:lnTo>
                    <a:pt x="35936" y="13081"/>
                  </a:lnTo>
                  <a:lnTo>
                    <a:pt x="35813" y="12192"/>
                  </a:lnTo>
                  <a:lnTo>
                    <a:pt x="32638" y="9525"/>
                  </a:lnTo>
                  <a:lnTo>
                    <a:pt x="31750" y="9144"/>
                  </a:lnTo>
                  <a:lnTo>
                    <a:pt x="30861" y="9144"/>
                  </a:lnTo>
                  <a:lnTo>
                    <a:pt x="30861" y="6223"/>
                  </a:lnTo>
                  <a:lnTo>
                    <a:pt x="29463" y="4825"/>
                  </a:lnTo>
                  <a:lnTo>
                    <a:pt x="23621" y="4825"/>
                  </a:lnTo>
                  <a:lnTo>
                    <a:pt x="23240" y="3301"/>
                  </a:lnTo>
                  <a:lnTo>
                    <a:pt x="13842" y="3301"/>
                  </a:lnTo>
                  <a:lnTo>
                    <a:pt x="10921" y="1397"/>
                  </a:lnTo>
                  <a:close/>
                </a:path>
                <a:path w="36829" h="28575">
                  <a:moveTo>
                    <a:pt x="28701" y="4063"/>
                  </a:moveTo>
                  <a:lnTo>
                    <a:pt x="25273" y="4063"/>
                  </a:lnTo>
                  <a:lnTo>
                    <a:pt x="24383" y="4318"/>
                  </a:lnTo>
                  <a:lnTo>
                    <a:pt x="23621" y="4825"/>
                  </a:lnTo>
                  <a:lnTo>
                    <a:pt x="29463" y="4825"/>
                  </a:lnTo>
                  <a:lnTo>
                    <a:pt x="28701" y="4063"/>
                  </a:lnTo>
                  <a:close/>
                </a:path>
                <a:path w="36829" h="28575">
                  <a:moveTo>
                    <a:pt x="19684" y="0"/>
                  </a:moveTo>
                  <a:lnTo>
                    <a:pt x="16890" y="888"/>
                  </a:lnTo>
                  <a:lnTo>
                    <a:pt x="15197" y="1397"/>
                  </a:lnTo>
                  <a:lnTo>
                    <a:pt x="15475" y="1397"/>
                  </a:lnTo>
                  <a:lnTo>
                    <a:pt x="14604" y="2159"/>
                  </a:lnTo>
                  <a:lnTo>
                    <a:pt x="13842" y="3301"/>
                  </a:lnTo>
                  <a:lnTo>
                    <a:pt x="23240" y="3301"/>
                  </a:lnTo>
                  <a:lnTo>
                    <a:pt x="23018" y="2412"/>
                  </a:lnTo>
                  <a:lnTo>
                    <a:pt x="22955" y="2159"/>
                  </a:lnTo>
                  <a:lnTo>
                    <a:pt x="22859" y="1777"/>
                  </a:lnTo>
                  <a:lnTo>
                    <a:pt x="196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441696" y="3238372"/>
              <a:ext cx="36830" cy="235585"/>
            </a:xfrm>
            <a:custGeom>
              <a:avLst/>
              <a:gdLst/>
              <a:ahLst/>
              <a:cxnLst/>
              <a:rect l="l" t="t" r="r" b="b"/>
              <a:pathLst>
                <a:path w="36829" h="235585">
                  <a:moveTo>
                    <a:pt x="3682" y="225678"/>
                  </a:moveTo>
                  <a:lnTo>
                    <a:pt x="3301" y="228853"/>
                  </a:lnTo>
                  <a:lnTo>
                    <a:pt x="5333" y="231775"/>
                  </a:lnTo>
                  <a:lnTo>
                    <a:pt x="8381" y="232282"/>
                  </a:lnTo>
                  <a:lnTo>
                    <a:pt x="9525" y="232410"/>
                  </a:lnTo>
                  <a:lnTo>
                    <a:pt x="10794" y="232155"/>
                  </a:lnTo>
                  <a:lnTo>
                    <a:pt x="11811" y="231521"/>
                  </a:lnTo>
                  <a:lnTo>
                    <a:pt x="12953" y="233806"/>
                  </a:lnTo>
                  <a:lnTo>
                    <a:pt x="15620" y="234568"/>
                  </a:lnTo>
                  <a:lnTo>
                    <a:pt x="17779" y="233425"/>
                  </a:lnTo>
                  <a:lnTo>
                    <a:pt x="18033" y="233172"/>
                  </a:lnTo>
                  <a:lnTo>
                    <a:pt x="18414" y="232917"/>
                  </a:lnTo>
                  <a:lnTo>
                    <a:pt x="18668" y="232663"/>
                  </a:lnTo>
                  <a:lnTo>
                    <a:pt x="19557" y="234568"/>
                  </a:lnTo>
                  <a:lnTo>
                    <a:pt x="21716" y="235203"/>
                  </a:lnTo>
                  <a:lnTo>
                    <a:pt x="23494" y="234314"/>
                  </a:lnTo>
                  <a:lnTo>
                    <a:pt x="24002" y="234061"/>
                  </a:lnTo>
                  <a:lnTo>
                    <a:pt x="24383" y="233679"/>
                  </a:lnTo>
                  <a:lnTo>
                    <a:pt x="24764" y="233299"/>
                  </a:lnTo>
                  <a:lnTo>
                    <a:pt x="26162" y="234950"/>
                  </a:lnTo>
                  <a:lnTo>
                    <a:pt x="28575" y="235203"/>
                  </a:lnTo>
                  <a:lnTo>
                    <a:pt x="30225" y="233679"/>
                  </a:lnTo>
                  <a:lnTo>
                    <a:pt x="30987" y="233044"/>
                  </a:lnTo>
                  <a:lnTo>
                    <a:pt x="31495" y="232282"/>
                  </a:lnTo>
                  <a:lnTo>
                    <a:pt x="31623" y="231266"/>
                  </a:lnTo>
                  <a:lnTo>
                    <a:pt x="33908" y="230631"/>
                  </a:lnTo>
                  <a:lnTo>
                    <a:pt x="35305" y="228091"/>
                  </a:lnTo>
                  <a:lnTo>
                    <a:pt x="34670" y="225551"/>
                  </a:lnTo>
                  <a:lnTo>
                    <a:pt x="34543" y="225171"/>
                  </a:lnTo>
                  <a:lnTo>
                    <a:pt x="34416" y="225043"/>
                  </a:lnTo>
                  <a:lnTo>
                    <a:pt x="36321" y="222503"/>
                  </a:lnTo>
                  <a:lnTo>
                    <a:pt x="35813" y="218821"/>
                  </a:lnTo>
                  <a:lnTo>
                    <a:pt x="33400" y="216788"/>
                  </a:lnTo>
                  <a:lnTo>
                    <a:pt x="32638" y="216153"/>
                  </a:lnTo>
                  <a:lnTo>
                    <a:pt x="31750" y="215773"/>
                  </a:lnTo>
                  <a:lnTo>
                    <a:pt x="30861" y="215646"/>
                  </a:lnTo>
                  <a:lnTo>
                    <a:pt x="30861" y="212851"/>
                  </a:lnTo>
                  <a:lnTo>
                    <a:pt x="28701" y="210692"/>
                  </a:lnTo>
                  <a:lnTo>
                    <a:pt x="26162" y="210692"/>
                  </a:lnTo>
                  <a:lnTo>
                    <a:pt x="25273" y="210692"/>
                  </a:lnTo>
                  <a:lnTo>
                    <a:pt x="24383" y="210947"/>
                  </a:lnTo>
                  <a:lnTo>
                    <a:pt x="23621" y="211454"/>
                  </a:lnTo>
                  <a:lnTo>
                    <a:pt x="22859" y="208406"/>
                  </a:lnTo>
                  <a:lnTo>
                    <a:pt x="19684" y="206628"/>
                  </a:lnTo>
                  <a:lnTo>
                    <a:pt x="16890" y="207517"/>
                  </a:lnTo>
                  <a:lnTo>
                    <a:pt x="15620" y="207899"/>
                  </a:lnTo>
                  <a:lnTo>
                    <a:pt x="14604" y="208787"/>
                  </a:lnTo>
                  <a:lnTo>
                    <a:pt x="13842" y="209930"/>
                  </a:lnTo>
                  <a:lnTo>
                    <a:pt x="10921" y="208025"/>
                  </a:lnTo>
                  <a:lnTo>
                    <a:pt x="7112" y="209041"/>
                  </a:lnTo>
                  <a:lnTo>
                    <a:pt x="5333" y="212216"/>
                  </a:lnTo>
                  <a:lnTo>
                    <a:pt x="3301" y="212089"/>
                  </a:lnTo>
                  <a:lnTo>
                    <a:pt x="1524" y="213487"/>
                  </a:lnTo>
                  <a:lnTo>
                    <a:pt x="1269" y="215646"/>
                  </a:lnTo>
                  <a:lnTo>
                    <a:pt x="1142" y="216662"/>
                  </a:lnTo>
                  <a:lnTo>
                    <a:pt x="1524" y="217804"/>
                  </a:lnTo>
                  <a:lnTo>
                    <a:pt x="2286" y="218566"/>
                  </a:lnTo>
                  <a:lnTo>
                    <a:pt x="507" y="219710"/>
                  </a:lnTo>
                  <a:lnTo>
                    <a:pt x="0" y="221996"/>
                  </a:lnTo>
                  <a:lnTo>
                    <a:pt x="1015" y="223774"/>
                  </a:lnTo>
                  <a:lnTo>
                    <a:pt x="1524" y="224789"/>
                  </a:lnTo>
                  <a:lnTo>
                    <a:pt x="2539" y="225551"/>
                  </a:lnTo>
                  <a:lnTo>
                    <a:pt x="3682" y="225551"/>
                  </a:lnTo>
                  <a:close/>
                </a:path>
                <a:path w="36829" h="235585">
                  <a:moveTo>
                    <a:pt x="20827" y="762"/>
                  </a:moveTo>
                  <a:lnTo>
                    <a:pt x="20827" y="380"/>
                  </a:lnTo>
                  <a:lnTo>
                    <a:pt x="20574" y="0"/>
                  </a:lnTo>
                  <a:lnTo>
                    <a:pt x="20065" y="0"/>
                  </a:lnTo>
                  <a:lnTo>
                    <a:pt x="19684" y="0"/>
                  </a:lnTo>
                  <a:lnTo>
                    <a:pt x="19303" y="380"/>
                  </a:lnTo>
                  <a:lnTo>
                    <a:pt x="19303" y="762"/>
                  </a:lnTo>
                  <a:lnTo>
                    <a:pt x="19303" y="1142"/>
                  </a:lnTo>
                  <a:lnTo>
                    <a:pt x="19684" y="1524"/>
                  </a:lnTo>
                  <a:lnTo>
                    <a:pt x="20065" y="1524"/>
                  </a:lnTo>
                  <a:lnTo>
                    <a:pt x="20574" y="1524"/>
                  </a:lnTo>
                  <a:lnTo>
                    <a:pt x="20827" y="1142"/>
                  </a:lnTo>
                  <a:lnTo>
                    <a:pt x="20827" y="762"/>
                  </a:lnTo>
                  <a:close/>
                </a:path>
                <a:path w="36829" h="235585">
                  <a:moveTo>
                    <a:pt x="20954" y="69087"/>
                  </a:moveTo>
                  <a:lnTo>
                    <a:pt x="20954" y="68325"/>
                  </a:lnTo>
                  <a:lnTo>
                    <a:pt x="20319" y="67563"/>
                  </a:lnTo>
                  <a:lnTo>
                    <a:pt x="19430" y="67563"/>
                  </a:lnTo>
                  <a:lnTo>
                    <a:pt x="18668" y="67563"/>
                  </a:lnTo>
                  <a:lnTo>
                    <a:pt x="17906" y="68325"/>
                  </a:lnTo>
                  <a:lnTo>
                    <a:pt x="17906" y="69087"/>
                  </a:lnTo>
                  <a:lnTo>
                    <a:pt x="17906" y="69976"/>
                  </a:lnTo>
                  <a:lnTo>
                    <a:pt x="18668" y="70612"/>
                  </a:lnTo>
                  <a:lnTo>
                    <a:pt x="19430" y="70612"/>
                  </a:lnTo>
                  <a:lnTo>
                    <a:pt x="20319" y="70612"/>
                  </a:lnTo>
                  <a:lnTo>
                    <a:pt x="20954" y="69976"/>
                  </a:lnTo>
                  <a:lnTo>
                    <a:pt x="20954" y="69087"/>
                  </a:lnTo>
                  <a:close/>
                </a:path>
                <a:path w="36829" h="235585">
                  <a:moveTo>
                    <a:pt x="21081" y="139064"/>
                  </a:moveTo>
                  <a:lnTo>
                    <a:pt x="21081" y="137794"/>
                  </a:lnTo>
                  <a:lnTo>
                    <a:pt x="20065" y="136778"/>
                  </a:lnTo>
                  <a:lnTo>
                    <a:pt x="18795" y="136778"/>
                  </a:lnTo>
                  <a:lnTo>
                    <a:pt x="17525" y="136778"/>
                  </a:lnTo>
                  <a:lnTo>
                    <a:pt x="16509" y="137794"/>
                  </a:lnTo>
                  <a:lnTo>
                    <a:pt x="16509" y="139064"/>
                  </a:lnTo>
                  <a:lnTo>
                    <a:pt x="16509" y="140335"/>
                  </a:lnTo>
                  <a:lnTo>
                    <a:pt x="17525" y="141350"/>
                  </a:lnTo>
                  <a:lnTo>
                    <a:pt x="18795" y="141350"/>
                  </a:lnTo>
                  <a:lnTo>
                    <a:pt x="20065" y="141350"/>
                  </a:lnTo>
                  <a:lnTo>
                    <a:pt x="21081" y="140335"/>
                  </a:lnTo>
                  <a:lnTo>
                    <a:pt x="21081" y="139064"/>
                  </a:lnTo>
                  <a:close/>
                </a:path>
                <a:path w="36829" h="235585">
                  <a:moveTo>
                    <a:pt x="4317" y="218186"/>
                  </a:moveTo>
                  <a:lnTo>
                    <a:pt x="3555" y="218186"/>
                  </a:lnTo>
                  <a:lnTo>
                    <a:pt x="2920" y="218312"/>
                  </a:lnTo>
                  <a:lnTo>
                    <a:pt x="2286" y="218693"/>
                  </a:lnTo>
                </a:path>
                <a:path w="36829" h="235585">
                  <a:moveTo>
                    <a:pt x="6095" y="212725"/>
                  </a:moveTo>
                  <a:lnTo>
                    <a:pt x="5841" y="212598"/>
                  </a:lnTo>
                  <a:lnTo>
                    <a:pt x="5587" y="212471"/>
                  </a:lnTo>
                  <a:lnTo>
                    <a:pt x="5206" y="212471"/>
                  </a:lnTo>
                </a:path>
                <a:path w="36829" h="235585">
                  <a:moveTo>
                    <a:pt x="13842" y="210057"/>
                  </a:moveTo>
                  <a:lnTo>
                    <a:pt x="13715" y="210312"/>
                  </a:lnTo>
                  <a:lnTo>
                    <a:pt x="13462" y="210692"/>
                  </a:lnTo>
                  <a:lnTo>
                    <a:pt x="13334" y="211074"/>
                  </a:lnTo>
                </a:path>
                <a:path w="36829" h="235585">
                  <a:moveTo>
                    <a:pt x="23875" y="212725"/>
                  </a:moveTo>
                  <a:lnTo>
                    <a:pt x="23875" y="212343"/>
                  </a:lnTo>
                  <a:lnTo>
                    <a:pt x="23749" y="211962"/>
                  </a:lnTo>
                  <a:lnTo>
                    <a:pt x="23621" y="211581"/>
                  </a:lnTo>
                </a:path>
                <a:path w="36829" h="235585">
                  <a:moveTo>
                    <a:pt x="28193" y="220217"/>
                  </a:moveTo>
                  <a:lnTo>
                    <a:pt x="29844" y="219455"/>
                  </a:lnTo>
                  <a:lnTo>
                    <a:pt x="30861" y="217677"/>
                  </a:lnTo>
                  <a:lnTo>
                    <a:pt x="30861" y="215773"/>
                  </a:lnTo>
                </a:path>
                <a:path w="36829" h="235585">
                  <a:moveTo>
                    <a:pt x="34416" y="225043"/>
                  </a:moveTo>
                  <a:lnTo>
                    <a:pt x="34162" y="224409"/>
                  </a:lnTo>
                  <a:lnTo>
                    <a:pt x="33781" y="223774"/>
                  </a:lnTo>
                  <a:lnTo>
                    <a:pt x="33274" y="223392"/>
                  </a:lnTo>
                </a:path>
                <a:path w="36829" h="235585">
                  <a:moveTo>
                    <a:pt x="31623" y="231393"/>
                  </a:moveTo>
                  <a:lnTo>
                    <a:pt x="31623" y="231139"/>
                  </a:lnTo>
                  <a:lnTo>
                    <a:pt x="31623" y="230886"/>
                  </a:lnTo>
                  <a:lnTo>
                    <a:pt x="31623" y="230631"/>
                  </a:lnTo>
                </a:path>
                <a:path w="36829" h="235585">
                  <a:moveTo>
                    <a:pt x="24129" y="232282"/>
                  </a:moveTo>
                  <a:lnTo>
                    <a:pt x="24256" y="232663"/>
                  </a:lnTo>
                  <a:lnTo>
                    <a:pt x="24511" y="233044"/>
                  </a:lnTo>
                  <a:lnTo>
                    <a:pt x="24764" y="233299"/>
                  </a:lnTo>
                </a:path>
                <a:path w="36829" h="235585">
                  <a:moveTo>
                    <a:pt x="18414" y="231775"/>
                  </a:moveTo>
                  <a:lnTo>
                    <a:pt x="18541" y="232155"/>
                  </a:lnTo>
                  <a:lnTo>
                    <a:pt x="18668" y="232410"/>
                  </a:lnTo>
                  <a:lnTo>
                    <a:pt x="18795" y="232663"/>
                  </a:lnTo>
                </a:path>
                <a:path w="36829" h="235585">
                  <a:moveTo>
                    <a:pt x="11811" y="231521"/>
                  </a:moveTo>
                  <a:lnTo>
                    <a:pt x="12191" y="231266"/>
                  </a:lnTo>
                  <a:lnTo>
                    <a:pt x="12573" y="231012"/>
                  </a:lnTo>
                  <a:lnTo>
                    <a:pt x="12953" y="230631"/>
                  </a:lnTo>
                </a:path>
                <a:path w="36829" h="235585">
                  <a:moveTo>
                    <a:pt x="3809" y="224789"/>
                  </a:moveTo>
                  <a:lnTo>
                    <a:pt x="3809" y="225043"/>
                  </a:lnTo>
                  <a:lnTo>
                    <a:pt x="3682" y="225425"/>
                  </a:lnTo>
                  <a:lnTo>
                    <a:pt x="3682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707379" y="4290060"/>
              <a:ext cx="727075" cy="173990"/>
            </a:xfrm>
            <a:custGeom>
              <a:avLst/>
              <a:gdLst/>
              <a:ahLst/>
              <a:cxnLst/>
              <a:rect l="l" t="t" r="r" b="b"/>
              <a:pathLst>
                <a:path w="727075" h="173989">
                  <a:moveTo>
                    <a:pt x="553212" y="0"/>
                  </a:moveTo>
                  <a:lnTo>
                    <a:pt x="553212" y="173735"/>
                  </a:lnTo>
                  <a:lnTo>
                    <a:pt x="669036" y="115823"/>
                  </a:lnTo>
                  <a:lnTo>
                    <a:pt x="582168" y="115823"/>
                  </a:lnTo>
                  <a:lnTo>
                    <a:pt x="582168" y="57912"/>
                  </a:lnTo>
                  <a:lnTo>
                    <a:pt x="669036" y="57912"/>
                  </a:lnTo>
                  <a:lnTo>
                    <a:pt x="553212" y="0"/>
                  </a:lnTo>
                  <a:close/>
                </a:path>
                <a:path w="727075" h="173989">
                  <a:moveTo>
                    <a:pt x="553212" y="57912"/>
                  </a:moveTo>
                  <a:lnTo>
                    <a:pt x="0" y="57912"/>
                  </a:lnTo>
                  <a:lnTo>
                    <a:pt x="0" y="115823"/>
                  </a:lnTo>
                  <a:lnTo>
                    <a:pt x="553212" y="115823"/>
                  </a:lnTo>
                  <a:lnTo>
                    <a:pt x="553212" y="57912"/>
                  </a:lnTo>
                  <a:close/>
                </a:path>
                <a:path w="727075" h="173989">
                  <a:moveTo>
                    <a:pt x="669036" y="57912"/>
                  </a:moveTo>
                  <a:lnTo>
                    <a:pt x="582168" y="57912"/>
                  </a:lnTo>
                  <a:lnTo>
                    <a:pt x="582168" y="115823"/>
                  </a:lnTo>
                  <a:lnTo>
                    <a:pt x="669036" y="115823"/>
                  </a:lnTo>
                  <a:lnTo>
                    <a:pt x="726948" y="86867"/>
                  </a:lnTo>
                  <a:lnTo>
                    <a:pt x="669036" y="57912"/>
                  </a:lnTo>
                  <a:close/>
                </a:path>
              </a:pathLst>
            </a:custGeom>
            <a:solidFill>
              <a:srgbClr val="DBD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707379" y="3523487"/>
              <a:ext cx="0" cy="875030"/>
            </a:xfrm>
            <a:custGeom>
              <a:avLst/>
              <a:gdLst/>
              <a:ahLst/>
              <a:cxnLst/>
              <a:rect l="l" t="t" r="r" b="b"/>
              <a:pathLst>
                <a:path h="875029">
                  <a:moveTo>
                    <a:pt x="0" y="0"/>
                  </a:moveTo>
                  <a:lnTo>
                    <a:pt x="0" y="874776"/>
                  </a:lnTo>
                </a:path>
              </a:pathLst>
            </a:custGeom>
            <a:ln w="57912">
              <a:solidFill>
                <a:srgbClr val="DBDB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60136" y="3401567"/>
              <a:ext cx="99060" cy="12344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586984" y="2558795"/>
              <a:ext cx="219710" cy="205740"/>
            </a:xfrm>
            <a:custGeom>
              <a:avLst/>
              <a:gdLst/>
              <a:ahLst/>
              <a:cxnLst/>
              <a:rect l="l" t="t" r="r" b="b"/>
              <a:pathLst>
                <a:path w="219710" h="205739">
                  <a:moveTo>
                    <a:pt x="0" y="205739"/>
                  </a:moveTo>
                  <a:lnTo>
                    <a:pt x="214883" y="106679"/>
                  </a:lnTo>
                </a:path>
                <a:path w="219710" h="205739">
                  <a:moveTo>
                    <a:pt x="219455" y="106679"/>
                  </a:moveTo>
                  <a:lnTo>
                    <a:pt x="0" y="0"/>
                  </a:lnTo>
                </a:path>
              </a:pathLst>
            </a:custGeom>
            <a:ln w="57912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586984" y="2471927"/>
              <a:ext cx="836930" cy="173990"/>
            </a:xfrm>
            <a:custGeom>
              <a:avLst/>
              <a:gdLst/>
              <a:ahLst/>
              <a:cxnLst/>
              <a:rect l="l" t="t" r="r" b="b"/>
              <a:pathLst>
                <a:path w="836929" h="173989">
                  <a:moveTo>
                    <a:pt x="662939" y="0"/>
                  </a:moveTo>
                  <a:lnTo>
                    <a:pt x="662939" y="173736"/>
                  </a:lnTo>
                  <a:lnTo>
                    <a:pt x="778764" y="115824"/>
                  </a:lnTo>
                  <a:lnTo>
                    <a:pt x="691895" y="115824"/>
                  </a:lnTo>
                  <a:lnTo>
                    <a:pt x="691895" y="57912"/>
                  </a:lnTo>
                  <a:lnTo>
                    <a:pt x="778763" y="57912"/>
                  </a:lnTo>
                  <a:lnTo>
                    <a:pt x="662939" y="0"/>
                  </a:lnTo>
                  <a:close/>
                </a:path>
                <a:path w="836929" h="173989">
                  <a:moveTo>
                    <a:pt x="662939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662939" y="115824"/>
                  </a:lnTo>
                  <a:lnTo>
                    <a:pt x="662939" y="57912"/>
                  </a:lnTo>
                  <a:close/>
                </a:path>
                <a:path w="836929" h="173989">
                  <a:moveTo>
                    <a:pt x="778763" y="57912"/>
                  </a:moveTo>
                  <a:lnTo>
                    <a:pt x="691895" y="57912"/>
                  </a:lnTo>
                  <a:lnTo>
                    <a:pt x="691895" y="115824"/>
                  </a:lnTo>
                  <a:lnTo>
                    <a:pt x="778764" y="115824"/>
                  </a:lnTo>
                  <a:lnTo>
                    <a:pt x="836676" y="86868"/>
                  </a:lnTo>
                  <a:lnTo>
                    <a:pt x="778763" y="57912"/>
                  </a:lnTo>
                  <a:close/>
                </a:path>
              </a:pathLst>
            </a:custGeom>
            <a:solidFill>
              <a:srgbClr val="858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600699" y="2752343"/>
              <a:ext cx="1059180" cy="0"/>
            </a:xfrm>
            <a:custGeom>
              <a:avLst/>
              <a:gdLst/>
              <a:ahLst/>
              <a:cxnLst/>
              <a:rect l="l" t="t" r="r" b="b"/>
              <a:pathLst>
                <a:path w="1059179">
                  <a:moveTo>
                    <a:pt x="0" y="0"/>
                  </a:moveTo>
                  <a:lnTo>
                    <a:pt x="1059179" y="0"/>
                  </a:lnTo>
                </a:path>
              </a:pathLst>
            </a:custGeom>
            <a:ln w="57912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0212" y="2674492"/>
              <a:ext cx="131318" cy="157225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851652" y="2551937"/>
              <a:ext cx="36830" cy="125730"/>
            </a:xfrm>
            <a:custGeom>
              <a:avLst/>
              <a:gdLst/>
              <a:ahLst/>
              <a:cxnLst/>
              <a:rect l="l" t="t" r="r" b="b"/>
              <a:pathLst>
                <a:path w="36829" h="125730">
                  <a:moveTo>
                    <a:pt x="20066" y="124079"/>
                  </a:moveTo>
                  <a:lnTo>
                    <a:pt x="19685" y="123698"/>
                  </a:lnTo>
                  <a:lnTo>
                    <a:pt x="18923" y="123698"/>
                  </a:lnTo>
                  <a:lnTo>
                    <a:pt x="18542" y="124079"/>
                  </a:lnTo>
                  <a:lnTo>
                    <a:pt x="18542" y="124968"/>
                  </a:lnTo>
                  <a:lnTo>
                    <a:pt x="18923" y="125222"/>
                  </a:lnTo>
                  <a:lnTo>
                    <a:pt x="19685" y="125222"/>
                  </a:lnTo>
                  <a:lnTo>
                    <a:pt x="20066" y="124968"/>
                  </a:lnTo>
                  <a:lnTo>
                    <a:pt x="20066" y="124460"/>
                  </a:lnTo>
                  <a:lnTo>
                    <a:pt x="20066" y="124079"/>
                  </a:lnTo>
                  <a:close/>
                </a:path>
                <a:path w="36829" h="125730">
                  <a:moveTo>
                    <a:pt x="20447" y="92075"/>
                  </a:moveTo>
                  <a:lnTo>
                    <a:pt x="19812" y="91440"/>
                  </a:lnTo>
                  <a:lnTo>
                    <a:pt x="18034" y="91440"/>
                  </a:lnTo>
                  <a:lnTo>
                    <a:pt x="17399" y="92075"/>
                  </a:lnTo>
                  <a:lnTo>
                    <a:pt x="17399" y="93726"/>
                  </a:lnTo>
                  <a:lnTo>
                    <a:pt x="18034" y="94488"/>
                  </a:lnTo>
                  <a:lnTo>
                    <a:pt x="19812" y="94488"/>
                  </a:lnTo>
                  <a:lnTo>
                    <a:pt x="20447" y="93726"/>
                  </a:lnTo>
                  <a:lnTo>
                    <a:pt x="20447" y="92964"/>
                  </a:lnTo>
                  <a:lnTo>
                    <a:pt x="20447" y="92075"/>
                  </a:lnTo>
                  <a:close/>
                </a:path>
                <a:path w="36829" h="125730">
                  <a:moveTo>
                    <a:pt x="20828" y="58547"/>
                  </a:moveTo>
                  <a:lnTo>
                    <a:pt x="19812" y="57531"/>
                  </a:lnTo>
                  <a:lnTo>
                    <a:pt x="17272" y="57531"/>
                  </a:lnTo>
                  <a:lnTo>
                    <a:pt x="16256" y="58547"/>
                  </a:lnTo>
                  <a:lnTo>
                    <a:pt x="16256" y="61087"/>
                  </a:lnTo>
                  <a:lnTo>
                    <a:pt x="17272" y="62103"/>
                  </a:lnTo>
                  <a:lnTo>
                    <a:pt x="19812" y="62103"/>
                  </a:lnTo>
                  <a:lnTo>
                    <a:pt x="20828" y="61087"/>
                  </a:lnTo>
                  <a:lnTo>
                    <a:pt x="20828" y="59817"/>
                  </a:lnTo>
                  <a:lnTo>
                    <a:pt x="20828" y="58547"/>
                  </a:lnTo>
                  <a:close/>
                </a:path>
                <a:path w="36829" h="125730">
                  <a:moveTo>
                    <a:pt x="30835" y="26543"/>
                  </a:moveTo>
                  <a:lnTo>
                    <a:pt x="18897" y="26543"/>
                  </a:lnTo>
                  <a:lnTo>
                    <a:pt x="19558" y="27940"/>
                  </a:lnTo>
                  <a:lnTo>
                    <a:pt x="21717" y="28575"/>
                  </a:lnTo>
                  <a:lnTo>
                    <a:pt x="24003" y="27432"/>
                  </a:lnTo>
                  <a:lnTo>
                    <a:pt x="24638" y="26797"/>
                  </a:lnTo>
                  <a:lnTo>
                    <a:pt x="24866" y="26797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086" y="27178"/>
                  </a:lnTo>
                  <a:lnTo>
                    <a:pt x="30530" y="26797"/>
                  </a:lnTo>
                  <a:lnTo>
                    <a:pt x="30835" y="26543"/>
                  </a:lnTo>
                  <a:close/>
                </a:path>
                <a:path w="36829" h="125730">
                  <a:moveTo>
                    <a:pt x="36322" y="15875"/>
                  </a:moveTo>
                  <a:lnTo>
                    <a:pt x="35928" y="13081"/>
                  </a:lnTo>
                  <a:lnTo>
                    <a:pt x="35814" y="12192"/>
                  </a:lnTo>
                  <a:lnTo>
                    <a:pt x="32639" y="9525"/>
                  </a:lnTo>
                  <a:lnTo>
                    <a:pt x="31750" y="9144"/>
                  </a:lnTo>
                  <a:lnTo>
                    <a:pt x="30861" y="9017"/>
                  </a:lnTo>
                  <a:lnTo>
                    <a:pt x="30861" y="6223"/>
                  </a:lnTo>
                  <a:lnTo>
                    <a:pt x="29464" y="4826"/>
                  </a:lnTo>
                  <a:lnTo>
                    <a:pt x="28702" y="4064"/>
                  </a:lnTo>
                  <a:lnTo>
                    <a:pt x="25273" y="4064"/>
                  </a:lnTo>
                  <a:lnTo>
                    <a:pt x="24384" y="4318"/>
                  </a:lnTo>
                  <a:lnTo>
                    <a:pt x="23622" y="4826"/>
                  </a:lnTo>
                  <a:lnTo>
                    <a:pt x="23241" y="3302"/>
                  </a:lnTo>
                  <a:lnTo>
                    <a:pt x="23012" y="2413"/>
                  </a:lnTo>
                  <a:lnTo>
                    <a:pt x="22948" y="2159"/>
                  </a:lnTo>
                  <a:lnTo>
                    <a:pt x="22860" y="1778"/>
                  </a:lnTo>
                  <a:lnTo>
                    <a:pt x="19685" y="0"/>
                  </a:lnTo>
                  <a:lnTo>
                    <a:pt x="16891" y="889"/>
                  </a:lnTo>
                  <a:lnTo>
                    <a:pt x="15189" y="1397"/>
                  </a:lnTo>
                  <a:lnTo>
                    <a:pt x="15468" y="1397"/>
                  </a:lnTo>
                  <a:lnTo>
                    <a:pt x="14605" y="2159"/>
                  </a:lnTo>
                  <a:lnTo>
                    <a:pt x="13843" y="3302"/>
                  </a:lnTo>
                  <a:lnTo>
                    <a:pt x="10922" y="1397"/>
                  </a:lnTo>
                  <a:lnTo>
                    <a:pt x="7112" y="2413"/>
                  </a:lnTo>
                  <a:lnTo>
                    <a:pt x="5334" y="5588"/>
                  </a:lnTo>
                  <a:lnTo>
                    <a:pt x="3136" y="5588"/>
                  </a:lnTo>
                  <a:lnTo>
                    <a:pt x="1524" y="6858"/>
                  </a:lnTo>
                  <a:lnTo>
                    <a:pt x="1270" y="9017"/>
                  </a:lnTo>
                  <a:lnTo>
                    <a:pt x="1143" y="10033"/>
                  </a:lnTo>
                  <a:lnTo>
                    <a:pt x="1524" y="11176"/>
                  </a:lnTo>
                  <a:lnTo>
                    <a:pt x="2286" y="11938"/>
                  </a:lnTo>
                  <a:lnTo>
                    <a:pt x="508" y="13081"/>
                  </a:lnTo>
                  <a:lnTo>
                    <a:pt x="0" y="15367"/>
                  </a:lnTo>
                  <a:lnTo>
                    <a:pt x="1016" y="17145"/>
                  </a:lnTo>
                  <a:lnTo>
                    <a:pt x="1524" y="18161"/>
                  </a:lnTo>
                  <a:lnTo>
                    <a:pt x="2540" y="18935"/>
                  </a:lnTo>
                  <a:lnTo>
                    <a:pt x="3670" y="18935"/>
                  </a:lnTo>
                  <a:lnTo>
                    <a:pt x="3378" y="21463"/>
                  </a:lnTo>
                  <a:lnTo>
                    <a:pt x="3302" y="22225"/>
                  </a:lnTo>
                  <a:lnTo>
                    <a:pt x="5334" y="25146"/>
                  </a:lnTo>
                  <a:lnTo>
                    <a:pt x="8382" y="25654"/>
                  </a:lnTo>
                  <a:lnTo>
                    <a:pt x="9525" y="25781"/>
                  </a:lnTo>
                  <a:lnTo>
                    <a:pt x="10160" y="25654"/>
                  </a:lnTo>
                  <a:lnTo>
                    <a:pt x="10591" y="25654"/>
                  </a:lnTo>
                  <a:lnTo>
                    <a:pt x="11811" y="24892"/>
                  </a:lnTo>
                  <a:lnTo>
                    <a:pt x="12954" y="27178"/>
                  </a:lnTo>
                  <a:lnTo>
                    <a:pt x="15621" y="27940"/>
                  </a:lnTo>
                  <a:lnTo>
                    <a:pt x="17780" y="26797"/>
                  </a:lnTo>
                  <a:lnTo>
                    <a:pt x="18034" y="26543"/>
                  </a:lnTo>
                  <a:lnTo>
                    <a:pt x="18402" y="26289"/>
                  </a:lnTo>
                  <a:lnTo>
                    <a:pt x="18148" y="26543"/>
                  </a:lnTo>
                  <a:lnTo>
                    <a:pt x="18897" y="26543"/>
                  </a:lnTo>
                  <a:lnTo>
                    <a:pt x="18694" y="26098"/>
                  </a:lnTo>
                  <a:lnTo>
                    <a:pt x="31229" y="26035"/>
                  </a:lnTo>
                  <a:lnTo>
                    <a:pt x="31407" y="25781"/>
                  </a:lnTo>
                  <a:lnTo>
                    <a:pt x="31496" y="25654"/>
                  </a:lnTo>
                  <a:lnTo>
                    <a:pt x="31584" y="24892"/>
                  </a:lnTo>
                  <a:lnTo>
                    <a:pt x="31623" y="24638"/>
                  </a:lnTo>
                  <a:lnTo>
                    <a:pt x="33909" y="24003"/>
                  </a:lnTo>
                  <a:lnTo>
                    <a:pt x="35306" y="21463"/>
                  </a:lnTo>
                  <a:lnTo>
                    <a:pt x="34671" y="18935"/>
                  </a:lnTo>
                  <a:lnTo>
                    <a:pt x="34544" y="18542"/>
                  </a:lnTo>
                  <a:lnTo>
                    <a:pt x="36322" y="15875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5851652" y="2551937"/>
              <a:ext cx="36830" cy="125730"/>
            </a:xfrm>
            <a:custGeom>
              <a:avLst/>
              <a:gdLst/>
              <a:ahLst/>
              <a:cxnLst/>
              <a:rect l="l" t="t" r="r" b="b"/>
              <a:pathLst>
                <a:path w="36829" h="125730">
                  <a:moveTo>
                    <a:pt x="3683" y="19050"/>
                  </a:moveTo>
                  <a:lnTo>
                    <a:pt x="3301" y="22225"/>
                  </a:lnTo>
                  <a:lnTo>
                    <a:pt x="5334" y="25146"/>
                  </a:lnTo>
                  <a:lnTo>
                    <a:pt x="8382" y="25653"/>
                  </a:lnTo>
                  <a:lnTo>
                    <a:pt x="9525" y="25781"/>
                  </a:lnTo>
                  <a:lnTo>
                    <a:pt x="10795" y="25526"/>
                  </a:lnTo>
                  <a:lnTo>
                    <a:pt x="11811" y="24891"/>
                  </a:lnTo>
                  <a:lnTo>
                    <a:pt x="12953" y="27177"/>
                  </a:lnTo>
                  <a:lnTo>
                    <a:pt x="15621" y="27939"/>
                  </a:lnTo>
                  <a:lnTo>
                    <a:pt x="17780" y="26797"/>
                  </a:lnTo>
                  <a:lnTo>
                    <a:pt x="18034" y="26542"/>
                  </a:lnTo>
                  <a:lnTo>
                    <a:pt x="18414" y="26288"/>
                  </a:lnTo>
                  <a:lnTo>
                    <a:pt x="18669" y="26035"/>
                  </a:lnTo>
                  <a:lnTo>
                    <a:pt x="19558" y="27939"/>
                  </a:lnTo>
                  <a:lnTo>
                    <a:pt x="21717" y="28575"/>
                  </a:lnTo>
                  <a:lnTo>
                    <a:pt x="23495" y="27686"/>
                  </a:lnTo>
                  <a:lnTo>
                    <a:pt x="24002" y="27432"/>
                  </a:lnTo>
                  <a:lnTo>
                    <a:pt x="24384" y="27050"/>
                  </a:lnTo>
                  <a:lnTo>
                    <a:pt x="24764" y="26670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225" y="27050"/>
                  </a:lnTo>
                  <a:lnTo>
                    <a:pt x="30987" y="26415"/>
                  </a:lnTo>
                  <a:lnTo>
                    <a:pt x="31496" y="25653"/>
                  </a:lnTo>
                  <a:lnTo>
                    <a:pt x="31623" y="24637"/>
                  </a:lnTo>
                  <a:lnTo>
                    <a:pt x="33909" y="24002"/>
                  </a:lnTo>
                  <a:lnTo>
                    <a:pt x="35306" y="21462"/>
                  </a:lnTo>
                  <a:lnTo>
                    <a:pt x="34671" y="18923"/>
                  </a:lnTo>
                  <a:lnTo>
                    <a:pt x="34544" y="18541"/>
                  </a:lnTo>
                  <a:lnTo>
                    <a:pt x="36322" y="15875"/>
                  </a:lnTo>
                  <a:lnTo>
                    <a:pt x="35813" y="12191"/>
                  </a:lnTo>
                  <a:lnTo>
                    <a:pt x="33400" y="10160"/>
                  </a:lnTo>
                  <a:lnTo>
                    <a:pt x="32638" y="9525"/>
                  </a:lnTo>
                  <a:lnTo>
                    <a:pt x="31750" y="9144"/>
                  </a:lnTo>
                  <a:lnTo>
                    <a:pt x="30861" y="9016"/>
                  </a:lnTo>
                  <a:lnTo>
                    <a:pt x="30861" y="6223"/>
                  </a:lnTo>
                  <a:lnTo>
                    <a:pt x="28701" y="4063"/>
                  </a:lnTo>
                  <a:lnTo>
                    <a:pt x="26162" y="4063"/>
                  </a:lnTo>
                  <a:lnTo>
                    <a:pt x="25273" y="4063"/>
                  </a:lnTo>
                  <a:lnTo>
                    <a:pt x="24384" y="4317"/>
                  </a:lnTo>
                  <a:lnTo>
                    <a:pt x="23622" y="4825"/>
                  </a:lnTo>
                  <a:lnTo>
                    <a:pt x="22860" y="1777"/>
                  </a:lnTo>
                  <a:lnTo>
                    <a:pt x="19685" y="0"/>
                  </a:lnTo>
                  <a:lnTo>
                    <a:pt x="16890" y="888"/>
                  </a:lnTo>
                  <a:lnTo>
                    <a:pt x="15621" y="1270"/>
                  </a:lnTo>
                  <a:lnTo>
                    <a:pt x="14605" y="2159"/>
                  </a:lnTo>
                  <a:lnTo>
                    <a:pt x="13843" y="3301"/>
                  </a:lnTo>
                  <a:lnTo>
                    <a:pt x="10922" y="1397"/>
                  </a:lnTo>
                  <a:lnTo>
                    <a:pt x="7112" y="2412"/>
                  </a:lnTo>
                  <a:lnTo>
                    <a:pt x="5334" y="5587"/>
                  </a:lnTo>
                  <a:lnTo>
                    <a:pt x="3301" y="5461"/>
                  </a:lnTo>
                  <a:lnTo>
                    <a:pt x="1524" y="6858"/>
                  </a:lnTo>
                  <a:lnTo>
                    <a:pt x="1270" y="9016"/>
                  </a:lnTo>
                  <a:lnTo>
                    <a:pt x="1143" y="10033"/>
                  </a:lnTo>
                  <a:lnTo>
                    <a:pt x="1524" y="11175"/>
                  </a:lnTo>
                  <a:lnTo>
                    <a:pt x="2286" y="11937"/>
                  </a:lnTo>
                  <a:lnTo>
                    <a:pt x="508" y="13081"/>
                  </a:lnTo>
                  <a:lnTo>
                    <a:pt x="0" y="15366"/>
                  </a:lnTo>
                  <a:lnTo>
                    <a:pt x="1015" y="17145"/>
                  </a:lnTo>
                  <a:lnTo>
                    <a:pt x="1524" y="18161"/>
                  </a:lnTo>
                  <a:lnTo>
                    <a:pt x="2539" y="18923"/>
                  </a:lnTo>
                  <a:lnTo>
                    <a:pt x="3683" y="18923"/>
                  </a:lnTo>
                  <a:close/>
                </a:path>
                <a:path w="36829" h="125730">
                  <a:moveTo>
                    <a:pt x="20065" y="124460"/>
                  </a:moveTo>
                  <a:lnTo>
                    <a:pt x="20065" y="124078"/>
                  </a:lnTo>
                  <a:lnTo>
                    <a:pt x="19685" y="123698"/>
                  </a:lnTo>
                  <a:lnTo>
                    <a:pt x="19303" y="123698"/>
                  </a:lnTo>
                  <a:lnTo>
                    <a:pt x="18923" y="123698"/>
                  </a:lnTo>
                  <a:lnTo>
                    <a:pt x="18542" y="124078"/>
                  </a:lnTo>
                  <a:lnTo>
                    <a:pt x="18542" y="124460"/>
                  </a:lnTo>
                  <a:lnTo>
                    <a:pt x="18542" y="124967"/>
                  </a:lnTo>
                  <a:lnTo>
                    <a:pt x="18923" y="125222"/>
                  </a:lnTo>
                  <a:lnTo>
                    <a:pt x="19303" y="125222"/>
                  </a:lnTo>
                  <a:lnTo>
                    <a:pt x="19685" y="125222"/>
                  </a:lnTo>
                  <a:lnTo>
                    <a:pt x="20065" y="124967"/>
                  </a:lnTo>
                  <a:lnTo>
                    <a:pt x="20065" y="124460"/>
                  </a:lnTo>
                  <a:close/>
                </a:path>
                <a:path w="36829" h="125730">
                  <a:moveTo>
                    <a:pt x="20447" y="92963"/>
                  </a:moveTo>
                  <a:lnTo>
                    <a:pt x="20447" y="92075"/>
                  </a:lnTo>
                  <a:lnTo>
                    <a:pt x="19812" y="91439"/>
                  </a:lnTo>
                  <a:lnTo>
                    <a:pt x="18923" y="91439"/>
                  </a:lnTo>
                  <a:lnTo>
                    <a:pt x="18034" y="91439"/>
                  </a:lnTo>
                  <a:lnTo>
                    <a:pt x="17399" y="92075"/>
                  </a:lnTo>
                  <a:lnTo>
                    <a:pt x="17399" y="92963"/>
                  </a:lnTo>
                  <a:lnTo>
                    <a:pt x="17399" y="93725"/>
                  </a:lnTo>
                  <a:lnTo>
                    <a:pt x="18034" y="94487"/>
                  </a:lnTo>
                  <a:lnTo>
                    <a:pt x="18923" y="94487"/>
                  </a:lnTo>
                  <a:lnTo>
                    <a:pt x="19812" y="94487"/>
                  </a:lnTo>
                  <a:lnTo>
                    <a:pt x="20447" y="93725"/>
                  </a:lnTo>
                  <a:lnTo>
                    <a:pt x="20447" y="92963"/>
                  </a:lnTo>
                  <a:close/>
                </a:path>
                <a:path w="36829" h="125730">
                  <a:moveTo>
                    <a:pt x="20827" y="59816"/>
                  </a:moveTo>
                  <a:lnTo>
                    <a:pt x="20827" y="58547"/>
                  </a:lnTo>
                  <a:lnTo>
                    <a:pt x="19812" y="57531"/>
                  </a:lnTo>
                  <a:lnTo>
                    <a:pt x="18542" y="57531"/>
                  </a:lnTo>
                  <a:lnTo>
                    <a:pt x="17272" y="57531"/>
                  </a:lnTo>
                  <a:lnTo>
                    <a:pt x="16256" y="58547"/>
                  </a:lnTo>
                  <a:lnTo>
                    <a:pt x="16256" y="59816"/>
                  </a:lnTo>
                  <a:lnTo>
                    <a:pt x="16256" y="61087"/>
                  </a:lnTo>
                  <a:lnTo>
                    <a:pt x="17272" y="62102"/>
                  </a:lnTo>
                  <a:lnTo>
                    <a:pt x="18542" y="62102"/>
                  </a:lnTo>
                  <a:lnTo>
                    <a:pt x="19812" y="62102"/>
                  </a:lnTo>
                  <a:lnTo>
                    <a:pt x="20827" y="61087"/>
                  </a:lnTo>
                  <a:lnTo>
                    <a:pt x="20827" y="59816"/>
                  </a:lnTo>
                  <a:close/>
                </a:path>
                <a:path w="36829" h="125730">
                  <a:moveTo>
                    <a:pt x="4318" y="11557"/>
                  </a:moveTo>
                  <a:lnTo>
                    <a:pt x="3556" y="11557"/>
                  </a:lnTo>
                  <a:lnTo>
                    <a:pt x="2921" y="11684"/>
                  </a:lnTo>
                  <a:lnTo>
                    <a:pt x="2286" y="12064"/>
                  </a:lnTo>
                </a:path>
                <a:path w="36829" h="125730">
                  <a:moveTo>
                    <a:pt x="6096" y="6096"/>
                  </a:moveTo>
                  <a:lnTo>
                    <a:pt x="5842" y="5969"/>
                  </a:lnTo>
                  <a:lnTo>
                    <a:pt x="5587" y="5841"/>
                  </a:lnTo>
                  <a:lnTo>
                    <a:pt x="5207" y="5841"/>
                  </a:lnTo>
                </a:path>
                <a:path w="36829" h="125730">
                  <a:moveTo>
                    <a:pt x="13843" y="3428"/>
                  </a:moveTo>
                  <a:lnTo>
                    <a:pt x="13715" y="3683"/>
                  </a:lnTo>
                  <a:lnTo>
                    <a:pt x="13462" y="4063"/>
                  </a:lnTo>
                  <a:lnTo>
                    <a:pt x="13335" y="4445"/>
                  </a:lnTo>
                </a:path>
                <a:path w="36829" h="125730">
                  <a:moveTo>
                    <a:pt x="23875" y="6096"/>
                  </a:moveTo>
                  <a:lnTo>
                    <a:pt x="23875" y="5714"/>
                  </a:lnTo>
                  <a:lnTo>
                    <a:pt x="23749" y="5334"/>
                  </a:lnTo>
                  <a:lnTo>
                    <a:pt x="23622" y="4952"/>
                  </a:lnTo>
                </a:path>
                <a:path w="36829" h="125730">
                  <a:moveTo>
                    <a:pt x="28194" y="13588"/>
                  </a:moveTo>
                  <a:lnTo>
                    <a:pt x="29845" y="12826"/>
                  </a:lnTo>
                  <a:lnTo>
                    <a:pt x="30861" y="11049"/>
                  </a:lnTo>
                  <a:lnTo>
                    <a:pt x="30861" y="9144"/>
                  </a:lnTo>
                </a:path>
                <a:path w="36829" h="125730">
                  <a:moveTo>
                    <a:pt x="34417" y="18414"/>
                  </a:moveTo>
                  <a:lnTo>
                    <a:pt x="34162" y="17779"/>
                  </a:lnTo>
                  <a:lnTo>
                    <a:pt x="33782" y="17145"/>
                  </a:lnTo>
                  <a:lnTo>
                    <a:pt x="33274" y="16763"/>
                  </a:lnTo>
                </a:path>
                <a:path w="36829" h="125730">
                  <a:moveTo>
                    <a:pt x="31623" y="24764"/>
                  </a:moveTo>
                  <a:lnTo>
                    <a:pt x="31623" y="24511"/>
                  </a:lnTo>
                  <a:lnTo>
                    <a:pt x="31623" y="24257"/>
                  </a:lnTo>
                  <a:lnTo>
                    <a:pt x="31623" y="24002"/>
                  </a:lnTo>
                </a:path>
                <a:path w="36829" h="125730">
                  <a:moveTo>
                    <a:pt x="24130" y="25653"/>
                  </a:moveTo>
                  <a:lnTo>
                    <a:pt x="24257" y="26035"/>
                  </a:lnTo>
                  <a:lnTo>
                    <a:pt x="24511" y="26415"/>
                  </a:lnTo>
                  <a:lnTo>
                    <a:pt x="24764" y="26670"/>
                  </a:lnTo>
                </a:path>
                <a:path w="36829" h="125730">
                  <a:moveTo>
                    <a:pt x="18414" y="25146"/>
                  </a:moveTo>
                  <a:lnTo>
                    <a:pt x="18542" y="25526"/>
                  </a:lnTo>
                  <a:lnTo>
                    <a:pt x="18669" y="25781"/>
                  </a:lnTo>
                  <a:lnTo>
                    <a:pt x="18796" y="26035"/>
                  </a:lnTo>
                </a:path>
                <a:path w="36829" h="125730">
                  <a:moveTo>
                    <a:pt x="11811" y="24891"/>
                  </a:moveTo>
                  <a:lnTo>
                    <a:pt x="12192" y="24637"/>
                  </a:lnTo>
                  <a:lnTo>
                    <a:pt x="12573" y="24384"/>
                  </a:lnTo>
                  <a:lnTo>
                    <a:pt x="12953" y="24002"/>
                  </a:lnTo>
                </a:path>
                <a:path w="36829" h="125730">
                  <a:moveTo>
                    <a:pt x="3810" y="18161"/>
                  </a:moveTo>
                  <a:lnTo>
                    <a:pt x="3810" y="18414"/>
                  </a:lnTo>
                  <a:lnTo>
                    <a:pt x="3683" y="18796"/>
                  </a:lnTo>
                  <a:lnTo>
                    <a:pt x="3683" y="19050"/>
                  </a:lnTo>
                </a:path>
              </a:pathLst>
            </a:custGeom>
            <a:ln w="317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5772404" y="2756026"/>
              <a:ext cx="34925" cy="110489"/>
            </a:xfrm>
            <a:custGeom>
              <a:avLst/>
              <a:gdLst/>
              <a:ahLst/>
              <a:cxnLst/>
              <a:rect l="l" t="t" r="r" b="b"/>
              <a:pathLst>
                <a:path w="34925" h="110489">
                  <a:moveTo>
                    <a:pt x="4953" y="108839"/>
                  </a:moveTo>
                  <a:lnTo>
                    <a:pt x="4572" y="108458"/>
                  </a:lnTo>
                  <a:lnTo>
                    <a:pt x="3683" y="108458"/>
                  </a:lnTo>
                  <a:lnTo>
                    <a:pt x="3302" y="108839"/>
                  </a:lnTo>
                  <a:lnTo>
                    <a:pt x="3302" y="109728"/>
                  </a:lnTo>
                  <a:lnTo>
                    <a:pt x="3683" y="110109"/>
                  </a:lnTo>
                  <a:lnTo>
                    <a:pt x="4572" y="110109"/>
                  </a:lnTo>
                  <a:lnTo>
                    <a:pt x="4953" y="109728"/>
                  </a:lnTo>
                  <a:lnTo>
                    <a:pt x="4953" y="109347"/>
                  </a:lnTo>
                  <a:lnTo>
                    <a:pt x="4953" y="108839"/>
                  </a:lnTo>
                  <a:close/>
                </a:path>
                <a:path w="34925" h="110489">
                  <a:moveTo>
                    <a:pt x="9398" y="82423"/>
                  </a:moveTo>
                  <a:lnTo>
                    <a:pt x="8636" y="81661"/>
                  </a:lnTo>
                  <a:lnTo>
                    <a:pt x="6858" y="81661"/>
                  </a:lnTo>
                  <a:lnTo>
                    <a:pt x="6096" y="82423"/>
                  </a:lnTo>
                  <a:lnTo>
                    <a:pt x="6096" y="84201"/>
                  </a:lnTo>
                  <a:lnTo>
                    <a:pt x="6858" y="84963"/>
                  </a:lnTo>
                  <a:lnTo>
                    <a:pt x="8636" y="84963"/>
                  </a:lnTo>
                  <a:lnTo>
                    <a:pt x="9398" y="84201"/>
                  </a:lnTo>
                  <a:lnTo>
                    <a:pt x="9398" y="83312"/>
                  </a:lnTo>
                  <a:lnTo>
                    <a:pt x="9398" y="82423"/>
                  </a:lnTo>
                  <a:close/>
                </a:path>
                <a:path w="34925" h="110489">
                  <a:moveTo>
                    <a:pt x="13970" y="54356"/>
                  </a:moveTo>
                  <a:lnTo>
                    <a:pt x="12954" y="53340"/>
                  </a:lnTo>
                  <a:lnTo>
                    <a:pt x="10287" y="53340"/>
                  </a:lnTo>
                  <a:lnTo>
                    <a:pt x="9144" y="54356"/>
                  </a:lnTo>
                  <a:lnTo>
                    <a:pt x="9144" y="57023"/>
                  </a:lnTo>
                  <a:lnTo>
                    <a:pt x="10287" y="58166"/>
                  </a:lnTo>
                  <a:lnTo>
                    <a:pt x="12954" y="58166"/>
                  </a:lnTo>
                  <a:lnTo>
                    <a:pt x="13970" y="57023"/>
                  </a:lnTo>
                  <a:lnTo>
                    <a:pt x="13970" y="55753"/>
                  </a:lnTo>
                  <a:lnTo>
                    <a:pt x="13970" y="54356"/>
                  </a:lnTo>
                  <a:close/>
                </a:path>
                <a:path w="34925" h="110489">
                  <a:moveTo>
                    <a:pt x="28067" y="29591"/>
                  </a:moveTo>
                  <a:lnTo>
                    <a:pt x="24638" y="29591"/>
                  </a:lnTo>
                  <a:lnTo>
                    <a:pt x="25196" y="30353"/>
                  </a:lnTo>
                  <a:lnTo>
                    <a:pt x="27305" y="30353"/>
                  </a:lnTo>
                  <a:lnTo>
                    <a:pt x="28067" y="29591"/>
                  </a:lnTo>
                  <a:close/>
                </a:path>
                <a:path w="34925" h="110489">
                  <a:moveTo>
                    <a:pt x="34671" y="16764"/>
                  </a:moveTo>
                  <a:lnTo>
                    <a:pt x="34378" y="13843"/>
                  </a:lnTo>
                  <a:lnTo>
                    <a:pt x="34290" y="12954"/>
                  </a:lnTo>
                  <a:lnTo>
                    <a:pt x="32004" y="10795"/>
                  </a:lnTo>
                  <a:lnTo>
                    <a:pt x="31242" y="10160"/>
                  </a:lnTo>
                  <a:lnTo>
                    <a:pt x="30480" y="9779"/>
                  </a:lnTo>
                  <a:lnTo>
                    <a:pt x="29591" y="9779"/>
                  </a:lnTo>
                  <a:lnTo>
                    <a:pt x="29489" y="7366"/>
                  </a:lnTo>
                  <a:lnTo>
                    <a:pt x="29464" y="6731"/>
                  </a:lnTo>
                  <a:lnTo>
                    <a:pt x="28168" y="5207"/>
                  </a:lnTo>
                  <a:lnTo>
                    <a:pt x="27432" y="4318"/>
                  </a:lnTo>
                  <a:lnTo>
                    <a:pt x="24130" y="4318"/>
                  </a:lnTo>
                  <a:lnTo>
                    <a:pt x="23368" y="4699"/>
                  </a:lnTo>
                  <a:lnTo>
                    <a:pt x="22733" y="5207"/>
                  </a:lnTo>
                  <a:lnTo>
                    <a:pt x="22288" y="3556"/>
                  </a:lnTo>
                  <a:lnTo>
                    <a:pt x="22009" y="2540"/>
                  </a:lnTo>
                  <a:lnTo>
                    <a:pt x="21945" y="2286"/>
                  </a:lnTo>
                  <a:lnTo>
                    <a:pt x="21844" y="1905"/>
                  </a:lnTo>
                  <a:lnTo>
                    <a:pt x="18923" y="0"/>
                  </a:lnTo>
                  <a:lnTo>
                    <a:pt x="16129" y="1016"/>
                  </a:lnTo>
                  <a:lnTo>
                    <a:pt x="14986" y="1524"/>
                  </a:lnTo>
                  <a:lnTo>
                    <a:pt x="13970" y="2286"/>
                  </a:lnTo>
                  <a:lnTo>
                    <a:pt x="13335" y="3556"/>
                  </a:lnTo>
                  <a:lnTo>
                    <a:pt x="10414" y="1524"/>
                  </a:lnTo>
                  <a:lnTo>
                    <a:pt x="6731" y="2540"/>
                  </a:lnTo>
                  <a:lnTo>
                    <a:pt x="5080" y="5969"/>
                  </a:lnTo>
                  <a:lnTo>
                    <a:pt x="3035" y="5969"/>
                  </a:lnTo>
                  <a:lnTo>
                    <a:pt x="1524" y="7366"/>
                  </a:lnTo>
                  <a:lnTo>
                    <a:pt x="1231" y="9779"/>
                  </a:lnTo>
                  <a:lnTo>
                    <a:pt x="1181" y="10795"/>
                  </a:lnTo>
                  <a:lnTo>
                    <a:pt x="1524" y="11811"/>
                  </a:lnTo>
                  <a:lnTo>
                    <a:pt x="2159" y="12700"/>
                  </a:lnTo>
                  <a:lnTo>
                    <a:pt x="508" y="13843"/>
                  </a:lnTo>
                  <a:lnTo>
                    <a:pt x="0" y="16256"/>
                  </a:lnTo>
                  <a:lnTo>
                    <a:pt x="889" y="18161"/>
                  </a:lnTo>
                  <a:lnTo>
                    <a:pt x="1524" y="19304"/>
                  </a:lnTo>
                  <a:lnTo>
                    <a:pt x="2590" y="20066"/>
                  </a:lnTo>
                  <a:lnTo>
                    <a:pt x="3556" y="20066"/>
                  </a:lnTo>
                  <a:lnTo>
                    <a:pt x="3556" y="20193"/>
                  </a:lnTo>
                  <a:lnTo>
                    <a:pt x="3263" y="22733"/>
                  </a:lnTo>
                  <a:lnTo>
                    <a:pt x="3175" y="23622"/>
                  </a:lnTo>
                  <a:lnTo>
                    <a:pt x="5207" y="26670"/>
                  </a:lnTo>
                  <a:lnTo>
                    <a:pt x="8001" y="27178"/>
                  </a:lnTo>
                  <a:lnTo>
                    <a:pt x="9144" y="27305"/>
                  </a:lnTo>
                  <a:lnTo>
                    <a:pt x="9779" y="27178"/>
                  </a:lnTo>
                  <a:lnTo>
                    <a:pt x="10210" y="27178"/>
                  </a:lnTo>
                  <a:lnTo>
                    <a:pt x="11430" y="26416"/>
                  </a:lnTo>
                  <a:lnTo>
                    <a:pt x="12446" y="28702"/>
                  </a:lnTo>
                  <a:lnTo>
                    <a:pt x="14986" y="29591"/>
                  </a:lnTo>
                  <a:lnTo>
                    <a:pt x="17018" y="28321"/>
                  </a:lnTo>
                  <a:lnTo>
                    <a:pt x="17907" y="27559"/>
                  </a:lnTo>
                  <a:lnTo>
                    <a:pt x="18846" y="29591"/>
                  </a:lnTo>
                  <a:lnTo>
                    <a:pt x="19075" y="29591"/>
                  </a:lnTo>
                  <a:lnTo>
                    <a:pt x="20828" y="30353"/>
                  </a:lnTo>
                  <a:lnTo>
                    <a:pt x="22059" y="29591"/>
                  </a:lnTo>
                  <a:lnTo>
                    <a:pt x="24638" y="29591"/>
                  </a:lnTo>
                  <a:lnTo>
                    <a:pt x="24269" y="29083"/>
                  </a:lnTo>
                  <a:lnTo>
                    <a:pt x="22987" y="29083"/>
                  </a:lnTo>
                  <a:lnTo>
                    <a:pt x="23368" y="28702"/>
                  </a:lnTo>
                  <a:lnTo>
                    <a:pt x="23558" y="28321"/>
                  </a:lnTo>
                  <a:lnTo>
                    <a:pt x="23710" y="28321"/>
                  </a:lnTo>
                  <a:lnTo>
                    <a:pt x="24269" y="29083"/>
                  </a:lnTo>
                  <a:lnTo>
                    <a:pt x="28575" y="29083"/>
                  </a:lnTo>
                  <a:lnTo>
                    <a:pt x="29337" y="28321"/>
                  </a:lnTo>
                  <a:lnTo>
                    <a:pt x="29870" y="27559"/>
                  </a:lnTo>
                  <a:lnTo>
                    <a:pt x="30022" y="27305"/>
                  </a:lnTo>
                  <a:lnTo>
                    <a:pt x="30099" y="27178"/>
                  </a:lnTo>
                  <a:lnTo>
                    <a:pt x="30187" y="26416"/>
                  </a:lnTo>
                  <a:lnTo>
                    <a:pt x="30226" y="26162"/>
                  </a:lnTo>
                  <a:lnTo>
                    <a:pt x="32512" y="25400"/>
                  </a:lnTo>
                  <a:lnTo>
                    <a:pt x="33782" y="22733"/>
                  </a:lnTo>
                  <a:lnTo>
                    <a:pt x="33172" y="20193"/>
                  </a:lnTo>
                  <a:lnTo>
                    <a:pt x="33096" y="19304"/>
                  </a:lnTo>
                  <a:lnTo>
                    <a:pt x="34671" y="16764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72404" y="2756026"/>
              <a:ext cx="34925" cy="110489"/>
            </a:xfrm>
            <a:custGeom>
              <a:avLst/>
              <a:gdLst/>
              <a:ahLst/>
              <a:cxnLst/>
              <a:rect l="l" t="t" r="r" b="b"/>
              <a:pathLst>
                <a:path w="34925" h="110489">
                  <a:moveTo>
                    <a:pt x="3556" y="20193"/>
                  </a:moveTo>
                  <a:lnTo>
                    <a:pt x="3175" y="23622"/>
                  </a:lnTo>
                  <a:lnTo>
                    <a:pt x="5207" y="26670"/>
                  </a:lnTo>
                  <a:lnTo>
                    <a:pt x="8000" y="27177"/>
                  </a:lnTo>
                  <a:lnTo>
                    <a:pt x="9144" y="27305"/>
                  </a:lnTo>
                  <a:lnTo>
                    <a:pt x="10413" y="27050"/>
                  </a:lnTo>
                  <a:lnTo>
                    <a:pt x="11430" y="26415"/>
                  </a:lnTo>
                  <a:lnTo>
                    <a:pt x="12446" y="28701"/>
                  </a:lnTo>
                  <a:lnTo>
                    <a:pt x="14986" y="29590"/>
                  </a:lnTo>
                  <a:lnTo>
                    <a:pt x="17018" y="28321"/>
                  </a:lnTo>
                  <a:lnTo>
                    <a:pt x="17272" y="28194"/>
                  </a:lnTo>
                  <a:lnTo>
                    <a:pt x="17653" y="27812"/>
                  </a:lnTo>
                  <a:lnTo>
                    <a:pt x="17907" y="27559"/>
                  </a:lnTo>
                  <a:lnTo>
                    <a:pt x="18796" y="29463"/>
                  </a:lnTo>
                  <a:lnTo>
                    <a:pt x="20828" y="30352"/>
                  </a:lnTo>
                  <a:lnTo>
                    <a:pt x="22479" y="29337"/>
                  </a:lnTo>
                  <a:lnTo>
                    <a:pt x="22987" y="29083"/>
                  </a:lnTo>
                  <a:lnTo>
                    <a:pt x="23368" y="28701"/>
                  </a:lnTo>
                  <a:lnTo>
                    <a:pt x="23622" y="28194"/>
                  </a:lnTo>
                  <a:lnTo>
                    <a:pt x="25019" y="30099"/>
                  </a:lnTo>
                  <a:lnTo>
                    <a:pt x="27432" y="30225"/>
                  </a:lnTo>
                  <a:lnTo>
                    <a:pt x="28956" y="28701"/>
                  </a:lnTo>
                  <a:lnTo>
                    <a:pt x="29591" y="28067"/>
                  </a:lnTo>
                  <a:lnTo>
                    <a:pt x="30099" y="27177"/>
                  </a:lnTo>
                  <a:lnTo>
                    <a:pt x="30225" y="26162"/>
                  </a:lnTo>
                  <a:lnTo>
                    <a:pt x="32512" y="25400"/>
                  </a:lnTo>
                  <a:lnTo>
                    <a:pt x="33782" y="22733"/>
                  </a:lnTo>
                  <a:lnTo>
                    <a:pt x="33147" y="20065"/>
                  </a:lnTo>
                  <a:lnTo>
                    <a:pt x="33020" y="19685"/>
                  </a:lnTo>
                  <a:lnTo>
                    <a:pt x="33020" y="19431"/>
                  </a:lnTo>
                  <a:lnTo>
                    <a:pt x="34671" y="16763"/>
                  </a:lnTo>
                  <a:lnTo>
                    <a:pt x="34290" y="12953"/>
                  </a:lnTo>
                  <a:lnTo>
                    <a:pt x="32004" y="10795"/>
                  </a:lnTo>
                  <a:lnTo>
                    <a:pt x="31242" y="10160"/>
                  </a:lnTo>
                  <a:lnTo>
                    <a:pt x="30480" y="9778"/>
                  </a:lnTo>
                  <a:lnTo>
                    <a:pt x="29591" y="9651"/>
                  </a:lnTo>
                  <a:lnTo>
                    <a:pt x="29463" y="6731"/>
                  </a:lnTo>
                  <a:lnTo>
                    <a:pt x="27432" y="4318"/>
                  </a:lnTo>
                  <a:lnTo>
                    <a:pt x="25019" y="4318"/>
                  </a:lnTo>
                  <a:lnTo>
                    <a:pt x="24130" y="4318"/>
                  </a:lnTo>
                  <a:lnTo>
                    <a:pt x="23368" y="4699"/>
                  </a:lnTo>
                  <a:lnTo>
                    <a:pt x="22733" y="5207"/>
                  </a:lnTo>
                  <a:lnTo>
                    <a:pt x="21844" y="1905"/>
                  </a:lnTo>
                  <a:lnTo>
                    <a:pt x="18923" y="0"/>
                  </a:lnTo>
                  <a:lnTo>
                    <a:pt x="16129" y="1015"/>
                  </a:lnTo>
                  <a:lnTo>
                    <a:pt x="14986" y="1524"/>
                  </a:lnTo>
                  <a:lnTo>
                    <a:pt x="13970" y="2286"/>
                  </a:lnTo>
                  <a:lnTo>
                    <a:pt x="13335" y="3556"/>
                  </a:lnTo>
                  <a:lnTo>
                    <a:pt x="10413" y="1524"/>
                  </a:lnTo>
                  <a:lnTo>
                    <a:pt x="6731" y="2539"/>
                  </a:lnTo>
                  <a:lnTo>
                    <a:pt x="5080" y="5969"/>
                  </a:lnTo>
                  <a:lnTo>
                    <a:pt x="3175" y="5842"/>
                  </a:lnTo>
                  <a:lnTo>
                    <a:pt x="1524" y="7365"/>
                  </a:lnTo>
                  <a:lnTo>
                    <a:pt x="1270" y="9525"/>
                  </a:lnTo>
                  <a:lnTo>
                    <a:pt x="1143" y="10668"/>
                  </a:lnTo>
                  <a:lnTo>
                    <a:pt x="1524" y="11811"/>
                  </a:lnTo>
                  <a:lnTo>
                    <a:pt x="2159" y="12700"/>
                  </a:lnTo>
                  <a:lnTo>
                    <a:pt x="508" y="13843"/>
                  </a:lnTo>
                  <a:lnTo>
                    <a:pt x="3556" y="20065"/>
                  </a:lnTo>
                  <a:lnTo>
                    <a:pt x="3556" y="20193"/>
                  </a:lnTo>
                  <a:close/>
                </a:path>
                <a:path w="34925" h="110489">
                  <a:moveTo>
                    <a:pt x="4953" y="109347"/>
                  </a:moveTo>
                  <a:lnTo>
                    <a:pt x="4953" y="108838"/>
                  </a:lnTo>
                  <a:lnTo>
                    <a:pt x="4572" y="108458"/>
                  </a:lnTo>
                  <a:lnTo>
                    <a:pt x="4063" y="108458"/>
                  </a:lnTo>
                  <a:lnTo>
                    <a:pt x="3683" y="108458"/>
                  </a:lnTo>
                  <a:lnTo>
                    <a:pt x="3301" y="108838"/>
                  </a:lnTo>
                  <a:lnTo>
                    <a:pt x="3301" y="109347"/>
                  </a:lnTo>
                  <a:lnTo>
                    <a:pt x="3301" y="109727"/>
                  </a:lnTo>
                  <a:lnTo>
                    <a:pt x="3683" y="110109"/>
                  </a:lnTo>
                  <a:lnTo>
                    <a:pt x="4063" y="110109"/>
                  </a:lnTo>
                  <a:lnTo>
                    <a:pt x="4572" y="110109"/>
                  </a:lnTo>
                  <a:lnTo>
                    <a:pt x="4953" y="109727"/>
                  </a:lnTo>
                  <a:lnTo>
                    <a:pt x="4953" y="109347"/>
                  </a:lnTo>
                  <a:close/>
                </a:path>
                <a:path w="34925" h="110489">
                  <a:moveTo>
                    <a:pt x="9398" y="83312"/>
                  </a:moveTo>
                  <a:lnTo>
                    <a:pt x="9398" y="82423"/>
                  </a:lnTo>
                  <a:lnTo>
                    <a:pt x="8636" y="81661"/>
                  </a:lnTo>
                  <a:lnTo>
                    <a:pt x="7747" y="81661"/>
                  </a:lnTo>
                  <a:lnTo>
                    <a:pt x="6858" y="81661"/>
                  </a:lnTo>
                  <a:lnTo>
                    <a:pt x="6096" y="82423"/>
                  </a:lnTo>
                  <a:lnTo>
                    <a:pt x="6096" y="83312"/>
                  </a:lnTo>
                  <a:lnTo>
                    <a:pt x="6096" y="84200"/>
                  </a:lnTo>
                  <a:lnTo>
                    <a:pt x="6858" y="84962"/>
                  </a:lnTo>
                  <a:lnTo>
                    <a:pt x="7747" y="84962"/>
                  </a:lnTo>
                  <a:lnTo>
                    <a:pt x="8636" y="84962"/>
                  </a:lnTo>
                  <a:lnTo>
                    <a:pt x="9398" y="84200"/>
                  </a:lnTo>
                  <a:lnTo>
                    <a:pt x="9398" y="83312"/>
                  </a:lnTo>
                  <a:close/>
                </a:path>
                <a:path w="34925" h="110489">
                  <a:moveTo>
                    <a:pt x="13970" y="55752"/>
                  </a:moveTo>
                  <a:lnTo>
                    <a:pt x="13970" y="54356"/>
                  </a:lnTo>
                  <a:lnTo>
                    <a:pt x="12954" y="53339"/>
                  </a:lnTo>
                  <a:lnTo>
                    <a:pt x="11557" y="53339"/>
                  </a:lnTo>
                  <a:lnTo>
                    <a:pt x="10287" y="53339"/>
                  </a:lnTo>
                  <a:lnTo>
                    <a:pt x="9144" y="54356"/>
                  </a:lnTo>
                  <a:lnTo>
                    <a:pt x="9144" y="55752"/>
                  </a:lnTo>
                  <a:lnTo>
                    <a:pt x="9144" y="57023"/>
                  </a:lnTo>
                  <a:lnTo>
                    <a:pt x="10287" y="58165"/>
                  </a:lnTo>
                  <a:lnTo>
                    <a:pt x="11557" y="58165"/>
                  </a:lnTo>
                  <a:lnTo>
                    <a:pt x="12954" y="58165"/>
                  </a:lnTo>
                  <a:lnTo>
                    <a:pt x="13970" y="57023"/>
                  </a:lnTo>
                  <a:lnTo>
                    <a:pt x="13970" y="55752"/>
                  </a:lnTo>
                  <a:close/>
                </a:path>
                <a:path w="34925" h="110489">
                  <a:moveTo>
                    <a:pt x="4191" y="12319"/>
                  </a:moveTo>
                  <a:lnTo>
                    <a:pt x="3429" y="12192"/>
                  </a:lnTo>
                  <a:lnTo>
                    <a:pt x="2794" y="12446"/>
                  </a:lnTo>
                  <a:lnTo>
                    <a:pt x="2159" y="12826"/>
                  </a:lnTo>
                </a:path>
                <a:path w="34925" h="110489">
                  <a:moveTo>
                    <a:pt x="5842" y="6476"/>
                  </a:moveTo>
                  <a:lnTo>
                    <a:pt x="5587" y="6350"/>
                  </a:lnTo>
                  <a:lnTo>
                    <a:pt x="5334" y="6223"/>
                  </a:lnTo>
                  <a:lnTo>
                    <a:pt x="5080" y="6223"/>
                  </a:lnTo>
                </a:path>
                <a:path w="34925" h="110489">
                  <a:moveTo>
                    <a:pt x="13335" y="3683"/>
                  </a:moveTo>
                  <a:lnTo>
                    <a:pt x="13081" y="4063"/>
                  </a:lnTo>
                  <a:lnTo>
                    <a:pt x="12954" y="4445"/>
                  </a:lnTo>
                  <a:lnTo>
                    <a:pt x="12826" y="4825"/>
                  </a:lnTo>
                </a:path>
                <a:path w="34925" h="110489">
                  <a:moveTo>
                    <a:pt x="22860" y="6603"/>
                  </a:moveTo>
                  <a:lnTo>
                    <a:pt x="22860" y="6096"/>
                  </a:lnTo>
                  <a:lnTo>
                    <a:pt x="22733" y="5714"/>
                  </a:lnTo>
                  <a:lnTo>
                    <a:pt x="22733" y="5334"/>
                  </a:lnTo>
                </a:path>
                <a:path w="34925" h="110489">
                  <a:moveTo>
                    <a:pt x="27050" y="14477"/>
                  </a:moveTo>
                  <a:lnTo>
                    <a:pt x="28575" y="13588"/>
                  </a:lnTo>
                  <a:lnTo>
                    <a:pt x="29591" y="11684"/>
                  </a:lnTo>
                  <a:lnTo>
                    <a:pt x="29463" y="9651"/>
                  </a:lnTo>
                </a:path>
                <a:path w="34925" h="110489">
                  <a:moveTo>
                    <a:pt x="32893" y="19558"/>
                  </a:moveTo>
                  <a:lnTo>
                    <a:pt x="32638" y="18923"/>
                  </a:lnTo>
                  <a:lnTo>
                    <a:pt x="32258" y="18287"/>
                  </a:lnTo>
                  <a:lnTo>
                    <a:pt x="31876" y="17780"/>
                  </a:lnTo>
                </a:path>
                <a:path w="34925" h="110489">
                  <a:moveTo>
                    <a:pt x="30225" y="26162"/>
                  </a:moveTo>
                  <a:lnTo>
                    <a:pt x="30353" y="25908"/>
                  </a:lnTo>
                  <a:lnTo>
                    <a:pt x="30353" y="25653"/>
                  </a:lnTo>
                  <a:lnTo>
                    <a:pt x="30353" y="25400"/>
                  </a:lnTo>
                </a:path>
                <a:path w="34925" h="110489">
                  <a:moveTo>
                    <a:pt x="23113" y="27177"/>
                  </a:moveTo>
                  <a:lnTo>
                    <a:pt x="23241" y="27559"/>
                  </a:lnTo>
                  <a:lnTo>
                    <a:pt x="23368" y="27939"/>
                  </a:lnTo>
                  <a:lnTo>
                    <a:pt x="23622" y="28321"/>
                  </a:lnTo>
                </a:path>
                <a:path w="34925" h="110489">
                  <a:moveTo>
                    <a:pt x="17653" y="26670"/>
                  </a:moveTo>
                  <a:lnTo>
                    <a:pt x="17780" y="27050"/>
                  </a:lnTo>
                  <a:lnTo>
                    <a:pt x="17907" y="27305"/>
                  </a:lnTo>
                  <a:lnTo>
                    <a:pt x="17907" y="27559"/>
                  </a:lnTo>
                </a:path>
                <a:path w="34925" h="110489">
                  <a:moveTo>
                    <a:pt x="11430" y="26415"/>
                  </a:moveTo>
                  <a:lnTo>
                    <a:pt x="11684" y="26162"/>
                  </a:lnTo>
                  <a:lnTo>
                    <a:pt x="12065" y="25781"/>
                  </a:lnTo>
                  <a:lnTo>
                    <a:pt x="12319" y="25400"/>
                  </a:lnTo>
                </a:path>
                <a:path w="34925" h="110489">
                  <a:moveTo>
                    <a:pt x="3683" y="19303"/>
                  </a:moveTo>
                  <a:lnTo>
                    <a:pt x="3683" y="19558"/>
                  </a:lnTo>
                  <a:lnTo>
                    <a:pt x="3556" y="19938"/>
                  </a:lnTo>
                  <a:lnTo>
                    <a:pt x="3556" y="20193"/>
                  </a:lnTo>
                </a:path>
              </a:pathLst>
            </a:custGeom>
            <a:ln w="317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5671820" y="2771393"/>
              <a:ext cx="36830" cy="97790"/>
            </a:xfrm>
            <a:custGeom>
              <a:avLst/>
              <a:gdLst/>
              <a:ahLst/>
              <a:cxnLst/>
              <a:rect l="l" t="t" r="r" b="b"/>
              <a:pathLst>
                <a:path w="36829" h="97789">
                  <a:moveTo>
                    <a:pt x="20066" y="96012"/>
                  </a:moveTo>
                  <a:lnTo>
                    <a:pt x="19685" y="95758"/>
                  </a:lnTo>
                  <a:lnTo>
                    <a:pt x="18923" y="95758"/>
                  </a:lnTo>
                  <a:lnTo>
                    <a:pt x="18542" y="96012"/>
                  </a:lnTo>
                  <a:lnTo>
                    <a:pt x="18542" y="96901"/>
                  </a:lnTo>
                  <a:lnTo>
                    <a:pt x="18923" y="97282"/>
                  </a:lnTo>
                  <a:lnTo>
                    <a:pt x="19685" y="97282"/>
                  </a:lnTo>
                  <a:lnTo>
                    <a:pt x="20066" y="96901"/>
                  </a:lnTo>
                  <a:lnTo>
                    <a:pt x="20066" y="96520"/>
                  </a:lnTo>
                  <a:lnTo>
                    <a:pt x="20066" y="96012"/>
                  </a:lnTo>
                  <a:close/>
                </a:path>
                <a:path w="36829" h="97789">
                  <a:moveTo>
                    <a:pt x="20447" y="73406"/>
                  </a:moveTo>
                  <a:lnTo>
                    <a:pt x="19812" y="72644"/>
                  </a:lnTo>
                  <a:lnTo>
                    <a:pt x="18161" y="72644"/>
                  </a:lnTo>
                  <a:lnTo>
                    <a:pt x="17399" y="73406"/>
                  </a:lnTo>
                  <a:lnTo>
                    <a:pt x="17399" y="75057"/>
                  </a:lnTo>
                  <a:lnTo>
                    <a:pt x="18161" y="75692"/>
                  </a:lnTo>
                  <a:lnTo>
                    <a:pt x="19812" y="75692"/>
                  </a:lnTo>
                  <a:lnTo>
                    <a:pt x="20447" y="75057"/>
                  </a:lnTo>
                  <a:lnTo>
                    <a:pt x="20447" y="74168"/>
                  </a:lnTo>
                  <a:lnTo>
                    <a:pt x="20447" y="73406"/>
                  </a:lnTo>
                  <a:close/>
                </a:path>
                <a:path w="36829" h="97789">
                  <a:moveTo>
                    <a:pt x="20828" y="49149"/>
                  </a:moveTo>
                  <a:lnTo>
                    <a:pt x="19812" y="48133"/>
                  </a:lnTo>
                  <a:lnTo>
                    <a:pt x="17272" y="48133"/>
                  </a:lnTo>
                  <a:lnTo>
                    <a:pt x="16256" y="49149"/>
                  </a:lnTo>
                  <a:lnTo>
                    <a:pt x="16256" y="51689"/>
                  </a:lnTo>
                  <a:lnTo>
                    <a:pt x="17272" y="52705"/>
                  </a:lnTo>
                  <a:lnTo>
                    <a:pt x="19812" y="52705"/>
                  </a:lnTo>
                  <a:lnTo>
                    <a:pt x="20828" y="51689"/>
                  </a:lnTo>
                  <a:lnTo>
                    <a:pt x="20828" y="50419"/>
                  </a:lnTo>
                  <a:lnTo>
                    <a:pt x="20828" y="49149"/>
                  </a:lnTo>
                  <a:close/>
                </a:path>
                <a:path w="36829" h="97789">
                  <a:moveTo>
                    <a:pt x="36322" y="15875"/>
                  </a:moveTo>
                  <a:lnTo>
                    <a:pt x="35928" y="13081"/>
                  </a:lnTo>
                  <a:lnTo>
                    <a:pt x="35814" y="12192"/>
                  </a:lnTo>
                  <a:lnTo>
                    <a:pt x="32639" y="9525"/>
                  </a:lnTo>
                  <a:lnTo>
                    <a:pt x="31750" y="9144"/>
                  </a:lnTo>
                  <a:lnTo>
                    <a:pt x="30861" y="9144"/>
                  </a:lnTo>
                  <a:lnTo>
                    <a:pt x="30861" y="6223"/>
                  </a:lnTo>
                  <a:lnTo>
                    <a:pt x="30226" y="5588"/>
                  </a:lnTo>
                  <a:lnTo>
                    <a:pt x="29464" y="4826"/>
                  </a:lnTo>
                  <a:lnTo>
                    <a:pt x="28702" y="4064"/>
                  </a:lnTo>
                  <a:lnTo>
                    <a:pt x="25273" y="4064"/>
                  </a:lnTo>
                  <a:lnTo>
                    <a:pt x="24384" y="4318"/>
                  </a:lnTo>
                  <a:lnTo>
                    <a:pt x="23622" y="4826"/>
                  </a:lnTo>
                  <a:lnTo>
                    <a:pt x="23228" y="3302"/>
                  </a:lnTo>
                  <a:lnTo>
                    <a:pt x="23012" y="2413"/>
                  </a:lnTo>
                  <a:lnTo>
                    <a:pt x="22948" y="2159"/>
                  </a:lnTo>
                  <a:lnTo>
                    <a:pt x="22860" y="1778"/>
                  </a:lnTo>
                  <a:lnTo>
                    <a:pt x="19685" y="0"/>
                  </a:lnTo>
                  <a:lnTo>
                    <a:pt x="18796" y="292"/>
                  </a:lnTo>
                  <a:lnTo>
                    <a:pt x="18796" y="26035"/>
                  </a:lnTo>
                  <a:lnTo>
                    <a:pt x="18669" y="26035"/>
                  </a:lnTo>
                  <a:lnTo>
                    <a:pt x="18796" y="26035"/>
                  </a:lnTo>
                  <a:lnTo>
                    <a:pt x="18796" y="292"/>
                  </a:lnTo>
                  <a:lnTo>
                    <a:pt x="16891" y="889"/>
                  </a:lnTo>
                  <a:lnTo>
                    <a:pt x="15189" y="1397"/>
                  </a:lnTo>
                  <a:lnTo>
                    <a:pt x="15468" y="1397"/>
                  </a:lnTo>
                  <a:lnTo>
                    <a:pt x="14605" y="2159"/>
                  </a:lnTo>
                  <a:lnTo>
                    <a:pt x="13843" y="3302"/>
                  </a:lnTo>
                  <a:lnTo>
                    <a:pt x="10922" y="1397"/>
                  </a:lnTo>
                  <a:lnTo>
                    <a:pt x="7112" y="2413"/>
                  </a:lnTo>
                  <a:lnTo>
                    <a:pt x="5397" y="5461"/>
                  </a:lnTo>
                  <a:lnTo>
                    <a:pt x="5334" y="5588"/>
                  </a:lnTo>
                  <a:lnTo>
                    <a:pt x="3302" y="5461"/>
                  </a:lnTo>
                  <a:lnTo>
                    <a:pt x="1524" y="6858"/>
                  </a:lnTo>
                  <a:lnTo>
                    <a:pt x="1244" y="9144"/>
                  </a:lnTo>
                  <a:lnTo>
                    <a:pt x="1143" y="10033"/>
                  </a:lnTo>
                  <a:lnTo>
                    <a:pt x="1524" y="11176"/>
                  </a:lnTo>
                  <a:lnTo>
                    <a:pt x="2286" y="11938"/>
                  </a:lnTo>
                  <a:lnTo>
                    <a:pt x="508" y="13081"/>
                  </a:lnTo>
                  <a:lnTo>
                    <a:pt x="0" y="15367"/>
                  </a:lnTo>
                  <a:lnTo>
                    <a:pt x="1016" y="17145"/>
                  </a:lnTo>
                  <a:lnTo>
                    <a:pt x="1524" y="18161"/>
                  </a:lnTo>
                  <a:lnTo>
                    <a:pt x="2540" y="18923"/>
                  </a:lnTo>
                  <a:lnTo>
                    <a:pt x="3683" y="18923"/>
                  </a:lnTo>
                  <a:lnTo>
                    <a:pt x="3683" y="19050"/>
                  </a:lnTo>
                  <a:lnTo>
                    <a:pt x="3390" y="21463"/>
                  </a:lnTo>
                  <a:lnTo>
                    <a:pt x="3302" y="22225"/>
                  </a:lnTo>
                  <a:lnTo>
                    <a:pt x="5334" y="25146"/>
                  </a:lnTo>
                  <a:lnTo>
                    <a:pt x="9131" y="25781"/>
                  </a:lnTo>
                  <a:lnTo>
                    <a:pt x="10388" y="25781"/>
                  </a:lnTo>
                  <a:lnTo>
                    <a:pt x="11811" y="24892"/>
                  </a:lnTo>
                  <a:lnTo>
                    <a:pt x="12954" y="27178"/>
                  </a:lnTo>
                  <a:lnTo>
                    <a:pt x="15621" y="27940"/>
                  </a:lnTo>
                  <a:lnTo>
                    <a:pt x="17780" y="26797"/>
                  </a:lnTo>
                  <a:lnTo>
                    <a:pt x="19024" y="26797"/>
                  </a:lnTo>
                  <a:lnTo>
                    <a:pt x="19558" y="27940"/>
                  </a:lnTo>
                  <a:lnTo>
                    <a:pt x="21717" y="28575"/>
                  </a:lnTo>
                  <a:lnTo>
                    <a:pt x="24003" y="27432"/>
                  </a:lnTo>
                  <a:lnTo>
                    <a:pt x="24638" y="26797"/>
                  </a:lnTo>
                  <a:lnTo>
                    <a:pt x="24866" y="26797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086" y="27178"/>
                  </a:lnTo>
                  <a:lnTo>
                    <a:pt x="30530" y="26797"/>
                  </a:lnTo>
                  <a:lnTo>
                    <a:pt x="30734" y="26797"/>
                  </a:lnTo>
                  <a:lnTo>
                    <a:pt x="31242" y="26035"/>
                  </a:lnTo>
                  <a:lnTo>
                    <a:pt x="31407" y="25781"/>
                  </a:lnTo>
                  <a:lnTo>
                    <a:pt x="31559" y="25146"/>
                  </a:lnTo>
                  <a:lnTo>
                    <a:pt x="31584" y="24892"/>
                  </a:lnTo>
                  <a:lnTo>
                    <a:pt x="31623" y="24638"/>
                  </a:lnTo>
                  <a:lnTo>
                    <a:pt x="33909" y="24003"/>
                  </a:lnTo>
                  <a:lnTo>
                    <a:pt x="35306" y="21463"/>
                  </a:lnTo>
                  <a:lnTo>
                    <a:pt x="34696" y="19050"/>
                  </a:lnTo>
                  <a:lnTo>
                    <a:pt x="34671" y="18923"/>
                  </a:lnTo>
                  <a:lnTo>
                    <a:pt x="34544" y="18542"/>
                  </a:lnTo>
                  <a:lnTo>
                    <a:pt x="36322" y="15875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5671819" y="2771393"/>
              <a:ext cx="36830" cy="97790"/>
            </a:xfrm>
            <a:custGeom>
              <a:avLst/>
              <a:gdLst/>
              <a:ahLst/>
              <a:cxnLst/>
              <a:rect l="l" t="t" r="r" b="b"/>
              <a:pathLst>
                <a:path w="36829" h="97789">
                  <a:moveTo>
                    <a:pt x="3682" y="19050"/>
                  </a:moveTo>
                  <a:lnTo>
                    <a:pt x="3301" y="22225"/>
                  </a:lnTo>
                  <a:lnTo>
                    <a:pt x="5333" y="25145"/>
                  </a:lnTo>
                  <a:lnTo>
                    <a:pt x="8381" y="25653"/>
                  </a:lnTo>
                  <a:lnTo>
                    <a:pt x="9525" y="25780"/>
                  </a:lnTo>
                  <a:lnTo>
                    <a:pt x="10794" y="25526"/>
                  </a:lnTo>
                  <a:lnTo>
                    <a:pt x="11810" y="24891"/>
                  </a:lnTo>
                  <a:lnTo>
                    <a:pt x="12953" y="27177"/>
                  </a:lnTo>
                  <a:lnTo>
                    <a:pt x="15620" y="27939"/>
                  </a:lnTo>
                  <a:lnTo>
                    <a:pt x="17779" y="26796"/>
                  </a:lnTo>
                  <a:lnTo>
                    <a:pt x="18033" y="26542"/>
                  </a:lnTo>
                  <a:lnTo>
                    <a:pt x="18414" y="26288"/>
                  </a:lnTo>
                  <a:lnTo>
                    <a:pt x="18668" y="26034"/>
                  </a:lnTo>
                  <a:lnTo>
                    <a:pt x="19557" y="27939"/>
                  </a:lnTo>
                  <a:lnTo>
                    <a:pt x="21716" y="28575"/>
                  </a:lnTo>
                  <a:lnTo>
                    <a:pt x="23494" y="27685"/>
                  </a:lnTo>
                  <a:lnTo>
                    <a:pt x="24002" y="27431"/>
                  </a:lnTo>
                  <a:lnTo>
                    <a:pt x="24383" y="27050"/>
                  </a:lnTo>
                  <a:lnTo>
                    <a:pt x="24764" y="26669"/>
                  </a:lnTo>
                  <a:lnTo>
                    <a:pt x="26162" y="28320"/>
                  </a:lnTo>
                  <a:lnTo>
                    <a:pt x="28575" y="28575"/>
                  </a:lnTo>
                  <a:lnTo>
                    <a:pt x="30225" y="27050"/>
                  </a:lnTo>
                  <a:lnTo>
                    <a:pt x="30987" y="26415"/>
                  </a:lnTo>
                  <a:lnTo>
                    <a:pt x="31495" y="25653"/>
                  </a:lnTo>
                  <a:lnTo>
                    <a:pt x="31622" y="24637"/>
                  </a:lnTo>
                  <a:lnTo>
                    <a:pt x="33908" y="24002"/>
                  </a:lnTo>
                  <a:lnTo>
                    <a:pt x="35305" y="21462"/>
                  </a:lnTo>
                  <a:lnTo>
                    <a:pt x="34670" y="18922"/>
                  </a:lnTo>
                  <a:lnTo>
                    <a:pt x="34543" y="18541"/>
                  </a:lnTo>
                  <a:lnTo>
                    <a:pt x="36321" y="15875"/>
                  </a:lnTo>
                  <a:lnTo>
                    <a:pt x="35813" y="12191"/>
                  </a:lnTo>
                  <a:lnTo>
                    <a:pt x="33400" y="10159"/>
                  </a:lnTo>
                  <a:lnTo>
                    <a:pt x="32638" y="9525"/>
                  </a:lnTo>
                  <a:lnTo>
                    <a:pt x="31750" y="9143"/>
                  </a:lnTo>
                  <a:lnTo>
                    <a:pt x="30860" y="9016"/>
                  </a:lnTo>
                  <a:lnTo>
                    <a:pt x="30860" y="6222"/>
                  </a:lnTo>
                  <a:lnTo>
                    <a:pt x="28701" y="4063"/>
                  </a:lnTo>
                  <a:lnTo>
                    <a:pt x="26162" y="4063"/>
                  </a:lnTo>
                  <a:lnTo>
                    <a:pt x="25272" y="4063"/>
                  </a:lnTo>
                  <a:lnTo>
                    <a:pt x="24383" y="4317"/>
                  </a:lnTo>
                  <a:lnTo>
                    <a:pt x="23621" y="4825"/>
                  </a:lnTo>
                  <a:lnTo>
                    <a:pt x="22859" y="1777"/>
                  </a:lnTo>
                  <a:lnTo>
                    <a:pt x="19684" y="0"/>
                  </a:lnTo>
                  <a:lnTo>
                    <a:pt x="16890" y="888"/>
                  </a:lnTo>
                  <a:lnTo>
                    <a:pt x="15620" y="1269"/>
                  </a:lnTo>
                  <a:lnTo>
                    <a:pt x="14604" y="2158"/>
                  </a:lnTo>
                  <a:lnTo>
                    <a:pt x="13842" y="3301"/>
                  </a:lnTo>
                  <a:lnTo>
                    <a:pt x="10921" y="1396"/>
                  </a:lnTo>
                  <a:lnTo>
                    <a:pt x="7112" y="2412"/>
                  </a:lnTo>
                  <a:lnTo>
                    <a:pt x="5333" y="5587"/>
                  </a:lnTo>
                  <a:lnTo>
                    <a:pt x="3301" y="5460"/>
                  </a:lnTo>
                  <a:lnTo>
                    <a:pt x="1524" y="6857"/>
                  </a:lnTo>
                  <a:lnTo>
                    <a:pt x="1269" y="9016"/>
                  </a:lnTo>
                  <a:lnTo>
                    <a:pt x="1142" y="10032"/>
                  </a:lnTo>
                  <a:lnTo>
                    <a:pt x="1524" y="11175"/>
                  </a:lnTo>
                  <a:lnTo>
                    <a:pt x="2285" y="11937"/>
                  </a:lnTo>
                  <a:lnTo>
                    <a:pt x="507" y="13080"/>
                  </a:lnTo>
                  <a:lnTo>
                    <a:pt x="0" y="15366"/>
                  </a:lnTo>
                  <a:lnTo>
                    <a:pt x="1015" y="17144"/>
                  </a:lnTo>
                  <a:lnTo>
                    <a:pt x="1524" y="18160"/>
                  </a:lnTo>
                  <a:lnTo>
                    <a:pt x="2539" y="18922"/>
                  </a:lnTo>
                  <a:lnTo>
                    <a:pt x="3682" y="18922"/>
                  </a:lnTo>
                  <a:lnTo>
                    <a:pt x="3682" y="19050"/>
                  </a:lnTo>
                  <a:close/>
                </a:path>
                <a:path w="36829" h="97789">
                  <a:moveTo>
                    <a:pt x="20065" y="96519"/>
                  </a:moveTo>
                  <a:lnTo>
                    <a:pt x="20065" y="96011"/>
                  </a:lnTo>
                  <a:lnTo>
                    <a:pt x="19684" y="95757"/>
                  </a:lnTo>
                  <a:lnTo>
                    <a:pt x="19303" y="95757"/>
                  </a:lnTo>
                  <a:lnTo>
                    <a:pt x="18922" y="95757"/>
                  </a:lnTo>
                  <a:lnTo>
                    <a:pt x="18541" y="96011"/>
                  </a:lnTo>
                  <a:lnTo>
                    <a:pt x="18541" y="96519"/>
                  </a:lnTo>
                  <a:lnTo>
                    <a:pt x="18541" y="96900"/>
                  </a:lnTo>
                  <a:lnTo>
                    <a:pt x="18922" y="97281"/>
                  </a:lnTo>
                  <a:lnTo>
                    <a:pt x="19303" y="97281"/>
                  </a:lnTo>
                  <a:lnTo>
                    <a:pt x="19684" y="97281"/>
                  </a:lnTo>
                  <a:lnTo>
                    <a:pt x="20065" y="96900"/>
                  </a:lnTo>
                  <a:lnTo>
                    <a:pt x="20065" y="96519"/>
                  </a:lnTo>
                  <a:close/>
                </a:path>
                <a:path w="36829" h="97789">
                  <a:moveTo>
                    <a:pt x="20446" y="74167"/>
                  </a:moveTo>
                  <a:lnTo>
                    <a:pt x="20446" y="73405"/>
                  </a:lnTo>
                  <a:lnTo>
                    <a:pt x="19812" y="72643"/>
                  </a:lnTo>
                  <a:lnTo>
                    <a:pt x="18922" y="72643"/>
                  </a:lnTo>
                  <a:lnTo>
                    <a:pt x="18160" y="72643"/>
                  </a:lnTo>
                  <a:lnTo>
                    <a:pt x="17399" y="73405"/>
                  </a:lnTo>
                  <a:lnTo>
                    <a:pt x="17399" y="74167"/>
                  </a:lnTo>
                  <a:lnTo>
                    <a:pt x="17399" y="75056"/>
                  </a:lnTo>
                  <a:lnTo>
                    <a:pt x="18160" y="75691"/>
                  </a:lnTo>
                  <a:lnTo>
                    <a:pt x="18922" y="75691"/>
                  </a:lnTo>
                  <a:lnTo>
                    <a:pt x="19812" y="75691"/>
                  </a:lnTo>
                  <a:lnTo>
                    <a:pt x="20446" y="75056"/>
                  </a:lnTo>
                  <a:lnTo>
                    <a:pt x="20446" y="74167"/>
                  </a:lnTo>
                  <a:close/>
                </a:path>
                <a:path w="36829" h="97789">
                  <a:moveTo>
                    <a:pt x="20827" y="50418"/>
                  </a:moveTo>
                  <a:lnTo>
                    <a:pt x="20827" y="49148"/>
                  </a:lnTo>
                  <a:lnTo>
                    <a:pt x="19812" y="48132"/>
                  </a:lnTo>
                  <a:lnTo>
                    <a:pt x="18541" y="48132"/>
                  </a:lnTo>
                  <a:lnTo>
                    <a:pt x="17271" y="48132"/>
                  </a:lnTo>
                  <a:lnTo>
                    <a:pt x="16255" y="49148"/>
                  </a:lnTo>
                  <a:lnTo>
                    <a:pt x="16255" y="50418"/>
                  </a:lnTo>
                  <a:lnTo>
                    <a:pt x="16255" y="51688"/>
                  </a:lnTo>
                  <a:lnTo>
                    <a:pt x="17271" y="52704"/>
                  </a:lnTo>
                  <a:lnTo>
                    <a:pt x="18541" y="52704"/>
                  </a:lnTo>
                  <a:lnTo>
                    <a:pt x="19812" y="52704"/>
                  </a:lnTo>
                  <a:lnTo>
                    <a:pt x="20827" y="51688"/>
                  </a:lnTo>
                  <a:lnTo>
                    <a:pt x="20827" y="50418"/>
                  </a:lnTo>
                  <a:close/>
                </a:path>
                <a:path w="36829" h="97789">
                  <a:moveTo>
                    <a:pt x="4317" y="11556"/>
                  </a:moveTo>
                  <a:lnTo>
                    <a:pt x="3555" y="11556"/>
                  </a:lnTo>
                  <a:lnTo>
                    <a:pt x="2920" y="11683"/>
                  </a:lnTo>
                  <a:lnTo>
                    <a:pt x="2285" y="12064"/>
                  </a:lnTo>
                </a:path>
                <a:path w="36829" h="97789">
                  <a:moveTo>
                    <a:pt x="6095" y="6095"/>
                  </a:moveTo>
                  <a:lnTo>
                    <a:pt x="5841" y="5968"/>
                  </a:lnTo>
                  <a:lnTo>
                    <a:pt x="5587" y="5841"/>
                  </a:lnTo>
                  <a:lnTo>
                    <a:pt x="5206" y="5841"/>
                  </a:lnTo>
                </a:path>
                <a:path w="36829" h="97789">
                  <a:moveTo>
                    <a:pt x="13842" y="3428"/>
                  </a:moveTo>
                  <a:lnTo>
                    <a:pt x="13715" y="3682"/>
                  </a:lnTo>
                  <a:lnTo>
                    <a:pt x="13462" y="4063"/>
                  </a:lnTo>
                  <a:lnTo>
                    <a:pt x="13334" y="4444"/>
                  </a:lnTo>
                </a:path>
                <a:path w="36829" h="97789">
                  <a:moveTo>
                    <a:pt x="23875" y="6095"/>
                  </a:moveTo>
                  <a:lnTo>
                    <a:pt x="23875" y="5714"/>
                  </a:lnTo>
                  <a:lnTo>
                    <a:pt x="23749" y="5333"/>
                  </a:lnTo>
                  <a:lnTo>
                    <a:pt x="23621" y="4952"/>
                  </a:lnTo>
                </a:path>
                <a:path w="36829" h="97789">
                  <a:moveTo>
                    <a:pt x="28193" y="13588"/>
                  </a:moveTo>
                  <a:lnTo>
                    <a:pt x="29844" y="12826"/>
                  </a:lnTo>
                  <a:lnTo>
                    <a:pt x="30860" y="11048"/>
                  </a:lnTo>
                  <a:lnTo>
                    <a:pt x="30860" y="9143"/>
                  </a:lnTo>
                </a:path>
                <a:path w="36829" h="97789">
                  <a:moveTo>
                    <a:pt x="34416" y="18414"/>
                  </a:moveTo>
                  <a:lnTo>
                    <a:pt x="34162" y="17779"/>
                  </a:lnTo>
                  <a:lnTo>
                    <a:pt x="33781" y="17144"/>
                  </a:lnTo>
                  <a:lnTo>
                    <a:pt x="33274" y="16763"/>
                  </a:lnTo>
                </a:path>
                <a:path w="36829" h="97789">
                  <a:moveTo>
                    <a:pt x="31622" y="24764"/>
                  </a:moveTo>
                  <a:lnTo>
                    <a:pt x="31622" y="24510"/>
                  </a:lnTo>
                  <a:lnTo>
                    <a:pt x="31622" y="24256"/>
                  </a:lnTo>
                  <a:lnTo>
                    <a:pt x="31622" y="24002"/>
                  </a:lnTo>
                </a:path>
                <a:path w="36829" h="97789">
                  <a:moveTo>
                    <a:pt x="24129" y="25653"/>
                  </a:moveTo>
                  <a:lnTo>
                    <a:pt x="24256" y="26034"/>
                  </a:lnTo>
                  <a:lnTo>
                    <a:pt x="24510" y="26415"/>
                  </a:lnTo>
                  <a:lnTo>
                    <a:pt x="24764" y="26669"/>
                  </a:lnTo>
                </a:path>
                <a:path w="36829" h="97789">
                  <a:moveTo>
                    <a:pt x="18414" y="25145"/>
                  </a:moveTo>
                  <a:lnTo>
                    <a:pt x="18541" y="25526"/>
                  </a:lnTo>
                  <a:lnTo>
                    <a:pt x="18668" y="25780"/>
                  </a:lnTo>
                  <a:lnTo>
                    <a:pt x="18795" y="26034"/>
                  </a:lnTo>
                </a:path>
                <a:path w="36829" h="97789">
                  <a:moveTo>
                    <a:pt x="11810" y="24891"/>
                  </a:moveTo>
                  <a:lnTo>
                    <a:pt x="12191" y="24637"/>
                  </a:lnTo>
                  <a:lnTo>
                    <a:pt x="12572" y="24383"/>
                  </a:lnTo>
                  <a:lnTo>
                    <a:pt x="12953" y="24002"/>
                  </a:lnTo>
                </a:path>
                <a:path w="36829" h="97789">
                  <a:moveTo>
                    <a:pt x="3809" y="18160"/>
                  </a:moveTo>
                  <a:lnTo>
                    <a:pt x="3809" y="18414"/>
                  </a:lnTo>
                  <a:lnTo>
                    <a:pt x="3682" y="18795"/>
                  </a:lnTo>
                  <a:lnTo>
                    <a:pt x="3682" y="19050"/>
                  </a:lnTo>
                </a:path>
              </a:pathLst>
            </a:custGeom>
            <a:ln w="317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706872" y="2557906"/>
              <a:ext cx="36830" cy="132715"/>
            </a:xfrm>
            <a:custGeom>
              <a:avLst/>
              <a:gdLst/>
              <a:ahLst/>
              <a:cxnLst/>
              <a:rect l="l" t="t" r="r" b="b"/>
              <a:pathLst>
                <a:path w="36829" h="132714">
                  <a:moveTo>
                    <a:pt x="2527" y="19951"/>
                  </a:moveTo>
                  <a:lnTo>
                    <a:pt x="2120" y="19685"/>
                  </a:lnTo>
                  <a:lnTo>
                    <a:pt x="241" y="19685"/>
                  </a:lnTo>
                  <a:lnTo>
                    <a:pt x="2527" y="19951"/>
                  </a:lnTo>
                  <a:close/>
                </a:path>
                <a:path w="36829" h="132714">
                  <a:moveTo>
                    <a:pt x="15113" y="131064"/>
                  </a:moveTo>
                  <a:lnTo>
                    <a:pt x="14732" y="130683"/>
                  </a:lnTo>
                  <a:lnTo>
                    <a:pt x="13843" y="130683"/>
                  </a:lnTo>
                  <a:lnTo>
                    <a:pt x="13462" y="131064"/>
                  </a:lnTo>
                  <a:lnTo>
                    <a:pt x="13462" y="131953"/>
                  </a:lnTo>
                  <a:lnTo>
                    <a:pt x="13843" y="132334"/>
                  </a:lnTo>
                  <a:lnTo>
                    <a:pt x="14732" y="132334"/>
                  </a:lnTo>
                  <a:lnTo>
                    <a:pt x="15113" y="131953"/>
                  </a:lnTo>
                  <a:lnTo>
                    <a:pt x="15113" y="131445"/>
                  </a:lnTo>
                  <a:lnTo>
                    <a:pt x="15113" y="131064"/>
                  </a:lnTo>
                  <a:close/>
                </a:path>
                <a:path w="36829" h="132714">
                  <a:moveTo>
                    <a:pt x="17018" y="97282"/>
                  </a:moveTo>
                  <a:lnTo>
                    <a:pt x="16256" y="96520"/>
                  </a:lnTo>
                  <a:lnTo>
                    <a:pt x="14478" y="96520"/>
                  </a:lnTo>
                  <a:lnTo>
                    <a:pt x="13716" y="97282"/>
                  </a:lnTo>
                  <a:lnTo>
                    <a:pt x="13716" y="99060"/>
                  </a:lnTo>
                  <a:lnTo>
                    <a:pt x="14478" y="99695"/>
                  </a:lnTo>
                  <a:lnTo>
                    <a:pt x="16256" y="99695"/>
                  </a:lnTo>
                  <a:lnTo>
                    <a:pt x="17018" y="99060"/>
                  </a:lnTo>
                  <a:lnTo>
                    <a:pt x="17018" y="98171"/>
                  </a:lnTo>
                  <a:lnTo>
                    <a:pt x="17018" y="97282"/>
                  </a:lnTo>
                  <a:close/>
                </a:path>
                <a:path w="36829" h="132714">
                  <a:moveTo>
                    <a:pt x="18923" y="61849"/>
                  </a:moveTo>
                  <a:lnTo>
                    <a:pt x="17780" y="60833"/>
                  </a:lnTo>
                  <a:lnTo>
                    <a:pt x="15113" y="60833"/>
                  </a:lnTo>
                  <a:lnTo>
                    <a:pt x="14097" y="61849"/>
                  </a:lnTo>
                  <a:lnTo>
                    <a:pt x="14097" y="64516"/>
                  </a:lnTo>
                  <a:lnTo>
                    <a:pt x="15113" y="65659"/>
                  </a:lnTo>
                  <a:lnTo>
                    <a:pt x="17780" y="65659"/>
                  </a:lnTo>
                  <a:lnTo>
                    <a:pt x="18923" y="64516"/>
                  </a:lnTo>
                  <a:lnTo>
                    <a:pt x="18923" y="63246"/>
                  </a:lnTo>
                  <a:lnTo>
                    <a:pt x="18923" y="61849"/>
                  </a:lnTo>
                  <a:close/>
                </a:path>
                <a:path w="36829" h="132714">
                  <a:moveTo>
                    <a:pt x="29260" y="29591"/>
                  </a:moveTo>
                  <a:lnTo>
                    <a:pt x="25781" y="29591"/>
                  </a:lnTo>
                  <a:lnTo>
                    <a:pt x="26162" y="30099"/>
                  </a:lnTo>
                  <a:lnTo>
                    <a:pt x="28562" y="30238"/>
                  </a:lnTo>
                  <a:lnTo>
                    <a:pt x="29260" y="29591"/>
                  </a:lnTo>
                  <a:close/>
                </a:path>
                <a:path w="36829" h="132714">
                  <a:moveTo>
                    <a:pt x="35306" y="22733"/>
                  </a:moveTo>
                  <a:lnTo>
                    <a:pt x="34696" y="20193"/>
                  </a:lnTo>
                  <a:lnTo>
                    <a:pt x="4813" y="20193"/>
                  </a:lnTo>
                  <a:lnTo>
                    <a:pt x="3683" y="20193"/>
                  </a:lnTo>
                  <a:lnTo>
                    <a:pt x="3390" y="22733"/>
                  </a:lnTo>
                  <a:lnTo>
                    <a:pt x="3302" y="23622"/>
                  </a:lnTo>
                  <a:lnTo>
                    <a:pt x="5334" y="26670"/>
                  </a:lnTo>
                  <a:lnTo>
                    <a:pt x="9131" y="27305"/>
                  </a:lnTo>
                  <a:lnTo>
                    <a:pt x="10388" y="27305"/>
                  </a:lnTo>
                  <a:lnTo>
                    <a:pt x="11811" y="26416"/>
                  </a:lnTo>
                  <a:lnTo>
                    <a:pt x="12954" y="28702"/>
                  </a:lnTo>
                  <a:lnTo>
                    <a:pt x="15621" y="29591"/>
                  </a:lnTo>
                  <a:lnTo>
                    <a:pt x="17780" y="28321"/>
                  </a:lnTo>
                  <a:lnTo>
                    <a:pt x="18669" y="27559"/>
                  </a:lnTo>
                  <a:lnTo>
                    <a:pt x="19608" y="29591"/>
                  </a:lnTo>
                  <a:lnTo>
                    <a:pt x="19862" y="29591"/>
                  </a:lnTo>
                  <a:lnTo>
                    <a:pt x="21717" y="30353"/>
                  </a:lnTo>
                  <a:lnTo>
                    <a:pt x="23050" y="29591"/>
                  </a:lnTo>
                  <a:lnTo>
                    <a:pt x="25781" y="29591"/>
                  </a:lnTo>
                  <a:lnTo>
                    <a:pt x="25412" y="29083"/>
                  </a:lnTo>
                  <a:lnTo>
                    <a:pt x="24003" y="29083"/>
                  </a:lnTo>
                  <a:lnTo>
                    <a:pt x="24384" y="28702"/>
                  </a:lnTo>
                  <a:lnTo>
                    <a:pt x="24663" y="28321"/>
                  </a:lnTo>
                  <a:lnTo>
                    <a:pt x="24853" y="28321"/>
                  </a:lnTo>
                  <a:lnTo>
                    <a:pt x="25412" y="29083"/>
                  </a:lnTo>
                  <a:lnTo>
                    <a:pt x="29806" y="29083"/>
                  </a:lnTo>
                  <a:lnTo>
                    <a:pt x="30226" y="28702"/>
                  </a:lnTo>
                  <a:lnTo>
                    <a:pt x="30683" y="28321"/>
                  </a:lnTo>
                  <a:lnTo>
                    <a:pt x="30835" y="28321"/>
                  </a:lnTo>
                  <a:lnTo>
                    <a:pt x="31267" y="27559"/>
                  </a:lnTo>
                  <a:lnTo>
                    <a:pt x="31419" y="27305"/>
                  </a:lnTo>
                  <a:lnTo>
                    <a:pt x="31559" y="26670"/>
                  </a:lnTo>
                  <a:lnTo>
                    <a:pt x="31584" y="26416"/>
                  </a:lnTo>
                  <a:lnTo>
                    <a:pt x="31623" y="26162"/>
                  </a:lnTo>
                  <a:lnTo>
                    <a:pt x="33909" y="25400"/>
                  </a:lnTo>
                  <a:lnTo>
                    <a:pt x="35306" y="22733"/>
                  </a:lnTo>
                  <a:close/>
                </a:path>
                <a:path w="36829" h="132714">
                  <a:moveTo>
                    <a:pt x="36322" y="16764"/>
                  </a:moveTo>
                  <a:lnTo>
                    <a:pt x="35928" y="13843"/>
                  </a:lnTo>
                  <a:lnTo>
                    <a:pt x="35814" y="12954"/>
                  </a:lnTo>
                  <a:lnTo>
                    <a:pt x="33401" y="10795"/>
                  </a:lnTo>
                  <a:lnTo>
                    <a:pt x="32639" y="10160"/>
                  </a:lnTo>
                  <a:lnTo>
                    <a:pt x="31750" y="9779"/>
                  </a:lnTo>
                  <a:lnTo>
                    <a:pt x="30861" y="9779"/>
                  </a:lnTo>
                  <a:lnTo>
                    <a:pt x="30861" y="6731"/>
                  </a:lnTo>
                  <a:lnTo>
                    <a:pt x="29489" y="5207"/>
                  </a:lnTo>
                  <a:lnTo>
                    <a:pt x="28702" y="4318"/>
                  </a:lnTo>
                  <a:lnTo>
                    <a:pt x="25273" y="4318"/>
                  </a:lnTo>
                  <a:lnTo>
                    <a:pt x="24384" y="4699"/>
                  </a:lnTo>
                  <a:lnTo>
                    <a:pt x="23622" y="5207"/>
                  </a:lnTo>
                  <a:lnTo>
                    <a:pt x="23241" y="3556"/>
                  </a:lnTo>
                  <a:lnTo>
                    <a:pt x="22999" y="2540"/>
                  </a:lnTo>
                  <a:lnTo>
                    <a:pt x="22936" y="2286"/>
                  </a:lnTo>
                  <a:lnTo>
                    <a:pt x="22860" y="1905"/>
                  </a:lnTo>
                  <a:lnTo>
                    <a:pt x="19685" y="0"/>
                  </a:lnTo>
                  <a:lnTo>
                    <a:pt x="16891" y="1016"/>
                  </a:lnTo>
                  <a:lnTo>
                    <a:pt x="15621" y="1524"/>
                  </a:lnTo>
                  <a:lnTo>
                    <a:pt x="14605" y="2286"/>
                  </a:lnTo>
                  <a:lnTo>
                    <a:pt x="13843" y="3556"/>
                  </a:lnTo>
                  <a:lnTo>
                    <a:pt x="10922" y="1524"/>
                  </a:lnTo>
                  <a:lnTo>
                    <a:pt x="7112" y="2540"/>
                  </a:lnTo>
                  <a:lnTo>
                    <a:pt x="5334" y="5969"/>
                  </a:lnTo>
                  <a:lnTo>
                    <a:pt x="3149" y="5969"/>
                  </a:lnTo>
                  <a:lnTo>
                    <a:pt x="1524" y="7366"/>
                  </a:lnTo>
                  <a:lnTo>
                    <a:pt x="1231" y="9779"/>
                  </a:lnTo>
                  <a:lnTo>
                    <a:pt x="1181" y="10795"/>
                  </a:lnTo>
                  <a:lnTo>
                    <a:pt x="1524" y="11811"/>
                  </a:lnTo>
                  <a:lnTo>
                    <a:pt x="2286" y="12700"/>
                  </a:lnTo>
                  <a:lnTo>
                    <a:pt x="508" y="13843"/>
                  </a:lnTo>
                  <a:lnTo>
                    <a:pt x="0" y="16256"/>
                  </a:lnTo>
                  <a:lnTo>
                    <a:pt x="1016" y="18161"/>
                  </a:lnTo>
                  <a:lnTo>
                    <a:pt x="1574" y="19431"/>
                  </a:lnTo>
                  <a:lnTo>
                    <a:pt x="1727" y="19431"/>
                  </a:lnTo>
                  <a:lnTo>
                    <a:pt x="2120" y="19685"/>
                  </a:lnTo>
                  <a:lnTo>
                    <a:pt x="34544" y="19685"/>
                  </a:lnTo>
                  <a:lnTo>
                    <a:pt x="34417" y="19431"/>
                  </a:lnTo>
                  <a:lnTo>
                    <a:pt x="36322" y="16764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5706872" y="2557906"/>
              <a:ext cx="36830" cy="132715"/>
            </a:xfrm>
            <a:custGeom>
              <a:avLst/>
              <a:gdLst/>
              <a:ahLst/>
              <a:cxnLst/>
              <a:rect l="l" t="t" r="r" b="b"/>
              <a:pathLst>
                <a:path w="36829" h="132714">
                  <a:moveTo>
                    <a:pt x="3682" y="20192"/>
                  </a:moveTo>
                  <a:lnTo>
                    <a:pt x="3301" y="23621"/>
                  </a:lnTo>
                  <a:lnTo>
                    <a:pt x="5333" y="26669"/>
                  </a:lnTo>
                  <a:lnTo>
                    <a:pt x="8381" y="27177"/>
                  </a:lnTo>
                  <a:lnTo>
                    <a:pt x="9525" y="27304"/>
                  </a:lnTo>
                  <a:lnTo>
                    <a:pt x="10794" y="27050"/>
                  </a:lnTo>
                  <a:lnTo>
                    <a:pt x="11811" y="26415"/>
                  </a:lnTo>
                  <a:lnTo>
                    <a:pt x="12953" y="28701"/>
                  </a:lnTo>
                  <a:lnTo>
                    <a:pt x="15620" y="29590"/>
                  </a:lnTo>
                  <a:lnTo>
                    <a:pt x="17779" y="28320"/>
                  </a:lnTo>
                  <a:lnTo>
                    <a:pt x="18033" y="28193"/>
                  </a:lnTo>
                  <a:lnTo>
                    <a:pt x="18414" y="27812"/>
                  </a:lnTo>
                  <a:lnTo>
                    <a:pt x="18668" y="27558"/>
                  </a:lnTo>
                  <a:lnTo>
                    <a:pt x="19557" y="29463"/>
                  </a:lnTo>
                  <a:lnTo>
                    <a:pt x="21716" y="30352"/>
                  </a:lnTo>
                  <a:lnTo>
                    <a:pt x="23494" y="29337"/>
                  </a:lnTo>
                  <a:lnTo>
                    <a:pt x="24002" y="29082"/>
                  </a:lnTo>
                  <a:lnTo>
                    <a:pt x="24383" y="28701"/>
                  </a:lnTo>
                  <a:lnTo>
                    <a:pt x="24764" y="28193"/>
                  </a:lnTo>
                  <a:lnTo>
                    <a:pt x="26162" y="30098"/>
                  </a:lnTo>
                  <a:lnTo>
                    <a:pt x="28575" y="30225"/>
                  </a:lnTo>
                  <a:lnTo>
                    <a:pt x="30225" y="28701"/>
                  </a:lnTo>
                  <a:lnTo>
                    <a:pt x="30987" y="28066"/>
                  </a:lnTo>
                  <a:lnTo>
                    <a:pt x="31495" y="27177"/>
                  </a:lnTo>
                  <a:lnTo>
                    <a:pt x="31623" y="26162"/>
                  </a:lnTo>
                  <a:lnTo>
                    <a:pt x="33908" y="25400"/>
                  </a:lnTo>
                  <a:lnTo>
                    <a:pt x="35305" y="22732"/>
                  </a:lnTo>
                  <a:lnTo>
                    <a:pt x="34670" y="20065"/>
                  </a:lnTo>
                  <a:lnTo>
                    <a:pt x="34543" y="19684"/>
                  </a:lnTo>
                  <a:lnTo>
                    <a:pt x="34416" y="19430"/>
                  </a:lnTo>
                  <a:lnTo>
                    <a:pt x="36322" y="16763"/>
                  </a:lnTo>
                  <a:lnTo>
                    <a:pt x="35813" y="12953"/>
                  </a:lnTo>
                  <a:lnTo>
                    <a:pt x="33400" y="10794"/>
                  </a:lnTo>
                  <a:lnTo>
                    <a:pt x="32638" y="10159"/>
                  </a:lnTo>
                  <a:lnTo>
                    <a:pt x="31750" y="9778"/>
                  </a:lnTo>
                  <a:lnTo>
                    <a:pt x="30861" y="9651"/>
                  </a:lnTo>
                  <a:lnTo>
                    <a:pt x="30861" y="6730"/>
                  </a:lnTo>
                  <a:lnTo>
                    <a:pt x="28701" y="4317"/>
                  </a:lnTo>
                  <a:lnTo>
                    <a:pt x="26162" y="4317"/>
                  </a:lnTo>
                  <a:lnTo>
                    <a:pt x="25273" y="4317"/>
                  </a:lnTo>
                  <a:lnTo>
                    <a:pt x="24383" y="4698"/>
                  </a:lnTo>
                  <a:lnTo>
                    <a:pt x="23622" y="5206"/>
                  </a:lnTo>
                  <a:lnTo>
                    <a:pt x="22860" y="1904"/>
                  </a:lnTo>
                  <a:lnTo>
                    <a:pt x="19685" y="0"/>
                  </a:lnTo>
                  <a:lnTo>
                    <a:pt x="16890" y="1015"/>
                  </a:lnTo>
                  <a:lnTo>
                    <a:pt x="15620" y="1523"/>
                  </a:lnTo>
                  <a:lnTo>
                    <a:pt x="14604" y="2285"/>
                  </a:lnTo>
                  <a:lnTo>
                    <a:pt x="13842" y="3555"/>
                  </a:lnTo>
                  <a:lnTo>
                    <a:pt x="10922" y="1523"/>
                  </a:lnTo>
                  <a:lnTo>
                    <a:pt x="7112" y="2539"/>
                  </a:lnTo>
                  <a:lnTo>
                    <a:pt x="5333" y="5968"/>
                  </a:lnTo>
                  <a:lnTo>
                    <a:pt x="3301" y="5841"/>
                  </a:lnTo>
                  <a:lnTo>
                    <a:pt x="1524" y="7365"/>
                  </a:lnTo>
                  <a:lnTo>
                    <a:pt x="1269" y="9525"/>
                  </a:lnTo>
                  <a:lnTo>
                    <a:pt x="1142" y="10667"/>
                  </a:lnTo>
                  <a:lnTo>
                    <a:pt x="1524" y="11810"/>
                  </a:lnTo>
                  <a:lnTo>
                    <a:pt x="2286" y="12700"/>
                  </a:lnTo>
                  <a:lnTo>
                    <a:pt x="507" y="13842"/>
                  </a:lnTo>
                  <a:lnTo>
                    <a:pt x="0" y="16255"/>
                  </a:lnTo>
                  <a:lnTo>
                    <a:pt x="1015" y="18160"/>
                  </a:lnTo>
                  <a:lnTo>
                    <a:pt x="1524" y="19303"/>
                  </a:lnTo>
                  <a:lnTo>
                    <a:pt x="2539" y="19938"/>
                  </a:lnTo>
                  <a:lnTo>
                    <a:pt x="3682" y="20065"/>
                  </a:lnTo>
                  <a:close/>
                </a:path>
                <a:path w="36829" h="132714">
                  <a:moveTo>
                    <a:pt x="15112" y="131444"/>
                  </a:moveTo>
                  <a:lnTo>
                    <a:pt x="15112" y="131063"/>
                  </a:lnTo>
                  <a:lnTo>
                    <a:pt x="14731" y="130682"/>
                  </a:lnTo>
                  <a:lnTo>
                    <a:pt x="14224" y="130682"/>
                  </a:lnTo>
                  <a:lnTo>
                    <a:pt x="13842" y="130682"/>
                  </a:lnTo>
                  <a:lnTo>
                    <a:pt x="13462" y="131063"/>
                  </a:lnTo>
                  <a:lnTo>
                    <a:pt x="13462" y="131444"/>
                  </a:lnTo>
                  <a:lnTo>
                    <a:pt x="13462" y="131952"/>
                  </a:lnTo>
                  <a:lnTo>
                    <a:pt x="13842" y="132333"/>
                  </a:lnTo>
                  <a:lnTo>
                    <a:pt x="14224" y="132333"/>
                  </a:lnTo>
                  <a:lnTo>
                    <a:pt x="14731" y="132333"/>
                  </a:lnTo>
                  <a:lnTo>
                    <a:pt x="15112" y="131952"/>
                  </a:lnTo>
                  <a:lnTo>
                    <a:pt x="15112" y="131444"/>
                  </a:lnTo>
                  <a:close/>
                </a:path>
                <a:path w="36829" h="132714">
                  <a:moveTo>
                    <a:pt x="17017" y="98170"/>
                  </a:moveTo>
                  <a:lnTo>
                    <a:pt x="17017" y="97281"/>
                  </a:lnTo>
                  <a:lnTo>
                    <a:pt x="16255" y="96519"/>
                  </a:lnTo>
                  <a:lnTo>
                    <a:pt x="15366" y="96519"/>
                  </a:lnTo>
                  <a:lnTo>
                    <a:pt x="14477" y="96519"/>
                  </a:lnTo>
                  <a:lnTo>
                    <a:pt x="13715" y="97281"/>
                  </a:lnTo>
                  <a:lnTo>
                    <a:pt x="13715" y="98170"/>
                  </a:lnTo>
                  <a:lnTo>
                    <a:pt x="13715" y="99059"/>
                  </a:lnTo>
                  <a:lnTo>
                    <a:pt x="14477" y="99694"/>
                  </a:lnTo>
                  <a:lnTo>
                    <a:pt x="15366" y="99694"/>
                  </a:lnTo>
                  <a:lnTo>
                    <a:pt x="16255" y="99694"/>
                  </a:lnTo>
                  <a:lnTo>
                    <a:pt x="17017" y="99059"/>
                  </a:lnTo>
                  <a:lnTo>
                    <a:pt x="17017" y="98170"/>
                  </a:lnTo>
                  <a:close/>
                </a:path>
                <a:path w="36829" h="132714">
                  <a:moveTo>
                    <a:pt x="18923" y="63245"/>
                  </a:moveTo>
                  <a:lnTo>
                    <a:pt x="18923" y="61848"/>
                  </a:lnTo>
                  <a:lnTo>
                    <a:pt x="17779" y="60832"/>
                  </a:lnTo>
                  <a:lnTo>
                    <a:pt x="16510" y="60832"/>
                  </a:lnTo>
                  <a:lnTo>
                    <a:pt x="15112" y="60832"/>
                  </a:lnTo>
                  <a:lnTo>
                    <a:pt x="14097" y="61848"/>
                  </a:lnTo>
                  <a:lnTo>
                    <a:pt x="14097" y="63245"/>
                  </a:lnTo>
                  <a:lnTo>
                    <a:pt x="14097" y="64515"/>
                  </a:lnTo>
                  <a:lnTo>
                    <a:pt x="15112" y="65658"/>
                  </a:lnTo>
                  <a:lnTo>
                    <a:pt x="16510" y="65658"/>
                  </a:lnTo>
                  <a:lnTo>
                    <a:pt x="17779" y="65658"/>
                  </a:lnTo>
                  <a:lnTo>
                    <a:pt x="18923" y="64515"/>
                  </a:lnTo>
                  <a:lnTo>
                    <a:pt x="18923" y="63245"/>
                  </a:lnTo>
                  <a:close/>
                </a:path>
                <a:path w="36829" h="132714">
                  <a:moveTo>
                    <a:pt x="4317" y="12318"/>
                  </a:moveTo>
                  <a:lnTo>
                    <a:pt x="3555" y="12191"/>
                  </a:lnTo>
                  <a:lnTo>
                    <a:pt x="2920" y="12445"/>
                  </a:lnTo>
                  <a:lnTo>
                    <a:pt x="2286" y="12826"/>
                  </a:lnTo>
                </a:path>
                <a:path w="36829" h="132714">
                  <a:moveTo>
                    <a:pt x="6095" y="6476"/>
                  </a:moveTo>
                  <a:lnTo>
                    <a:pt x="5841" y="6350"/>
                  </a:lnTo>
                  <a:lnTo>
                    <a:pt x="5587" y="6222"/>
                  </a:lnTo>
                  <a:lnTo>
                    <a:pt x="5206" y="6222"/>
                  </a:lnTo>
                </a:path>
                <a:path w="36829" h="132714">
                  <a:moveTo>
                    <a:pt x="13842" y="3682"/>
                  </a:moveTo>
                  <a:lnTo>
                    <a:pt x="13715" y="4063"/>
                  </a:lnTo>
                  <a:lnTo>
                    <a:pt x="13462" y="4444"/>
                  </a:lnTo>
                  <a:lnTo>
                    <a:pt x="13335" y="4825"/>
                  </a:lnTo>
                </a:path>
                <a:path w="36829" h="132714">
                  <a:moveTo>
                    <a:pt x="23875" y="6603"/>
                  </a:moveTo>
                  <a:lnTo>
                    <a:pt x="23875" y="6095"/>
                  </a:lnTo>
                  <a:lnTo>
                    <a:pt x="23749" y="5714"/>
                  </a:lnTo>
                  <a:lnTo>
                    <a:pt x="23622" y="5333"/>
                  </a:lnTo>
                </a:path>
                <a:path w="36829" h="132714">
                  <a:moveTo>
                    <a:pt x="28193" y="14477"/>
                  </a:moveTo>
                  <a:lnTo>
                    <a:pt x="29844" y="13588"/>
                  </a:lnTo>
                  <a:lnTo>
                    <a:pt x="30861" y="11683"/>
                  </a:lnTo>
                  <a:lnTo>
                    <a:pt x="30861" y="9651"/>
                  </a:lnTo>
                </a:path>
                <a:path w="36829" h="132714">
                  <a:moveTo>
                    <a:pt x="34416" y="19557"/>
                  </a:moveTo>
                  <a:lnTo>
                    <a:pt x="34162" y="18922"/>
                  </a:lnTo>
                  <a:lnTo>
                    <a:pt x="33781" y="18287"/>
                  </a:lnTo>
                  <a:lnTo>
                    <a:pt x="33274" y="17779"/>
                  </a:lnTo>
                </a:path>
                <a:path w="36829" h="132714">
                  <a:moveTo>
                    <a:pt x="31623" y="26162"/>
                  </a:moveTo>
                  <a:lnTo>
                    <a:pt x="31623" y="25907"/>
                  </a:lnTo>
                  <a:lnTo>
                    <a:pt x="31623" y="25653"/>
                  </a:lnTo>
                  <a:lnTo>
                    <a:pt x="31623" y="25400"/>
                  </a:lnTo>
                </a:path>
                <a:path w="36829" h="132714">
                  <a:moveTo>
                    <a:pt x="24129" y="27177"/>
                  </a:moveTo>
                  <a:lnTo>
                    <a:pt x="24256" y="27558"/>
                  </a:lnTo>
                  <a:lnTo>
                    <a:pt x="24511" y="27939"/>
                  </a:lnTo>
                  <a:lnTo>
                    <a:pt x="24764" y="28320"/>
                  </a:lnTo>
                </a:path>
                <a:path w="36829" h="132714">
                  <a:moveTo>
                    <a:pt x="18414" y="26669"/>
                  </a:moveTo>
                  <a:lnTo>
                    <a:pt x="18541" y="27050"/>
                  </a:lnTo>
                  <a:lnTo>
                    <a:pt x="18668" y="27304"/>
                  </a:lnTo>
                  <a:lnTo>
                    <a:pt x="18795" y="27558"/>
                  </a:lnTo>
                </a:path>
                <a:path w="36829" h="132714">
                  <a:moveTo>
                    <a:pt x="11811" y="26415"/>
                  </a:moveTo>
                  <a:lnTo>
                    <a:pt x="12191" y="26162"/>
                  </a:lnTo>
                  <a:lnTo>
                    <a:pt x="12573" y="25780"/>
                  </a:lnTo>
                  <a:lnTo>
                    <a:pt x="12953" y="25400"/>
                  </a:lnTo>
                </a:path>
                <a:path w="36829" h="132714">
                  <a:moveTo>
                    <a:pt x="3810" y="19303"/>
                  </a:moveTo>
                  <a:lnTo>
                    <a:pt x="3810" y="19557"/>
                  </a:lnTo>
                  <a:lnTo>
                    <a:pt x="3682" y="19938"/>
                  </a:lnTo>
                  <a:lnTo>
                    <a:pt x="3682" y="20192"/>
                  </a:lnTo>
                </a:path>
              </a:pathLst>
            </a:custGeom>
            <a:ln w="317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776976" y="2629661"/>
              <a:ext cx="36830" cy="90805"/>
            </a:xfrm>
            <a:custGeom>
              <a:avLst/>
              <a:gdLst/>
              <a:ahLst/>
              <a:cxnLst/>
              <a:rect l="l" t="t" r="r" b="b"/>
              <a:pathLst>
                <a:path w="36829" h="90805">
                  <a:moveTo>
                    <a:pt x="22987" y="46990"/>
                  </a:moveTo>
                  <a:lnTo>
                    <a:pt x="21971" y="45974"/>
                  </a:lnTo>
                  <a:lnTo>
                    <a:pt x="19431" y="45974"/>
                  </a:lnTo>
                  <a:lnTo>
                    <a:pt x="18415" y="46990"/>
                  </a:lnTo>
                  <a:lnTo>
                    <a:pt x="18415" y="49530"/>
                  </a:lnTo>
                  <a:lnTo>
                    <a:pt x="19431" y="50546"/>
                  </a:lnTo>
                  <a:lnTo>
                    <a:pt x="21971" y="50546"/>
                  </a:lnTo>
                  <a:lnTo>
                    <a:pt x="22987" y="49530"/>
                  </a:lnTo>
                  <a:lnTo>
                    <a:pt x="22987" y="48260"/>
                  </a:lnTo>
                  <a:lnTo>
                    <a:pt x="22987" y="46990"/>
                  </a:lnTo>
                  <a:close/>
                </a:path>
                <a:path w="36829" h="90805">
                  <a:moveTo>
                    <a:pt x="23876" y="69088"/>
                  </a:moveTo>
                  <a:lnTo>
                    <a:pt x="23114" y="68453"/>
                  </a:lnTo>
                  <a:lnTo>
                    <a:pt x="21463" y="68453"/>
                  </a:lnTo>
                  <a:lnTo>
                    <a:pt x="20828" y="69088"/>
                  </a:lnTo>
                  <a:lnTo>
                    <a:pt x="20828" y="70739"/>
                  </a:lnTo>
                  <a:lnTo>
                    <a:pt x="21463" y="71501"/>
                  </a:lnTo>
                  <a:lnTo>
                    <a:pt x="23114" y="71501"/>
                  </a:lnTo>
                  <a:lnTo>
                    <a:pt x="23876" y="70739"/>
                  </a:lnTo>
                  <a:lnTo>
                    <a:pt x="23876" y="69977"/>
                  </a:lnTo>
                  <a:lnTo>
                    <a:pt x="23876" y="69088"/>
                  </a:lnTo>
                  <a:close/>
                </a:path>
                <a:path w="36829" h="90805">
                  <a:moveTo>
                    <a:pt x="24638" y="89662"/>
                  </a:moveTo>
                  <a:lnTo>
                    <a:pt x="24257" y="89281"/>
                  </a:lnTo>
                  <a:lnTo>
                    <a:pt x="23495" y="89281"/>
                  </a:lnTo>
                  <a:lnTo>
                    <a:pt x="23114" y="89662"/>
                  </a:lnTo>
                  <a:lnTo>
                    <a:pt x="23114" y="90424"/>
                  </a:lnTo>
                  <a:lnTo>
                    <a:pt x="23495" y="90805"/>
                  </a:lnTo>
                  <a:lnTo>
                    <a:pt x="24257" y="90805"/>
                  </a:lnTo>
                  <a:lnTo>
                    <a:pt x="24638" y="90424"/>
                  </a:lnTo>
                  <a:lnTo>
                    <a:pt x="24638" y="90043"/>
                  </a:lnTo>
                  <a:lnTo>
                    <a:pt x="24638" y="89662"/>
                  </a:lnTo>
                  <a:close/>
                </a:path>
                <a:path w="36829" h="90805">
                  <a:moveTo>
                    <a:pt x="30835" y="26543"/>
                  </a:moveTo>
                  <a:lnTo>
                    <a:pt x="18897" y="26543"/>
                  </a:lnTo>
                  <a:lnTo>
                    <a:pt x="19558" y="27940"/>
                  </a:lnTo>
                  <a:lnTo>
                    <a:pt x="21717" y="28575"/>
                  </a:lnTo>
                  <a:lnTo>
                    <a:pt x="24003" y="27432"/>
                  </a:lnTo>
                  <a:lnTo>
                    <a:pt x="24638" y="26797"/>
                  </a:lnTo>
                  <a:lnTo>
                    <a:pt x="24866" y="26797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086" y="27178"/>
                  </a:lnTo>
                  <a:lnTo>
                    <a:pt x="30530" y="26797"/>
                  </a:lnTo>
                  <a:lnTo>
                    <a:pt x="30835" y="26543"/>
                  </a:lnTo>
                  <a:close/>
                </a:path>
                <a:path w="36829" h="90805">
                  <a:moveTo>
                    <a:pt x="36322" y="15875"/>
                  </a:moveTo>
                  <a:lnTo>
                    <a:pt x="35928" y="13081"/>
                  </a:lnTo>
                  <a:lnTo>
                    <a:pt x="35814" y="12192"/>
                  </a:lnTo>
                  <a:lnTo>
                    <a:pt x="32639" y="9525"/>
                  </a:lnTo>
                  <a:lnTo>
                    <a:pt x="31750" y="9144"/>
                  </a:lnTo>
                  <a:lnTo>
                    <a:pt x="30861" y="9144"/>
                  </a:lnTo>
                  <a:lnTo>
                    <a:pt x="30861" y="6223"/>
                  </a:lnTo>
                  <a:lnTo>
                    <a:pt x="29464" y="4826"/>
                  </a:lnTo>
                  <a:lnTo>
                    <a:pt x="28702" y="4064"/>
                  </a:lnTo>
                  <a:lnTo>
                    <a:pt x="25273" y="4064"/>
                  </a:lnTo>
                  <a:lnTo>
                    <a:pt x="24384" y="4318"/>
                  </a:lnTo>
                  <a:lnTo>
                    <a:pt x="23622" y="4826"/>
                  </a:lnTo>
                  <a:lnTo>
                    <a:pt x="23241" y="3302"/>
                  </a:lnTo>
                  <a:lnTo>
                    <a:pt x="23012" y="2413"/>
                  </a:lnTo>
                  <a:lnTo>
                    <a:pt x="22948" y="2159"/>
                  </a:lnTo>
                  <a:lnTo>
                    <a:pt x="22860" y="1778"/>
                  </a:lnTo>
                  <a:lnTo>
                    <a:pt x="19685" y="0"/>
                  </a:lnTo>
                  <a:lnTo>
                    <a:pt x="16891" y="889"/>
                  </a:lnTo>
                  <a:lnTo>
                    <a:pt x="15189" y="1397"/>
                  </a:lnTo>
                  <a:lnTo>
                    <a:pt x="15468" y="1397"/>
                  </a:lnTo>
                  <a:lnTo>
                    <a:pt x="14605" y="2159"/>
                  </a:lnTo>
                  <a:lnTo>
                    <a:pt x="13843" y="3302"/>
                  </a:lnTo>
                  <a:lnTo>
                    <a:pt x="10922" y="1397"/>
                  </a:lnTo>
                  <a:lnTo>
                    <a:pt x="7112" y="2413"/>
                  </a:lnTo>
                  <a:lnTo>
                    <a:pt x="5334" y="5588"/>
                  </a:lnTo>
                  <a:lnTo>
                    <a:pt x="3136" y="5588"/>
                  </a:lnTo>
                  <a:lnTo>
                    <a:pt x="1524" y="6858"/>
                  </a:lnTo>
                  <a:lnTo>
                    <a:pt x="1244" y="9144"/>
                  </a:lnTo>
                  <a:lnTo>
                    <a:pt x="1143" y="10033"/>
                  </a:lnTo>
                  <a:lnTo>
                    <a:pt x="1524" y="11176"/>
                  </a:lnTo>
                  <a:lnTo>
                    <a:pt x="2286" y="11938"/>
                  </a:lnTo>
                  <a:lnTo>
                    <a:pt x="508" y="13081"/>
                  </a:lnTo>
                  <a:lnTo>
                    <a:pt x="0" y="15367"/>
                  </a:lnTo>
                  <a:lnTo>
                    <a:pt x="1016" y="17145"/>
                  </a:lnTo>
                  <a:lnTo>
                    <a:pt x="1524" y="18161"/>
                  </a:lnTo>
                  <a:lnTo>
                    <a:pt x="2540" y="18935"/>
                  </a:lnTo>
                  <a:lnTo>
                    <a:pt x="3670" y="18935"/>
                  </a:lnTo>
                  <a:lnTo>
                    <a:pt x="3378" y="21463"/>
                  </a:lnTo>
                  <a:lnTo>
                    <a:pt x="3302" y="22225"/>
                  </a:lnTo>
                  <a:lnTo>
                    <a:pt x="5334" y="25146"/>
                  </a:lnTo>
                  <a:lnTo>
                    <a:pt x="9144" y="25781"/>
                  </a:lnTo>
                  <a:lnTo>
                    <a:pt x="10388" y="25781"/>
                  </a:lnTo>
                  <a:lnTo>
                    <a:pt x="11811" y="24892"/>
                  </a:lnTo>
                  <a:lnTo>
                    <a:pt x="12954" y="27178"/>
                  </a:lnTo>
                  <a:lnTo>
                    <a:pt x="15621" y="27940"/>
                  </a:lnTo>
                  <a:lnTo>
                    <a:pt x="17780" y="26797"/>
                  </a:lnTo>
                  <a:lnTo>
                    <a:pt x="18034" y="26543"/>
                  </a:lnTo>
                  <a:lnTo>
                    <a:pt x="18402" y="26289"/>
                  </a:lnTo>
                  <a:lnTo>
                    <a:pt x="18148" y="26543"/>
                  </a:lnTo>
                  <a:lnTo>
                    <a:pt x="18897" y="26543"/>
                  </a:lnTo>
                  <a:lnTo>
                    <a:pt x="18694" y="26098"/>
                  </a:lnTo>
                  <a:lnTo>
                    <a:pt x="31242" y="26035"/>
                  </a:lnTo>
                  <a:lnTo>
                    <a:pt x="31407" y="25781"/>
                  </a:lnTo>
                  <a:lnTo>
                    <a:pt x="31559" y="25146"/>
                  </a:lnTo>
                  <a:lnTo>
                    <a:pt x="31584" y="24892"/>
                  </a:lnTo>
                  <a:lnTo>
                    <a:pt x="31623" y="24638"/>
                  </a:lnTo>
                  <a:lnTo>
                    <a:pt x="33909" y="24003"/>
                  </a:lnTo>
                  <a:lnTo>
                    <a:pt x="35306" y="21463"/>
                  </a:lnTo>
                  <a:lnTo>
                    <a:pt x="34671" y="18935"/>
                  </a:lnTo>
                  <a:lnTo>
                    <a:pt x="34544" y="18542"/>
                  </a:lnTo>
                  <a:lnTo>
                    <a:pt x="34315" y="18542"/>
                  </a:lnTo>
                  <a:lnTo>
                    <a:pt x="36322" y="15875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76975" y="2629661"/>
              <a:ext cx="36830" cy="90805"/>
            </a:xfrm>
            <a:custGeom>
              <a:avLst/>
              <a:gdLst/>
              <a:ahLst/>
              <a:cxnLst/>
              <a:rect l="l" t="t" r="r" b="b"/>
              <a:pathLst>
                <a:path w="36829" h="90805">
                  <a:moveTo>
                    <a:pt x="3683" y="19050"/>
                  </a:moveTo>
                  <a:lnTo>
                    <a:pt x="3301" y="22225"/>
                  </a:lnTo>
                  <a:lnTo>
                    <a:pt x="5334" y="25146"/>
                  </a:lnTo>
                  <a:lnTo>
                    <a:pt x="8382" y="25653"/>
                  </a:lnTo>
                  <a:lnTo>
                    <a:pt x="9525" y="25780"/>
                  </a:lnTo>
                  <a:lnTo>
                    <a:pt x="10795" y="25526"/>
                  </a:lnTo>
                  <a:lnTo>
                    <a:pt x="11811" y="24891"/>
                  </a:lnTo>
                  <a:lnTo>
                    <a:pt x="12953" y="27177"/>
                  </a:lnTo>
                  <a:lnTo>
                    <a:pt x="15621" y="27939"/>
                  </a:lnTo>
                  <a:lnTo>
                    <a:pt x="17779" y="26797"/>
                  </a:lnTo>
                  <a:lnTo>
                    <a:pt x="18034" y="26542"/>
                  </a:lnTo>
                  <a:lnTo>
                    <a:pt x="18414" y="26288"/>
                  </a:lnTo>
                  <a:lnTo>
                    <a:pt x="18669" y="26035"/>
                  </a:lnTo>
                  <a:lnTo>
                    <a:pt x="19558" y="27939"/>
                  </a:lnTo>
                  <a:lnTo>
                    <a:pt x="21716" y="28575"/>
                  </a:lnTo>
                  <a:lnTo>
                    <a:pt x="23495" y="27686"/>
                  </a:lnTo>
                  <a:lnTo>
                    <a:pt x="24002" y="27432"/>
                  </a:lnTo>
                  <a:lnTo>
                    <a:pt x="24384" y="27050"/>
                  </a:lnTo>
                  <a:lnTo>
                    <a:pt x="24764" y="26670"/>
                  </a:lnTo>
                  <a:lnTo>
                    <a:pt x="26162" y="28321"/>
                  </a:lnTo>
                  <a:lnTo>
                    <a:pt x="28575" y="28575"/>
                  </a:lnTo>
                  <a:lnTo>
                    <a:pt x="30225" y="27050"/>
                  </a:lnTo>
                  <a:lnTo>
                    <a:pt x="30987" y="26415"/>
                  </a:lnTo>
                  <a:lnTo>
                    <a:pt x="31496" y="25653"/>
                  </a:lnTo>
                  <a:lnTo>
                    <a:pt x="31623" y="24637"/>
                  </a:lnTo>
                  <a:lnTo>
                    <a:pt x="33909" y="24002"/>
                  </a:lnTo>
                  <a:lnTo>
                    <a:pt x="35306" y="21462"/>
                  </a:lnTo>
                  <a:lnTo>
                    <a:pt x="34671" y="18923"/>
                  </a:lnTo>
                  <a:lnTo>
                    <a:pt x="34544" y="18541"/>
                  </a:lnTo>
                  <a:lnTo>
                    <a:pt x="34416" y="18414"/>
                  </a:lnTo>
                  <a:lnTo>
                    <a:pt x="36322" y="15875"/>
                  </a:lnTo>
                  <a:lnTo>
                    <a:pt x="35813" y="12191"/>
                  </a:lnTo>
                  <a:lnTo>
                    <a:pt x="33400" y="10160"/>
                  </a:lnTo>
                  <a:lnTo>
                    <a:pt x="32638" y="9525"/>
                  </a:lnTo>
                  <a:lnTo>
                    <a:pt x="31750" y="9143"/>
                  </a:lnTo>
                  <a:lnTo>
                    <a:pt x="30861" y="9016"/>
                  </a:lnTo>
                  <a:lnTo>
                    <a:pt x="30861" y="6223"/>
                  </a:lnTo>
                  <a:lnTo>
                    <a:pt x="28701" y="4063"/>
                  </a:lnTo>
                  <a:lnTo>
                    <a:pt x="26162" y="4063"/>
                  </a:lnTo>
                  <a:lnTo>
                    <a:pt x="25273" y="4063"/>
                  </a:lnTo>
                  <a:lnTo>
                    <a:pt x="24384" y="4317"/>
                  </a:lnTo>
                  <a:lnTo>
                    <a:pt x="23622" y="4825"/>
                  </a:lnTo>
                  <a:lnTo>
                    <a:pt x="22860" y="1777"/>
                  </a:lnTo>
                  <a:lnTo>
                    <a:pt x="19685" y="0"/>
                  </a:lnTo>
                  <a:lnTo>
                    <a:pt x="16890" y="888"/>
                  </a:lnTo>
                  <a:lnTo>
                    <a:pt x="15621" y="1270"/>
                  </a:lnTo>
                  <a:lnTo>
                    <a:pt x="14604" y="2159"/>
                  </a:lnTo>
                  <a:lnTo>
                    <a:pt x="13843" y="3301"/>
                  </a:lnTo>
                  <a:lnTo>
                    <a:pt x="10922" y="1397"/>
                  </a:lnTo>
                  <a:lnTo>
                    <a:pt x="7112" y="2412"/>
                  </a:lnTo>
                  <a:lnTo>
                    <a:pt x="5334" y="5587"/>
                  </a:lnTo>
                  <a:lnTo>
                    <a:pt x="3301" y="5461"/>
                  </a:lnTo>
                  <a:lnTo>
                    <a:pt x="1524" y="6858"/>
                  </a:lnTo>
                  <a:lnTo>
                    <a:pt x="1270" y="9016"/>
                  </a:lnTo>
                  <a:lnTo>
                    <a:pt x="1143" y="10033"/>
                  </a:lnTo>
                  <a:lnTo>
                    <a:pt x="1524" y="11175"/>
                  </a:lnTo>
                  <a:lnTo>
                    <a:pt x="2286" y="11937"/>
                  </a:lnTo>
                  <a:lnTo>
                    <a:pt x="508" y="13080"/>
                  </a:lnTo>
                  <a:lnTo>
                    <a:pt x="0" y="15366"/>
                  </a:lnTo>
                  <a:lnTo>
                    <a:pt x="1015" y="17145"/>
                  </a:lnTo>
                  <a:lnTo>
                    <a:pt x="1524" y="18161"/>
                  </a:lnTo>
                  <a:lnTo>
                    <a:pt x="2539" y="18923"/>
                  </a:lnTo>
                  <a:lnTo>
                    <a:pt x="3683" y="18923"/>
                  </a:lnTo>
                  <a:close/>
                </a:path>
                <a:path w="36829" h="90805">
                  <a:moveTo>
                    <a:pt x="24637" y="90042"/>
                  </a:moveTo>
                  <a:lnTo>
                    <a:pt x="24637" y="89662"/>
                  </a:lnTo>
                  <a:lnTo>
                    <a:pt x="24257" y="89280"/>
                  </a:lnTo>
                  <a:lnTo>
                    <a:pt x="23875" y="89280"/>
                  </a:lnTo>
                  <a:lnTo>
                    <a:pt x="23495" y="89280"/>
                  </a:lnTo>
                  <a:lnTo>
                    <a:pt x="23113" y="89662"/>
                  </a:lnTo>
                  <a:lnTo>
                    <a:pt x="23113" y="90042"/>
                  </a:lnTo>
                  <a:lnTo>
                    <a:pt x="23113" y="90424"/>
                  </a:lnTo>
                  <a:lnTo>
                    <a:pt x="23495" y="90804"/>
                  </a:lnTo>
                  <a:lnTo>
                    <a:pt x="23875" y="90804"/>
                  </a:lnTo>
                  <a:lnTo>
                    <a:pt x="24257" y="90804"/>
                  </a:lnTo>
                  <a:lnTo>
                    <a:pt x="24637" y="90424"/>
                  </a:lnTo>
                  <a:lnTo>
                    <a:pt x="24637" y="90042"/>
                  </a:lnTo>
                  <a:close/>
                </a:path>
                <a:path w="36829" h="90805">
                  <a:moveTo>
                    <a:pt x="23875" y="69976"/>
                  </a:moveTo>
                  <a:lnTo>
                    <a:pt x="23875" y="69087"/>
                  </a:lnTo>
                  <a:lnTo>
                    <a:pt x="23113" y="68452"/>
                  </a:lnTo>
                  <a:lnTo>
                    <a:pt x="22351" y="68452"/>
                  </a:lnTo>
                  <a:lnTo>
                    <a:pt x="21462" y="68452"/>
                  </a:lnTo>
                  <a:lnTo>
                    <a:pt x="20827" y="69087"/>
                  </a:lnTo>
                  <a:lnTo>
                    <a:pt x="20827" y="69976"/>
                  </a:lnTo>
                  <a:lnTo>
                    <a:pt x="20827" y="70738"/>
                  </a:lnTo>
                  <a:lnTo>
                    <a:pt x="21462" y="71500"/>
                  </a:lnTo>
                  <a:lnTo>
                    <a:pt x="22351" y="71500"/>
                  </a:lnTo>
                  <a:lnTo>
                    <a:pt x="23113" y="71500"/>
                  </a:lnTo>
                  <a:lnTo>
                    <a:pt x="23875" y="70738"/>
                  </a:lnTo>
                  <a:lnTo>
                    <a:pt x="23875" y="69976"/>
                  </a:lnTo>
                  <a:close/>
                </a:path>
                <a:path w="36829" h="90805">
                  <a:moveTo>
                    <a:pt x="22987" y="48260"/>
                  </a:moveTo>
                  <a:lnTo>
                    <a:pt x="22987" y="46989"/>
                  </a:lnTo>
                  <a:lnTo>
                    <a:pt x="21971" y="45974"/>
                  </a:lnTo>
                  <a:lnTo>
                    <a:pt x="20700" y="45974"/>
                  </a:lnTo>
                  <a:lnTo>
                    <a:pt x="19431" y="45974"/>
                  </a:lnTo>
                  <a:lnTo>
                    <a:pt x="18414" y="46989"/>
                  </a:lnTo>
                  <a:lnTo>
                    <a:pt x="18414" y="48260"/>
                  </a:lnTo>
                  <a:lnTo>
                    <a:pt x="18414" y="49529"/>
                  </a:lnTo>
                  <a:lnTo>
                    <a:pt x="19431" y="50546"/>
                  </a:lnTo>
                  <a:lnTo>
                    <a:pt x="20700" y="50546"/>
                  </a:lnTo>
                  <a:lnTo>
                    <a:pt x="21971" y="50546"/>
                  </a:lnTo>
                  <a:lnTo>
                    <a:pt x="22987" y="49529"/>
                  </a:lnTo>
                  <a:lnTo>
                    <a:pt x="22987" y="48260"/>
                  </a:lnTo>
                  <a:close/>
                </a:path>
                <a:path w="36829" h="90805">
                  <a:moveTo>
                    <a:pt x="4318" y="11557"/>
                  </a:moveTo>
                  <a:lnTo>
                    <a:pt x="3556" y="11557"/>
                  </a:lnTo>
                  <a:lnTo>
                    <a:pt x="2921" y="11684"/>
                  </a:lnTo>
                  <a:lnTo>
                    <a:pt x="2286" y="12064"/>
                  </a:lnTo>
                </a:path>
                <a:path w="36829" h="90805">
                  <a:moveTo>
                    <a:pt x="6096" y="6096"/>
                  </a:moveTo>
                  <a:lnTo>
                    <a:pt x="5841" y="5968"/>
                  </a:lnTo>
                  <a:lnTo>
                    <a:pt x="5587" y="5841"/>
                  </a:lnTo>
                  <a:lnTo>
                    <a:pt x="5207" y="5841"/>
                  </a:lnTo>
                </a:path>
                <a:path w="36829" h="90805">
                  <a:moveTo>
                    <a:pt x="13843" y="3428"/>
                  </a:moveTo>
                  <a:lnTo>
                    <a:pt x="13715" y="3683"/>
                  </a:lnTo>
                  <a:lnTo>
                    <a:pt x="13462" y="4063"/>
                  </a:lnTo>
                  <a:lnTo>
                    <a:pt x="13335" y="4445"/>
                  </a:lnTo>
                </a:path>
                <a:path w="36829" h="90805">
                  <a:moveTo>
                    <a:pt x="23875" y="6096"/>
                  </a:moveTo>
                  <a:lnTo>
                    <a:pt x="23875" y="5714"/>
                  </a:lnTo>
                  <a:lnTo>
                    <a:pt x="23749" y="5334"/>
                  </a:lnTo>
                  <a:lnTo>
                    <a:pt x="23622" y="4952"/>
                  </a:lnTo>
                </a:path>
                <a:path w="36829" h="90805">
                  <a:moveTo>
                    <a:pt x="28194" y="13588"/>
                  </a:moveTo>
                  <a:lnTo>
                    <a:pt x="29845" y="12826"/>
                  </a:lnTo>
                  <a:lnTo>
                    <a:pt x="30861" y="11049"/>
                  </a:lnTo>
                  <a:lnTo>
                    <a:pt x="30861" y="9143"/>
                  </a:lnTo>
                </a:path>
                <a:path w="36829" h="90805">
                  <a:moveTo>
                    <a:pt x="34416" y="18414"/>
                  </a:moveTo>
                  <a:lnTo>
                    <a:pt x="34162" y="17779"/>
                  </a:lnTo>
                  <a:lnTo>
                    <a:pt x="33782" y="17145"/>
                  </a:lnTo>
                  <a:lnTo>
                    <a:pt x="33274" y="16763"/>
                  </a:lnTo>
                </a:path>
                <a:path w="36829" h="90805">
                  <a:moveTo>
                    <a:pt x="31623" y="24764"/>
                  </a:moveTo>
                  <a:lnTo>
                    <a:pt x="31623" y="24511"/>
                  </a:lnTo>
                  <a:lnTo>
                    <a:pt x="31623" y="24257"/>
                  </a:lnTo>
                  <a:lnTo>
                    <a:pt x="31623" y="24002"/>
                  </a:lnTo>
                </a:path>
                <a:path w="36829" h="90805">
                  <a:moveTo>
                    <a:pt x="24129" y="25653"/>
                  </a:moveTo>
                  <a:lnTo>
                    <a:pt x="24257" y="26035"/>
                  </a:lnTo>
                  <a:lnTo>
                    <a:pt x="24511" y="26415"/>
                  </a:lnTo>
                  <a:lnTo>
                    <a:pt x="24764" y="26670"/>
                  </a:lnTo>
                </a:path>
                <a:path w="36829" h="90805">
                  <a:moveTo>
                    <a:pt x="18414" y="25146"/>
                  </a:moveTo>
                  <a:lnTo>
                    <a:pt x="18541" y="25526"/>
                  </a:lnTo>
                  <a:lnTo>
                    <a:pt x="18669" y="25780"/>
                  </a:lnTo>
                  <a:lnTo>
                    <a:pt x="18796" y="26035"/>
                  </a:lnTo>
                </a:path>
                <a:path w="36829" h="90805">
                  <a:moveTo>
                    <a:pt x="11811" y="24891"/>
                  </a:moveTo>
                  <a:lnTo>
                    <a:pt x="12191" y="24637"/>
                  </a:lnTo>
                  <a:lnTo>
                    <a:pt x="12573" y="24384"/>
                  </a:lnTo>
                  <a:lnTo>
                    <a:pt x="12953" y="24002"/>
                  </a:lnTo>
                </a:path>
                <a:path w="36829" h="90805">
                  <a:moveTo>
                    <a:pt x="3810" y="18161"/>
                  </a:moveTo>
                  <a:lnTo>
                    <a:pt x="3810" y="18414"/>
                  </a:lnTo>
                  <a:lnTo>
                    <a:pt x="3683" y="18796"/>
                  </a:lnTo>
                  <a:lnTo>
                    <a:pt x="3683" y="19050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872484" y="2348483"/>
              <a:ext cx="184785" cy="466725"/>
            </a:xfrm>
            <a:custGeom>
              <a:avLst/>
              <a:gdLst/>
              <a:ahLst/>
              <a:cxnLst/>
              <a:rect l="l" t="t" r="r" b="b"/>
              <a:pathLst>
                <a:path w="184785" h="466725">
                  <a:moveTo>
                    <a:pt x="184403" y="7619"/>
                  </a:moveTo>
                  <a:lnTo>
                    <a:pt x="172212" y="466343"/>
                  </a:lnTo>
                </a:path>
                <a:path w="184785" h="466725">
                  <a:moveTo>
                    <a:pt x="172212" y="466343"/>
                  </a:moveTo>
                  <a:lnTo>
                    <a:pt x="91439" y="158495"/>
                  </a:lnTo>
                </a:path>
                <a:path w="184785" h="466725">
                  <a:moveTo>
                    <a:pt x="91439" y="150875"/>
                  </a:moveTo>
                  <a:lnTo>
                    <a:pt x="6095" y="466343"/>
                  </a:lnTo>
                </a:path>
                <a:path w="184785" h="466725">
                  <a:moveTo>
                    <a:pt x="6095" y="466343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836797" y="2550540"/>
              <a:ext cx="40005" cy="111760"/>
            </a:xfrm>
            <a:custGeom>
              <a:avLst/>
              <a:gdLst/>
              <a:ahLst/>
              <a:cxnLst/>
              <a:rect l="l" t="t" r="r" b="b"/>
              <a:pathLst>
                <a:path w="40004" h="111760">
                  <a:moveTo>
                    <a:pt x="21717" y="110236"/>
                  </a:moveTo>
                  <a:lnTo>
                    <a:pt x="21463" y="109982"/>
                  </a:lnTo>
                  <a:lnTo>
                    <a:pt x="20701" y="109982"/>
                  </a:lnTo>
                  <a:lnTo>
                    <a:pt x="20320" y="110236"/>
                  </a:lnTo>
                  <a:lnTo>
                    <a:pt x="20320" y="110998"/>
                  </a:lnTo>
                  <a:lnTo>
                    <a:pt x="20701" y="111252"/>
                  </a:lnTo>
                  <a:lnTo>
                    <a:pt x="21463" y="111252"/>
                  </a:lnTo>
                  <a:lnTo>
                    <a:pt x="21717" y="110998"/>
                  </a:lnTo>
                  <a:lnTo>
                    <a:pt x="21717" y="110617"/>
                  </a:lnTo>
                  <a:lnTo>
                    <a:pt x="21717" y="110236"/>
                  </a:lnTo>
                  <a:close/>
                </a:path>
                <a:path w="40004" h="111760">
                  <a:moveTo>
                    <a:pt x="21971" y="81788"/>
                  </a:moveTo>
                  <a:lnTo>
                    <a:pt x="21463" y="81153"/>
                  </a:lnTo>
                  <a:lnTo>
                    <a:pt x="19939" y="81153"/>
                  </a:lnTo>
                  <a:lnTo>
                    <a:pt x="19304" y="81788"/>
                  </a:lnTo>
                  <a:lnTo>
                    <a:pt x="19304" y="83312"/>
                  </a:lnTo>
                  <a:lnTo>
                    <a:pt x="19939" y="83947"/>
                  </a:lnTo>
                  <a:lnTo>
                    <a:pt x="21463" y="83947"/>
                  </a:lnTo>
                  <a:lnTo>
                    <a:pt x="21971" y="83312"/>
                  </a:lnTo>
                  <a:lnTo>
                    <a:pt x="21971" y="82550"/>
                  </a:lnTo>
                  <a:lnTo>
                    <a:pt x="21971" y="81788"/>
                  </a:lnTo>
                  <a:close/>
                </a:path>
                <a:path w="40004" h="111760">
                  <a:moveTo>
                    <a:pt x="22225" y="51943"/>
                  </a:moveTo>
                  <a:lnTo>
                    <a:pt x="21336" y="51054"/>
                  </a:lnTo>
                  <a:lnTo>
                    <a:pt x="19177" y="51054"/>
                  </a:lnTo>
                  <a:lnTo>
                    <a:pt x="18161" y="51943"/>
                  </a:lnTo>
                  <a:lnTo>
                    <a:pt x="18161" y="54229"/>
                  </a:lnTo>
                  <a:lnTo>
                    <a:pt x="19177" y="55118"/>
                  </a:lnTo>
                  <a:lnTo>
                    <a:pt x="21336" y="55118"/>
                  </a:lnTo>
                  <a:lnTo>
                    <a:pt x="22225" y="54229"/>
                  </a:lnTo>
                  <a:lnTo>
                    <a:pt x="22225" y="53086"/>
                  </a:lnTo>
                  <a:lnTo>
                    <a:pt x="22225" y="51943"/>
                  </a:lnTo>
                  <a:close/>
                </a:path>
                <a:path w="40004" h="111760">
                  <a:moveTo>
                    <a:pt x="34201" y="22860"/>
                  </a:moveTo>
                  <a:lnTo>
                    <a:pt x="13423" y="22860"/>
                  </a:lnTo>
                  <a:lnTo>
                    <a:pt x="14224" y="24130"/>
                  </a:lnTo>
                  <a:lnTo>
                    <a:pt x="17018" y="24892"/>
                  </a:lnTo>
                  <a:lnTo>
                    <a:pt x="19304" y="23749"/>
                  </a:lnTo>
                  <a:lnTo>
                    <a:pt x="19494" y="23749"/>
                  </a:lnTo>
                  <a:lnTo>
                    <a:pt x="20447" y="23114"/>
                  </a:lnTo>
                  <a:lnTo>
                    <a:pt x="21336" y="24765"/>
                  </a:lnTo>
                  <a:lnTo>
                    <a:pt x="23749" y="25400"/>
                  </a:lnTo>
                  <a:lnTo>
                    <a:pt x="25336" y="24765"/>
                  </a:lnTo>
                  <a:lnTo>
                    <a:pt x="26162" y="24384"/>
                  </a:lnTo>
                  <a:lnTo>
                    <a:pt x="26797" y="23749"/>
                  </a:lnTo>
                  <a:lnTo>
                    <a:pt x="27051" y="23749"/>
                  </a:lnTo>
                  <a:lnTo>
                    <a:pt x="28448" y="25146"/>
                  </a:lnTo>
                  <a:lnTo>
                    <a:pt x="31242" y="25400"/>
                  </a:lnTo>
                  <a:lnTo>
                    <a:pt x="32854" y="24130"/>
                  </a:lnTo>
                  <a:lnTo>
                    <a:pt x="33401" y="23749"/>
                  </a:lnTo>
                  <a:lnTo>
                    <a:pt x="33604" y="23749"/>
                  </a:lnTo>
                  <a:lnTo>
                    <a:pt x="34036" y="23114"/>
                  </a:lnTo>
                  <a:lnTo>
                    <a:pt x="34201" y="22860"/>
                  </a:lnTo>
                  <a:close/>
                </a:path>
                <a:path w="40004" h="111760">
                  <a:moveTo>
                    <a:pt x="39497" y="13970"/>
                  </a:moveTo>
                  <a:lnTo>
                    <a:pt x="39103" y="11557"/>
                  </a:lnTo>
                  <a:lnTo>
                    <a:pt x="38989" y="10795"/>
                  </a:lnTo>
                  <a:lnTo>
                    <a:pt x="36449" y="9017"/>
                  </a:lnTo>
                  <a:lnTo>
                    <a:pt x="35560" y="8509"/>
                  </a:lnTo>
                  <a:lnTo>
                    <a:pt x="34671" y="8128"/>
                  </a:lnTo>
                  <a:lnTo>
                    <a:pt x="33655" y="8001"/>
                  </a:lnTo>
                  <a:lnTo>
                    <a:pt x="33655" y="5461"/>
                  </a:lnTo>
                  <a:lnTo>
                    <a:pt x="33007" y="4953"/>
                  </a:lnTo>
                  <a:lnTo>
                    <a:pt x="32042" y="4191"/>
                  </a:lnTo>
                  <a:lnTo>
                    <a:pt x="31242" y="3556"/>
                  </a:lnTo>
                  <a:lnTo>
                    <a:pt x="27559" y="3556"/>
                  </a:lnTo>
                  <a:lnTo>
                    <a:pt x="26670" y="3810"/>
                  </a:lnTo>
                  <a:lnTo>
                    <a:pt x="25781" y="4191"/>
                  </a:lnTo>
                  <a:lnTo>
                    <a:pt x="25311" y="2794"/>
                  </a:lnTo>
                  <a:lnTo>
                    <a:pt x="24892" y="1524"/>
                  </a:lnTo>
                  <a:lnTo>
                    <a:pt x="21590" y="0"/>
                  </a:lnTo>
                  <a:lnTo>
                    <a:pt x="18415" y="762"/>
                  </a:lnTo>
                  <a:lnTo>
                    <a:pt x="17018" y="1143"/>
                  </a:lnTo>
                  <a:lnTo>
                    <a:pt x="16446" y="1524"/>
                  </a:lnTo>
                  <a:lnTo>
                    <a:pt x="15760" y="2032"/>
                  </a:lnTo>
                  <a:lnTo>
                    <a:pt x="15113" y="2794"/>
                  </a:lnTo>
                  <a:lnTo>
                    <a:pt x="11938" y="1143"/>
                  </a:lnTo>
                  <a:lnTo>
                    <a:pt x="7747" y="2032"/>
                  </a:lnTo>
                  <a:lnTo>
                    <a:pt x="5918" y="4826"/>
                  </a:lnTo>
                  <a:lnTo>
                    <a:pt x="5842" y="4953"/>
                  </a:lnTo>
                  <a:lnTo>
                    <a:pt x="3683" y="4826"/>
                  </a:lnTo>
                  <a:lnTo>
                    <a:pt x="1778" y="6096"/>
                  </a:lnTo>
                  <a:lnTo>
                    <a:pt x="1498" y="8001"/>
                  </a:lnTo>
                  <a:lnTo>
                    <a:pt x="1435" y="9017"/>
                  </a:lnTo>
                  <a:lnTo>
                    <a:pt x="1778" y="9906"/>
                  </a:lnTo>
                  <a:lnTo>
                    <a:pt x="2540" y="10541"/>
                  </a:lnTo>
                  <a:lnTo>
                    <a:pt x="635" y="11557"/>
                  </a:lnTo>
                  <a:lnTo>
                    <a:pt x="0" y="13589"/>
                  </a:lnTo>
                  <a:lnTo>
                    <a:pt x="266" y="13970"/>
                  </a:lnTo>
                  <a:lnTo>
                    <a:pt x="1981" y="16256"/>
                  </a:lnTo>
                  <a:lnTo>
                    <a:pt x="2794" y="16764"/>
                  </a:lnTo>
                  <a:lnTo>
                    <a:pt x="4064" y="16891"/>
                  </a:lnTo>
                  <a:lnTo>
                    <a:pt x="3759" y="19050"/>
                  </a:lnTo>
                  <a:lnTo>
                    <a:pt x="3683" y="19685"/>
                  </a:lnTo>
                  <a:lnTo>
                    <a:pt x="5969" y="22352"/>
                  </a:lnTo>
                  <a:lnTo>
                    <a:pt x="10198" y="22860"/>
                  </a:lnTo>
                  <a:lnTo>
                    <a:pt x="10541" y="22860"/>
                  </a:lnTo>
                  <a:lnTo>
                    <a:pt x="11239" y="22860"/>
                  </a:lnTo>
                  <a:lnTo>
                    <a:pt x="13423" y="22860"/>
                  </a:lnTo>
                  <a:lnTo>
                    <a:pt x="13106" y="22352"/>
                  </a:lnTo>
                  <a:lnTo>
                    <a:pt x="11798" y="22618"/>
                  </a:lnTo>
                  <a:lnTo>
                    <a:pt x="12954" y="22098"/>
                  </a:lnTo>
                  <a:lnTo>
                    <a:pt x="13106" y="22352"/>
                  </a:lnTo>
                  <a:lnTo>
                    <a:pt x="34340" y="22352"/>
                  </a:lnTo>
                  <a:lnTo>
                    <a:pt x="34378" y="22098"/>
                  </a:lnTo>
                  <a:lnTo>
                    <a:pt x="34417" y="21844"/>
                  </a:lnTo>
                  <a:lnTo>
                    <a:pt x="36957" y="21336"/>
                  </a:lnTo>
                  <a:lnTo>
                    <a:pt x="38354" y="19050"/>
                  </a:lnTo>
                  <a:lnTo>
                    <a:pt x="37719" y="16891"/>
                  </a:lnTo>
                  <a:lnTo>
                    <a:pt x="37719" y="16764"/>
                  </a:lnTo>
                  <a:lnTo>
                    <a:pt x="37465" y="16256"/>
                  </a:lnTo>
                  <a:lnTo>
                    <a:pt x="39497" y="13970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836797" y="2550540"/>
              <a:ext cx="40005" cy="111760"/>
            </a:xfrm>
            <a:custGeom>
              <a:avLst/>
              <a:gdLst/>
              <a:ahLst/>
              <a:cxnLst/>
              <a:rect l="l" t="t" r="r" b="b"/>
              <a:pathLst>
                <a:path w="40004" h="111760">
                  <a:moveTo>
                    <a:pt x="4063" y="16891"/>
                  </a:moveTo>
                  <a:lnTo>
                    <a:pt x="3682" y="19685"/>
                  </a:lnTo>
                  <a:lnTo>
                    <a:pt x="5968" y="22351"/>
                  </a:lnTo>
                  <a:lnTo>
                    <a:pt x="9143" y="22733"/>
                  </a:lnTo>
                  <a:lnTo>
                    <a:pt x="10540" y="22860"/>
                  </a:lnTo>
                  <a:lnTo>
                    <a:pt x="11811" y="22606"/>
                  </a:lnTo>
                  <a:lnTo>
                    <a:pt x="12953" y="22098"/>
                  </a:lnTo>
                  <a:lnTo>
                    <a:pt x="14224" y="24130"/>
                  </a:lnTo>
                  <a:lnTo>
                    <a:pt x="17017" y="24892"/>
                  </a:lnTo>
                  <a:lnTo>
                    <a:pt x="19303" y="23749"/>
                  </a:lnTo>
                  <a:lnTo>
                    <a:pt x="19685" y="23622"/>
                  </a:lnTo>
                  <a:lnTo>
                    <a:pt x="20065" y="23368"/>
                  </a:lnTo>
                  <a:lnTo>
                    <a:pt x="20447" y="23113"/>
                  </a:lnTo>
                  <a:lnTo>
                    <a:pt x="21336" y="24764"/>
                  </a:lnTo>
                  <a:lnTo>
                    <a:pt x="23749" y="25400"/>
                  </a:lnTo>
                  <a:lnTo>
                    <a:pt x="25653" y="24637"/>
                  </a:lnTo>
                  <a:lnTo>
                    <a:pt x="26162" y="24384"/>
                  </a:lnTo>
                  <a:lnTo>
                    <a:pt x="26542" y="24003"/>
                  </a:lnTo>
                  <a:lnTo>
                    <a:pt x="26924" y="23622"/>
                  </a:lnTo>
                  <a:lnTo>
                    <a:pt x="28448" y="25146"/>
                  </a:lnTo>
                  <a:lnTo>
                    <a:pt x="31241" y="25400"/>
                  </a:lnTo>
                  <a:lnTo>
                    <a:pt x="33019" y="24003"/>
                  </a:lnTo>
                  <a:lnTo>
                    <a:pt x="33781" y="23495"/>
                  </a:lnTo>
                  <a:lnTo>
                    <a:pt x="34289" y="22733"/>
                  </a:lnTo>
                  <a:lnTo>
                    <a:pt x="34416" y="21844"/>
                  </a:lnTo>
                  <a:lnTo>
                    <a:pt x="36956" y="21336"/>
                  </a:lnTo>
                  <a:lnTo>
                    <a:pt x="38353" y="19050"/>
                  </a:lnTo>
                  <a:lnTo>
                    <a:pt x="37718" y="16891"/>
                  </a:lnTo>
                  <a:lnTo>
                    <a:pt x="37718" y="16637"/>
                  </a:lnTo>
                  <a:lnTo>
                    <a:pt x="37464" y="16256"/>
                  </a:lnTo>
                  <a:lnTo>
                    <a:pt x="39497" y="13970"/>
                  </a:lnTo>
                  <a:lnTo>
                    <a:pt x="38988" y="10795"/>
                  </a:lnTo>
                  <a:lnTo>
                    <a:pt x="36449" y="9017"/>
                  </a:lnTo>
                  <a:lnTo>
                    <a:pt x="35560" y="8509"/>
                  </a:lnTo>
                  <a:lnTo>
                    <a:pt x="34670" y="8128"/>
                  </a:lnTo>
                  <a:lnTo>
                    <a:pt x="33654" y="8000"/>
                  </a:lnTo>
                  <a:lnTo>
                    <a:pt x="33654" y="5461"/>
                  </a:lnTo>
                  <a:lnTo>
                    <a:pt x="31241" y="3556"/>
                  </a:lnTo>
                  <a:lnTo>
                    <a:pt x="28448" y="3556"/>
                  </a:lnTo>
                  <a:lnTo>
                    <a:pt x="27558" y="3556"/>
                  </a:lnTo>
                  <a:lnTo>
                    <a:pt x="26669" y="3810"/>
                  </a:lnTo>
                  <a:lnTo>
                    <a:pt x="25780" y="4191"/>
                  </a:lnTo>
                  <a:lnTo>
                    <a:pt x="24891" y="1524"/>
                  </a:lnTo>
                  <a:lnTo>
                    <a:pt x="21589" y="0"/>
                  </a:lnTo>
                  <a:lnTo>
                    <a:pt x="18414" y="762"/>
                  </a:lnTo>
                  <a:lnTo>
                    <a:pt x="17017" y="1143"/>
                  </a:lnTo>
                  <a:lnTo>
                    <a:pt x="15875" y="1905"/>
                  </a:lnTo>
                  <a:lnTo>
                    <a:pt x="15112" y="2794"/>
                  </a:lnTo>
                  <a:lnTo>
                    <a:pt x="11937" y="1143"/>
                  </a:lnTo>
                  <a:lnTo>
                    <a:pt x="7747" y="2032"/>
                  </a:lnTo>
                  <a:lnTo>
                    <a:pt x="5841" y="4953"/>
                  </a:lnTo>
                  <a:lnTo>
                    <a:pt x="3682" y="4825"/>
                  </a:lnTo>
                  <a:lnTo>
                    <a:pt x="1777" y="6096"/>
                  </a:lnTo>
                  <a:lnTo>
                    <a:pt x="1524" y="7874"/>
                  </a:lnTo>
                  <a:lnTo>
                    <a:pt x="1397" y="8889"/>
                  </a:lnTo>
                  <a:lnTo>
                    <a:pt x="1777" y="9906"/>
                  </a:lnTo>
                  <a:lnTo>
                    <a:pt x="2539" y="10541"/>
                  </a:lnTo>
                  <a:lnTo>
                    <a:pt x="635" y="11557"/>
                  </a:lnTo>
                  <a:lnTo>
                    <a:pt x="0" y="13588"/>
                  </a:lnTo>
                  <a:lnTo>
                    <a:pt x="1142" y="15239"/>
                  </a:lnTo>
                  <a:lnTo>
                    <a:pt x="1777" y="16129"/>
                  </a:lnTo>
                  <a:lnTo>
                    <a:pt x="2793" y="16763"/>
                  </a:lnTo>
                  <a:lnTo>
                    <a:pt x="4063" y="16891"/>
                  </a:lnTo>
                  <a:close/>
                </a:path>
                <a:path w="40004" h="111760">
                  <a:moveTo>
                    <a:pt x="21716" y="110617"/>
                  </a:moveTo>
                  <a:lnTo>
                    <a:pt x="21716" y="110236"/>
                  </a:lnTo>
                  <a:lnTo>
                    <a:pt x="21462" y="109982"/>
                  </a:lnTo>
                  <a:lnTo>
                    <a:pt x="21081" y="109982"/>
                  </a:lnTo>
                  <a:lnTo>
                    <a:pt x="20700" y="109982"/>
                  </a:lnTo>
                  <a:lnTo>
                    <a:pt x="20319" y="110236"/>
                  </a:lnTo>
                  <a:lnTo>
                    <a:pt x="20319" y="110617"/>
                  </a:lnTo>
                  <a:lnTo>
                    <a:pt x="20319" y="110998"/>
                  </a:lnTo>
                  <a:lnTo>
                    <a:pt x="20700" y="111251"/>
                  </a:lnTo>
                  <a:lnTo>
                    <a:pt x="21081" y="111251"/>
                  </a:lnTo>
                  <a:lnTo>
                    <a:pt x="21462" y="111251"/>
                  </a:lnTo>
                  <a:lnTo>
                    <a:pt x="21716" y="110998"/>
                  </a:lnTo>
                  <a:lnTo>
                    <a:pt x="21716" y="110617"/>
                  </a:lnTo>
                  <a:close/>
                </a:path>
                <a:path w="40004" h="111760">
                  <a:moveTo>
                    <a:pt x="21970" y="82550"/>
                  </a:moveTo>
                  <a:lnTo>
                    <a:pt x="21970" y="81787"/>
                  </a:lnTo>
                  <a:lnTo>
                    <a:pt x="21462" y="81153"/>
                  </a:lnTo>
                  <a:lnTo>
                    <a:pt x="20700" y="81153"/>
                  </a:lnTo>
                  <a:lnTo>
                    <a:pt x="19938" y="81153"/>
                  </a:lnTo>
                  <a:lnTo>
                    <a:pt x="19303" y="81787"/>
                  </a:lnTo>
                  <a:lnTo>
                    <a:pt x="19303" y="82550"/>
                  </a:lnTo>
                  <a:lnTo>
                    <a:pt x="19303" y="83312"/>
                  </a:lnTo>
                  <a:lnTo>
                    <a:pt x="19938" y="83947"/>
                  </a:lnTo>
                  <a:lnTo>
                    <a:pt x="20700" y="83947"/>
                  </a:lnTo>
                  <a:lnTo>
                    <a:pt x="21462" y="83947"/>
                  </a:lnTo>
                  <a:lnTo>
                    <a:pt x="21970" y="83312"/>
                  </a:lnTo>
                  <a:lnTo>
                    <a:pt x="21970" y="82550"/>
                  </a:lnTo>
                  <a:close/>
                </a:path>
                <a:path w="40004" h="111760">
                  <a:moveTo>
                    <a:pt x="22225" y="53086"/>
                  </a:moveTo>
                  <a:lnTo>
                    <a:pt x="22225" y="51943"/>
                  </a:lnTo>
                  <a:lnTo>
                    <a:pt x="21336" y="51054"/>
                  </a:lnTo>
                  <a:lnTo>
                    <a:pt x="20192" y="51054"/>
                  </a:lnTo>
                  <a:lnTo>
                    <a:pt x="19176" y="51054"/>
                  </a:lnTo>
                  <a:lnTo>
                    <a:pt x="18161" y="51943"/>
                  </a:lnTo>
                  <a:lnTo>
                    <a:pt x="18161" y="53086"/>
                  </a:lnTo>
                  <a:lnTo>
                    <a:pt x="18161" y="54229"/>
                  </a:lnTo>
                  <a:lnTo>
                    <a:pt x="19176" y="55118"/>
                  </a:lnTo>
                  <a:lnTo>
                    <a:pt x="20192" y="55118"/>
                  </a:lnTo>
                  <a:lnTo>
                    <a:pt x="21336" y="55118"/>
                  </a:lnTo>
                  <a:lnTo>
                    <a:pt x="22225" y="54229"/>
                  </a:lnTo>
                  <a:lnTo>
                    <a:pt x="22225" y="53086"/>
                  </a:lnTo>
                  <a:close/>
                </a:path>
                <a:path w="40004" h="111760">
                  <a:moveTo>
                    <a:pt x="4825" y="10287"/>
                  </a:moveTo>
                  <a:lnTo>
                    <a:pt x="3937" y="10160"/>
                  </a:lnTo>
                  <a:lnTo>
                    <a:pt x="3175" y="10287"/>
                  </a:lnTo>
                  <a:lnTo>
                    <a:pt x="2539" y="10668"/>
                  </a:lnTo>
                </a:path>
                <a:path w="40004" h="111760">
                  <a:moveTo>
                    <a:pt x="6730" y="5334"/>
                  </a:moveTo>
                  <a:lnTo>
                    <a:pt x="6476" y="5207"/>
                  </a:lnTo>
                  <a:lnTo>
                    <a:pt x="6095" y="5080"/>
                  </a:lnTo>
                  <a:lnTo>
                    <a:pt x="5714" y="5080"/>
                  </a:lnTo>
                </a:path>
                <a:path w="40004" h="111760">
                  <a:moveTo>
                    <a:pt x="15112" y="2921"/>
                  </a:moveTo>
                  <a:lnTo>
                    <a:pt x="14986" y="3301"/>
                  </a:lnTo>
                  <a:lnTo>
                    <a:pt x="14731" y="3556"/>
                  </a:lnTo>
                  <a:lnTo>
                    <a:pt x="14604" y="3937"/>
                  </a:lnTo>
                </a:path>
                <a:path w="40004" h="111760">
                  <a:moveTo>
                    <a:pt x="26035" y="5461"/>
                  </a:moveTo>
                  <a:lnTo>
                    <a:pt x="26035" y="5080"/>
                  </a:lnTo>
                  <a:lnTo>
                    <a:pt x="25907" y="4699"/>
                  </a:lnTo>
                  <a:lnTo>
                    <a:pt x="25780" y="4318"/>
                  </a:lnTo>
                </a:path>
                <a:path w="40004" h="111760">
                  <a:moveTo>
                    <a:pt x="30733" y="12064"/>
                  </a:moveTo>
                  <a:lnTo>
                    <a:pt x="32512" y="11303"/>
                  </a:lnTo>
                  <a:lnTo>
                    <a:pt x="33654" y="9779"/>
                  </a:lnTo>
                  <a:lnTo>
                    <a:pt x="33654" y="8000"/>
                  </a:lnTo>
                </a:path>
                <a:path w="40004" h="111760">
                  <a:moveTo>
                    <a:pt x="37464" y="16383"/>
                  </a:moveTo>
                  <a:lnTo>
                    <a:pt x="37211" y="15748"/>
                  </a:lnTo>
                  <a:lnTo>
                    <a:pt x="36829" y="15239"/>
                  </a:lnTo>
                  <a:lnTo>
                    <a:pt x="36194" y="14859"/>
                  </a:lnTo>
                </a:path>
                <a:path w="40004" h="111760">
                  <a:moveTo>
                    <a:pt x="34416" y="21971"/>
                  </a:moveTo>
                  <a:lnTo>
                    <a:pt x="34543" y="21717"/>
                  </a:lnTo>
                  <a:lnTo>
                    <a:pt x="34543" y="21462"/>
                  </a:lnTo>
                  <a:lnTo>
                    <a:pt x="34543" y="21209"/>
                  </a:lnTo>
                </a:path>
                <a:path w="40004" h="111760">
                  <a:moveTo>
                    <a:pt x="26288" y="22733"/>
                  </a:moveTo>
                  <a:lnTo>
                    <a:pt x="26415" y="23113"/>
                  </a:lnTo>
                  <a:lnTo>
                    <a:pt x="26669" y="23368"/>
                  </a:lnTo>
                  <a:lnTo>
                    <a:pt x="26924" y="23749"/>
                  </a:lnTo>
                </a:path>
                <a:path w="40004" h="111760">
                  <a:moveTo>
                    <a:pt x="20192" y="22351"/>
                  </a:moveTo>
                  <a:lnTo>
                    <a:pt x="20192" y="22606"/>
                  </a:lnTo>
                  <a:lnTo>
                    <a:pt x="20319" y="22860"/>
                  </a:lnTo>
                  <a:lnTo>
                    <a:pt x="20447" y="23113"/>
                  </a:lnTo>
                </a:path>
                <a:path w="40004" h="111760">
                  <a:moveTo>
                    <a:pt x="12953" y="22098"/>
                  </a:moveTo>
                  <a:lnTo>
                    <a:pt x="13335" y="21844"/>
                  </a:lnTo>
                  <a:lnTo>
                    <a:pt x="13842" y="21589"/>
                  </a:lnTo>
                  <a:lnTo>
                    <a:pt x="14097" y="21336"/>
                  </a:lnTo>
                </a:path>
                <a:path w="40004" h="111760">
                  <a:moveTo>
                    <a:pt x="4317" y="16129"/>
                  </a:moveTo>
                  <a:lnTo>
                    <a:pt x="4190" y="16383"/>
                  </a:lnTo>
                  <a:lnTo>
                    <a:pt x="4063" y="16637"/>
                  </a:lnTo>
                  <a:lnTo>
                    <a:pt x="4063" y="1689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4021201" y="2599181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5334" y="91694"/>
                  </a:moveTo>
                  <a:lnTo>
                    <a:pt x="5080" y="91440"/>
                  </a:lnTo>
                  <a:lnTo>
                    <a:pt x="4318" y="91440"/>
                  </a:lnTo>
                  <a:lnTo>
                    <a:pt x="4064" y="91694"/>
                  </a:lnTo>
                  <a:lnTo>
                    <a:pt x="4064" y="92456"/>
                  </a:lnTo>
                  <a:lnTo>
                    <a:pt x="4318" y="92710"/>
                  </a:lnTo>
                  <a:lnTo>
                    <a:pt x="5080" y="92710"/>
                  </a:lnTo>
                  <a:lnTo>
                    <a:pt x="5334" y="92456"/>
                  </a:lnTo>
                  <a:lnTo>
                    <a:pt x="5334" y="92075"/>
                  </a:lnTo>
                  <a:lnTo>
                    <a:pt x="5334" y="91694"/>
                  </a:lnTo>
                  <a:close/>
                </a:path>
                <a:path w="40004" h="92710">
                  <a:moveTo>
                    <a:pt x="10160" y="69469"/>
                  </a:moveTo>
                  <a:lnTo>
                    <a:pt x="9652" y="68834"/>
                  </a:lnTo>
                  <a:lnTo>
                    <a:pt x="8128" y="68834"/>
                  </a:lnTo>
                  <a:lnTo>
                    <a:pt x="7493" y="69469"/>
                  </a:lnTo>
                  <a:lnTo>
                    <a:pt x="7493" y="70866"/>
                  </a:lnTo>
                  <a:lnTo>
                    <a:pt x="8128" y="71501"/>
                  </a:lnTo>
                  <a:lnTo>
                    <a:pt x="9652" y="71501"/>
                  </a:lnTo>
                  <a:lnTo>
                    <a:pt x="10160" y="70866"/>
                  </a:lnTo>
                  <a:lnTo>
                    <a:pt x="10160" y="70231"/>
                  </a:lnTo>
                  <a:lnTo>
                    <a:pt x="10160" y="69469"/>
                  </a:lnTo>
                  <a:close/>
                </a:path>
                <a:path w="40004" h="92710">
                  <a:moveTo>
                    <a:pt x="15240" y="45847"/>
                  </a:moveTo>
                  <a:lnTo>
                    <a:pt x="14351" y="44958"/>
                  </a:lnTo>
                  <a:lnTo>
                    <a:pt x="12192" y="44958"/>
                  </a:lnTo>
                  <a:lnTo>
                    <a:pt x="11176" y="45847"/>
                  </a:lnTo>
                  <a:lnTo>
                    <a:pt x="11176" y="48133"/>
                  </a:lnTo>
                  <a:lnTo>
                    <a:pt x="12192" y="49022"/>
                  </a:lnTo>
                  <a:lnTo>
                    <a:pt x="14351" y="49022"/>
                  </a:lnTo>
                  <a:lnTo>
                    <a:pt x="15240" y="48133"/>
                  </a:lnTo>
                  <a:lnTo>
                    <a:pt x="15240" y="46990"/>
                  </a:lnTo>
                  <a:lnTo>
                    <a:pt x="15240" y="45847"/>
                  </a:lnTo>
                  <a:close/>
                </a:path>
                <a:path w="40004" h="92710">
                  <a:moveTo>
                    <a:pt x="31877" y="25019"/>
                  </a:moveTo>
                  <a:lnTo>
                    <a:pt x="28194" y="25019"/>
                  </a:lnTo>
                  <a:lnTo>
                    <a:pt x="28448" y="25273"/>
                  </a:lnTo>
                  <a:lnTo>
                    <a:pt x="31242" y="25527"/>
                  </a:lnTo>
                  <a:lnTo>
                    <a:pt x="31877" y="25019"/>
                  </a:lnTo>
                  <a:close/>
                </a:path>
                <a:path w="40004" h="92710">
                  <a:moveTo>
                    <a:pt x="39497" y="14097"/>
                  </a:moveTo>
                  <a:lnTo>
                    <a:pt x="39103" y="11684"/>
                  </a:lnTo>
                  <a:lnTo>
                    <a:pt x="38989" y="10922"/>
                  </a:lnTo>
                  <a:lnTo>
                    <a:pt x="36449" y="9144"/>
                  </a:lnTo>
                  <a:lnTo>
                    <a:pt x="35560" y="8636"/>
                  </a:lnTo>
                  <a:lnTo>
                    <a:pt x="34671" y="8255"/>
                  </a:lnTo>
                  <a:lnTo>
                    <a:pt x="33655" y="8255"/>
                  </a:lnTo>
                  <a:lnTo>
                    <a:pt x="33655" y="5588"/>
                  </a:lnTo>
                  <a:lnTo>
                    <a:pt x="32042" y="4318"/>
                  </a:lnTo>
                  <a:lnTo>
                    <a:pt x="31242" y="3683"/>
                  </a:lnTo>
                  <a:lnTo>
                    <a:pt x="27559" y="3683"/>
                  </a:lnTo>
                  <a:lnTo>
                    <a:pt x="26670" y="3937"/>
                  </a:lnTo>
                  <a:lnTo>
                    <a:pt x="25781" y="4318"/>
                  </a:lnTo>
                  <a:lnTo>
                    <a:pt x="25311" y="2921"/>
                  </a:lnTo>
                  <a:lnTo>
                    <a:pt x="24892" y="1651"/>
                  </a:lnTo>
                  <a:lnTo>
                    <a:pt x="21590" y="0"/>
                  </a:lnTo>
                  <a:lnTo>
                    <a:pt x="17018" y="1270"/>
                  </a:lnTo>
                  <a:lnTo>
                    <a:pt x="16433" y="1651"/>
                  </a:lnTo>
                  <a:lnTo>
                    <a:pt x="15760" y="2159"/>
                  </a:lnTo>
                  <a:lnTo>
                    <a:pt x="15113" y="2921"/>
                  </a:lnTo>
                  <a:lnTo>
                    <a:pt x="11938" y="1270"/>
                  </a:lnTo>
                  <a:lnTo>
                    <a:pt x="7747" y="2159"/>
                  </a:lnTo>
                  <a:lnTo>
                    <a:pt x="5842" y="5080"/>
                  </a:lnTo>
                  <a:lnTo>
                    <a:pt x="3492" y="5080"/>
                  </a:lnTo>
                  <a:lnTo>
                    <a:pt x="1778" y="6223"/>
                  </a:lnTo>
                  <a:lnTo>
                    <a:pt x="1485" y="8255"/>
                  </a:lnTo>
                  <a:lnTo>
                    <a:pt x="1435" y="9144"/>
                  </a:lnTo>
                  <a:lnTo>
                    <a:pt x="1778" y="10033"/>
                  </a:lnTo>
                  <a:lnTo>
                    <a:pt x="2540" y="10668"/>
                  </a:lnTo>
                  <a:lnTo>
                    <a:pt x="635" y="11684"/>
                  </a:lnTo>
                  <a:lnTo>
                    <a:pt x="0" y="13716"/>
                  </a:lnTo>
                  <a:lnTo>
                    <a:pt x="254" y="14097"/>
                  </a:lnTo>
                  <a:lnTo>
                    <a:pt x="1968" y="16383"/>
                  </a:lnTo>
                  <a:lnTo>
                    <a:pt x="2997" y="17018"/>
                  </a:lnTo>
                  <a:lnTo>
                    <a:pt x="4064" y="17018"/>
                  </a:lnTo>
                  <a:lnTo>
                    <a:pt x="3759" y="19177"/>
                  </a:lnTo>
                  <a:lnTo>
                    <a:pt x="3683" y="19812"/>
                  </a:lnTo>
                  <a:lnTo>
                    <a:pt x="5969" y="22479"/>
                  </a:lnTo>
                  <a:lnTo>
                    <a:pt x="9144" y="22860"/>
                  </a:lnTo>
                  <a:lnTo>
                    <a:pt x="10541" y="22987"/>
                  </a:lnTo>
                  <a:lnTo>
                    <a:pt x="11176" y="22860"/>
                  </a:lnTo>
                  <a:lnTo>
                    <a:pt x="11518" y="22860"/>
                  </a:lnTo>
                  <a:lnTo>
                    <a:pt x="12954" y="22225"/>
                  </a:lnTo>
                  <a:lnTo>
                    <a:pt x="14224" y="24257"/>
                  </a:lnTo>
                  <a:lnTo>
                    <a:pt x="17018" y="25019"/>
                  </a:lnTo>
                  <a:lnTo>
                    <a:pt x="19304" y="23876"/>
                  </a:lnTo>
                  <a:lnTo>
                    <a:pt x="19685" y="23749"/>
                  </a:lnTo>
                  <a:lnTo>
                    <a:pt x="20447" y="23241"/>
                  </a:lnTo>
                  <a:lnTo>
                    <a:pt x="21399" y="25019"/>
                  </a:lnTo>
                  <a:lnTo>
                    <a:pt x="21805" y="25019"/>
                  </a:lnTo>
                  <a:lnTo>
                    <a:pt x="23749" y="25527"/>
                  </a:lnTo>
                  <a:lnTo>
                    <a:pt x="25019" y="25019"/>
                  </a:lnTo>
                  <a:lnTo>
                    <a:pt x="25146" y="25019"/>
                  </a:lnTo>
                  <a:lnTo>
                    <a:pt x="28194" y="25019"/>
                  </a:lnTo>
                  <a:lnTo>
                    <a:pt x="27686" y="24511"/>
                  </a:lnTo>
                  <a:lnTo>
                    <a:pt x="26289" y="24511"/>
                  </a:lnTo>
                  <a:lnTo>
                    <a:pt x="25654" y="24765"/>
                  </a:lnTo>
                  <a:lnTo>
                    <a:pt x="26162" y="24511"/>
                  </a:lnTo>
                  <a:lnTo>
                    <a:pt x="26924" y="23749"/>
                  </a:lnTo>
                  <a:lnTo>
                    <a:pt x="27686" y="24511"/>
                  </a:lnTo>
                  <a:lnTo>
                    <a:pt x="32524" y="24511"/>
                  </a:lnTo>
                  <a:lnTo>
                    <a:pt x="32854" y="24257"/>
                  </a:lnTo>
                  <a:lnTo>
                    <a:pt x="33591" y="23749"/>
                  </a:lnTo>
                  <a:lnTo>
                    <a:pt x="34036" y="23241"/>
                  </a:lnTo>
                  <a:lnTo>
                    <a:pt x="34201" y="22987"/>
                  </a:lnTo>
                  <a:lnTo>
                    <a:pt x="34290" y="22860"/>
                  </a:lnTo>
                  <a:lnTo>
                    <a:pt x="34378" y="22225"/>
                  </a:lnTo>
                  <a:lnTo>
                    <a:pt x="34417" y="21971"/>
                  </a:lnTo>
                  <a:lnTo>
                    <a:pt x="36957" y="21463"/>
                  </a:lnTo>
                  <a:lnTo>
                    <a:pt x="38354" y="19177"/>
                  </a:lnTo>
                  <a:lnTo>
                    <a:pt x="37719" y="17018"/>
                  </a:lnTo>
                  <a:lnTo>
                    <a:pt x="37973" y="17018"/>
                  </a:lnTo>
                  <a:lnTo>
                    <a:pt x="37325" y="16383"/>
                  </a:lnTo>
                  <a:lnTo>
                    <a:pt x="37465" y="16383"/>
                  </a:lnTo>
                  <a:lnTo>
                    <a:pt x="39497" y="14097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4021200" y="2599181"/>
              <a:ext cx="40005" cy="92710"/>
            </a:xfrm>
            <a:custGeom>
              <a:avLst/>
              <a:gdLst/>
              <a:ahLst/>
              <a:cxnLst/>
              <a:rect l="l" t="t" r="r" b="b"/>
              <a:pathLst>
                <a:path w="40004" h="92710">
                  <a:moveTo>
                    <a:pt x="4063" y="17017"/>
                  </a:moveTo>
                  <a:lnTo>
                    <a:pt x="3683" y="19812"/>
                  </a:lnTo>
                  <a:lnTo>
                    <a:pt x="5969" y="22478"/>
                  </a:lnTo>
                  <a:lnTo>
                    <a:pt x="9144" y="22859"/>
                  </a:lnTo>
                  <a:lnTo>
                    <a:pt x="10540" y="22987"/>
                  </a:lnTo>
                  <a:lnTo>
                    <a:pt x="11811" y="22732"/>
                  </a:lnTo>
                  <a:lnTo>
                    <a:pt x="12953" y="22225"/>
                  </a:lnTo>
                  <a:lnTo>
                    <a:pt x="14224" y="24256"/>
                  </a:lnTo>
                  <a:lnTo>
                    <a:pt x="17018" y="25018"/>
                  </a:lnTo>
                  <a:lnTo>
                    <a:pt x="19303" y="23875"/>
                  </a:lnTo>
                  <a:lnTo>
                    <a:pt x="19685" y="23748"/>
                  </a:lnTo>
                  <a:lnTo>
                    <a:pt x="20065" y="23494"/>
                  </a:lnTo>
                  <a:lnTo>
                    <a:pt x="20447" y="23240"/>
                  </a:lnTo>
                  <a:lnTo>
                    <a:pt x="21336" y="24891"/>
                  </a:lnTo>
                  <a:lnTo>
                    <a:pt x="23749" y="25526"/>
                  </a:lnTo>
                  <a:lnTo>
                    <a:pt x="25653" y="24764"/>
                  </a:lnTo>
                  <a:lnTo>
                    <a:pt x="26162" y="24510"/>
                  </a:lnTo>
                  <a:lnTo>
                    <a:pt x="26543" y="24129"/>
                  </a:lnTo>
                  <a:lnTo>
                    <a:pt x="26924" y="23748"/>
                  </a:lnTo>
                  <a:lnTo>
                    <a:pt x="28448" y="25272"/>
                  </a:lnTo>
                  <a:lnTo>
                    <a:pt x="31241" y="25526"/>
                  </a:lnTo>
                  <a:lnTo>
                    <a:pt x="33020" y="24129"/>
                  </a:lnTo>
                  <a:lnTo>
                    <a:pt x="33782" y="23621"/>
                  </a:lnTo>
                  <a:lnTo>
                    <a:pt x="34289" y="22859"/>
                  </a:lnTo>
                  <a:lnTo>
                    <a:pt x="34416" y="21970"/>
                  </a:lnTo>
                  <a:lnTo>
                    <a:pt x="36957" y="21462"/>
                  </a:lnTo>
                  <a:lnTo>
                    <a:pt x="38353" y="19176"/>
                  </a:lnTo>
                  <a:lnTo>
                    <a:pt x="37719" y="17017"/>
                  </a:lnTo>
                  <a:lnTo>
                    <a:pt x="37719" y="16763"/>
                  </a:lnTo>
                  <a:lnTo>
                    <a:pt x="37591" y="16637"/>
                  </a:lnTo>
                  <a:lnTo>
                    <a:pt x="37464" y="16382"/>
                  </a:lnTo>
                  <a:lnTo>
                    <a:pt x="39497" y="14096"/>
                  </a:lnTo>
                  <a:lnTo>
                    <a:pt x="38988" y="10921"/>
                  </a:lnTo>
                  <a:lnTo>
                    <a:pt x="36449" y="9143"/>
                  </a:lnTo>
                  <a:lnTo>
                    <a:pt x="35560" y="8635"/>
                  </a:lnTo>
                  <a:lnTo>
                    <a:pt x="34671" y="8254"/>
                  </a:lnTo>
                  <a:lnTo>
                    <a:pt x="33654" y="8127"/>
                  </a:lnTo>
                  <a:lnTo>
                    <a:pt x="33654" y="5587"/>
                  </a:lnTo>
                  <a:lnTo>
                    <a:pt x="31241" y="3682"/>
                  </a:lnTo>
                  <a:lnTo>
                    <a:pt x="28448" y="3682"/>
                  </a:lnTo>
                  <a:lnTo>
                    <a:pt x="27559" y="3682"/>
                  </a:lnTo>
                  <a:lnTo>
                    <a:pt x="26670" y="3937"/>
                  </a:lnTo>
                  <a:lnTo>
                    <a:pt x="25781" y="4317"/>
                  </a:lnTo>
                  <a:lnTo>
                    <a:pt x="24891" y="1650"/>
                  </a:lnTo>
                  <a:lnTo>
                    <a:pt x="21589" y="0"/>
                  </a:lnTo>
                  <a:lnTo>
                    <a:pt x="18414" y="888"/>
                  </a:lnTo>
                  <a:lnTo>
                    <a:pt x="17018" y="1269"/>
                  </a:lnTo>
                  <a:lnTo>
                    <a:pt x="15875" y="2031"/>
                  </a:lnTo>
                  <a:lnTo>
                    <a:pt x="15112" y="2920"/>
                  </a:lnTo>
                  <a:lnTo>
                    <a:pt x="11937" y="1269"/>
                  </a:lnTo>
                  <a:lnTo>
                    <a:pt x="7747" y="2158"/>
                  </a:lnTo>
                  <a:lnTo>
                    <a:pt x="5841" y="5079"/>
                  </a:lnTo>
                  <a:lnTo>
                    <a:pt x="3683" y="4952"/>
                  </a:lnTo>
                  <a:lnTo>
                    <a:pt x="1777" y="6222"/>
                  </a:lnTo>
                  <a:lnTo>
                    <a:pt x="1524" y="8000"/>
                  </a:lnTo>
                  <a:lnTo>
                    <a:pt x="1397" y="9016"/>
                  </a:lnTo>
                  <a:lnTo>
                    <a:pt x="1777" y="10032"/>
                  </a:lnTo>
                  <a:lnTo>
                    <a:pt x="2539" y="10667"/>
                  </a:lnTo>
                  <a:lnTo>
                    <a:pt x="635" y="11683"/>
                  </a:lnTo>
                  <a:lnTo>
                    <a:pt x="0" y="13715"/>
                  </a:lnTo>
                  <a:lnTo>
                    <a:pt x="1143" y="15366"/>
                  </a:lnTo>
                  <a:lnTo>
                    <a:pt x="1777" y="16255"/>
                  </a:lnTo>
                  <a:lnTo>
                    <a:pt x="2794" y="16890"/>
                  </a:lnTo>
                  <a:lnTo>
                    <a:pt x="4063" y="17017"/>
                  </a:lnTo>
                  <a:close/>
                </a:path>
                <a:path w="40004" h="92710">
                  <a:moveTo>
                    <a:pt x="5334" y="92075"/>
                  </a:moveTo>
                  <a:lnTo>
                    <a:pt x="5334" y="91693"/>
                  </a:lnTo>
                  <a:lnTo>
                    <a:pt x="5079" y="91439"/>
                  </a:lnTo>
                  <a:lnTo>
                    <a:pt x="4699" y="91439"/>
                  </a:lnTo>
                  <a:lnTo>
                    <a:pt x="4318" y="91439"/>
                  </a:lnTo>
                  <a:lnTo>
                    <a:pt x="4063" y="91693"/>
                  </a:lnTo>
                  <a:lnTo>
                    <a:pt x="4063" y="92075"/>
                  </a:lnTo>
                  <a:lnTo>
                    <a:pt x="4063" y="92455"/>
                  </a:lnTo>
                  <a:lnTo>
                    <a:pt x="4318" y="92709"/>
                  </a:lnTo>
                  <a:lnTo>
                    <a:pt x="4699" y="92709"/>
                  </a:lnTo>
                  <a:lnTo>
                    <a:pt x="5079" y="92709"/>
                  </a:lnTo>
                  <a:lnTo>
                    <a:pt x="5334" y="92455"/>
                  </a:lnTo>
                  <a:lnTo>
                    <a:pt x="5334" y="92075"/>
                  </a:lnTo>
                  <a:close/>
                </a:path>
                <a:path w="40004" h="92710">
                  <a:moveTo>
                    <a:pt x="10160" y="70230"/>
                  </a:moveTo>
                  <a:lnTo>
                    <a:pt x="10160" y="69468"/>
                  </a:lnTo>
                  <a:lnTo>
                    <a:pt x="9651" y="68833"/>
                  </a:lnTo>
                  <a:lnTo>
                    <a:pt x="8889" y="68833"/>
                  </a:lnTo>
                  <a:lnTo>
                    <a:pt x="8127" y="68833"/>
                  </a:lnTo>
                  <a:lnTo>
                    <a:pt x="7493" y="69468"/>
                  </a:lnTo>
                  <a:lnTo>
                    <a:pt x="7493" y="70230"/>
                  </a:lnTo>
                  <a:lnTo>
                    <a:pt x="7493" y="70865"/>
                  </a:lnTo>
                  <a:lnTo>
                    <a:pt x="8127" y="71500"/>
                  </a:lnTo>
                  <a:lnTo>
                    <a:pt x="8889" y="71500"/>
                  </a:lnTo>
                  <a:lnTo>
                    <a:pt x="9651" y="71500"/>
                  </a:lnTo>
                  <a:lnTo>
                    <a:pt x="10160" y="70865"/>
                  </a:lnTo>
                  <a:lnTo>
                    <a:pt x="10160" y="70230"/>
                  </a:lnTo>
                  <a:close/>
                </a:path>
                <a:path w="40004" h="92710">
                  <a:moveTo>
                    <a:pt x="15239" y="46989"/>
                  </a:moveTo>
                  <a:lnTo>
                    <a:pt x="15239" y="45846"/>
                  </a:lnTo>
                  <a:lnTo>
                    <a:pt x="14350" y="44957"/>
                  </a:lnTo>
                  <a:lnTo>
                    <a:pt x="13208" y="44957"/>
                  </a:lnTo>
                  <a:lnTo>
                    <a:pt x="12191" y="44957"/>
                  </a:lnTo>
                  <a:lnTo>
                    <a:pt x="11175" y="45846"/>
                  </a:lnTo>
                  <a:lnTo>
                    <a:pt x="11175" y="46989"/>
                  </a:lnTo>
                  <a:lnTo>
                    <a:pt x="11175" y="48132"/>
                  </a:lnTo>
                  <a:lnTo>
                    <a:pt x="12191" y="49021"/>
                  </a:lnTo>
                  <a:lnTo>
                    <a:pt x="13208" y="49021"/>
                  </a:lnTo>
                  <a:lnTo>
                    <a:pt x="14350" y="49021"/>
                  </a:lnTo>
                  <a:lnTo>
                    <a:pt x="15239" y="48132"/>
                  </a:lnTo>
                  <a:lnTo>
                    <a:pt x="15239" y="46989"/>
                  </a:lnTo>
                  <a:close/>
                </a:path>
                <a:path w="40004" h="92710">
                  <a:moveTo>
                    <a:pt x="4825" y="10413"/>
                  </a:moveTo>
                  <a:lnTo>
                    <a:pt x="3937" y="10287"/>
                  </a:lnTo>
                  <a:lnTo>
                    <a:pt x="3175" y="10413"/>
                  </a:lnTo>
                  <a:lnTo>
                    <a:pt x="2539" y="10794"/>
                  </a:lnTo>
                </a:path>
                <a:path w="40004" h="92710">
                  <a:moveTo>
                    <a:pt x="6731" y="5460"/>
                  </a:moveTo>
                  <a:lnTo>
                    <a:pt x="6476" y="5333"/>
                  </a:lnTo>
                  <a:lnTo>
                    <a:pt x="6096" y="5206"/>
                  </a:lnTo>
                  <a:lnTo>
                    <a:pt x="5714" y="5206"/>
                  </a:lnTo>
                </a:path>
                <a:path w="40004" h="92710">
                  <a:moveTo>
                    <a:pt x="15112" y="3047"/>
                  </a:moveTo>
                  <a:lnTo>
                    <a:pt x="14986" y="3428"/>
                  </a:lnTo>
                  <a:lnTo>
                    <a:pt x="14732" y="3682"/>
                  </a:lnTo>
                  <a:lnTo>
                    <a:pt x="14604" y="4063"/>
                  </a:lnTo>
                </a:path>
                <a:path w="40004" h="92710">
                  <a:moveTo>
                    <a:pt x="26035" y="5587"/>
                  </a:moveTo>
                  <a:lnTo>
                    <a:pt x="26035" y="5206"/>
                  </a:lnTo>
                  <a:lnTo>
                    <a:pt x="25908" y="4825"/>
                  </a:lnTo>
                  <a:lnTo>
                    <a:pt x="25781" y="4444"/>
                  </a:lnTo>
                </a:path>
                <a:path w="40004" h="92710">
                  <a:moveTo>
                    <a:pt x="30734" y="12191"/>
                  </a:moveTo>
                  <a:lnTo>
                    <a:pt x="32512" y="11429"/>
                  </a:lnTo>
                  <a:lnTo>
                    <a:pt x="33654" y="9905"/>
                  </a:lnTo>
                  <a:lnTo>
                    <a:pt x="33654" y="8127"/>
                  </a:lnTo>
                </a:path>
                <a:path w="40004" h="92710">
                  <a:moveTo>
                    <a:pt x="37464" y="16509"/>
                  </a:moveTo>
                  <a:lnTo>
                    <a:pt x="37211" y="15875"/>
                  </a:lnTo>
                  <a:lnTo>
                    <a:pt x="36829" y="15366"/>
                  </a:lnTo>
                  <a:lnTo>
                    <a:pt x="36195" y="14985"/>
                  </a:lnTo>
                </a:path>
                <a:path w="40004" h="92710">
                  <a:moveTo>
                    <a:pt x="34416" y="22097"/>
                  </a:moveTo>
                  <a:lnTo>
                    <a:pt x="34544" y="21843"/>
                  </a:lnTo>
                  <a:lnTo>
                    <a:pt x="34544" y="21589"/>
                  </a:lnTo>
                  <a:lnTo>
                    <a:pt x="34544" y="21335"/>
                  </a:lnTo>
                </a:path>
                <a:path w="40004" h="92710">
                  <a:moveTo>
                    <a:pt x="26288" y="22859"/>
                  </a:moveTo>
                  <a:lnTo>
                    <a:pt x="26415" y="23240"/>
                  </a:lnTo>
                  <a:lnTo>
                    <a:pt x="26670" y="23494"/>
                  </a:lnTo>
                  <a:lnTo>
                    <a:pt x="26924" y="23875"/>
                  </a:lnTo>
                </a:path>
                <a:path w="40004" h="92710">
                  <a:moveTo>
                    <a:pt x="20193" y="22478"/>
                  </a:moveTo>
                  <a:lnTo>
                    <a:pt x="20193" y="22732"/>
                  </a:lnTo>
                  <a:lnTo>
                    <a:pt x="20320" y="22987"/>
                  </a:lnTo>
                  <a:lnTo>
                    <a:pt x="20447" y="23240"/>
                  </a:lnTo>
                </a:path>
                <a:path w="40004" h="92710">
                  <a:moveTo>
                    <a:pt x="12953" y="22225"/>
                  </a:moveTo>
                  <a:lnTo>
                    <a:pt x="13335" y="21970"/>
                  </a:lnTo>
                  <a:lnTo>
                    <a:pt x="13843" y="21716"/>
                  </a:lnTo>
                  <a:lnTo>
                    <a:pt x="14097" y="21462"/>
                  </a:lnTo>
                </a:path>
                <a:path w="40004" h="92710">
                  <a:moveTo>
                    <a:pt x="4318" y="16255"/>
                  </a:moveTo>
                  <a:lnTo>
                    <a:pt x="4190" y="16509"/>
                  </a:lnTo>
                  <a:lnTo>
                    <a:pt x="4063" y="16763"/>
                  </a:lnTo>
                  <a:lnTo>
                    <a:pt x="4063" y="17017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016629" y="2763773"/>
              <a:ext cx="40005" cy="86995"/>
            </a:xfrm>
            <a:custGeom>
              <a:avLst/>
              <a:gdLst/>
              <a:ahLst/>
              <a:cxnLst/>
              <a:rect l="l" t="t" r="r" b="b"/>
              <a:pathLst>
                <a:path w="40004" h="86994">
                  <a:moveTo>
                    <a:pt x="21717" y="85471"/>
                  </a:moveTo>
                  <a:lnTo>
                    <a:pt x="21463" y="85217"/>
                  </a:lnTo>
                  <a:lnTo>
                    <a:pt x="20701" y="85217"/>
                  </a:lnTo>
                  <a:lnTo>
                    <a:pt x="20320" y="85471"/>
                  </a:lnTo>
                  <a:lnTo>
                    <a:pt x="20320" y="86233"/>
                  </a:lnTo>
                  <a:lnTo>
                    <a:pt x="20701" y="86487"/>
                  </a:lnTo>
                  <a:lnTo>
                    <a:pt x="21463" y="86487"/>
                  </a:lnTo>
                  <a:lnTo>
                    <a:pt x="21717" y="86233"/>
                  </a:lnTo>
                  <a:lnTo>
                    <a:pt x="21717" y="85852"/>
                  </a:lnTo>
                  <a:lnTo>
                    <a:pt x="21717" y="85471"/>
                  </a:lnTo>
                  <a:close/>
                </a:path>
                <a:path w="40004" h="86994">
                  <a:moveTo>
                    <a:pt x="21971" y="65278"/>
                  </a:moveTo>
                  <a:lnTo>
                    <a:pt x="21463" y="64770"/>
                  </a:lnTo>
                  <a:lnTo>
                    <a:pt x="19939" y="64770"/>
                  </a:lnTo>
                  <a:lnTo>
                    <a:pt x="19304" y="65278"/>
                  </a:lnTo>
                  <a:lnTo>
                    <a:pt x="19304" y="66802"/>
                  </a:lnTo>
                  <a:lnTo>
                    <a:pt x="19939" y="67437"/>
                  </a:lnTo>
                  <a:lnTo>
                    <a:pt x="21463" y="67437"/>
                  </a:lnTo>
                  <a:lnTo>
                    <a:pt x="21971" y="66802"/>
                  </a:lnTo>
                  <a:lnTo>
                    <a:pt x="21971" y="66040"/>
                  </a:lnTo>
                  <a:lnTo>
                    <a:pt x="21971" y="65278"/>
                  </a:lnTo>
                  <a:close/>
                </a:path>
                <a:path w="40004" h="86994">
                  <a:moveTo>
                    <a:pt x="22352" y="43815"/>
                  </a:moveTo>
                  <a:lnTo>
                    <a:pt x="21463" y="42926"/>
                  </a:lnTo>
                  <a:lnTo>
                    <a:pt x="19177" y="42926"/>
                  </a:lnTo>
                  <a:lnTo>
                    <a:pt x="18288" y="43815"/>
                  </a:lnTo>
                  <a:lnTo>
                    <a:pt x="18288" y="46101"/>
                  </a:lnTo>
                  <a:lnTo>
                    <a:pt x="19177" y="46990"/>
                  </a:lnTo>
                  <a:lnTo>
                    <a:pt x="21463" y="46990"/>
                  </a:lnTo>
                  <a:lnTo>
                    <a:pt x="22352" y="46101"/>
                  </a:lnTo>
                  <a:lnTo>
                    <a:pt x="22352" y="44958"/>
                  </a:lnTo>
                  <a:lnTo>
                    <a:pt x="22352" y="43815"/>
                  </a:lnTo>
                  <a:close/>
                </a:path>
                <a:path w="40004" h="86994">
                  <a:moveTo>
                    <a:pt x="31877" y="25019"/>
                  </a:moveTo>
                  <a:lnTo>
                    <a:pt x="28181" y="25019"/>
                  </a:lnTo>
                  <a:lnTo>
                    <a:pt x="28448" y="25273"/>
                  </a:lnTo>
                  <a:lnTo>
                    <a:pt x="31242" y="25527"/>
                  </a:lnTo>
                  <a:lnTo>
                    <a:pt x="31877" y="25019"/>
                  </a:lnTo>
                  <a:close/>
                </a:path>
                <a:path w="40004" h="86994">
                  <a:moveTo>
                    <a:pt x="39497" y="14097"/>
                  </a:moveTo>
                  <a:lnTo>
                    <a:pt x="39103" y="11684"/>
                  </a:lnTo>
                  <a:lnTo>
                    <a:pt x="38989" y="10922"/>
                  </a:lnTo>
                  <a:lnTo>
                    <a:pt x="36449" y="9144"/>
                  </a:lnTo>
                  <a:lnTo>
                    <a:pt x="35560" y="8636"/>
                  </a:lnTo>
                  <a:lnTo>
                    <a:pt x="34671" y="8255"/>
                  </a:lnTo>
                  <a:lnTo>
                    <a:pt x="33655" y="8255"/>
                  </a:lnTo>
                  <a:lnTo>
                    <a:pt x="33655" y="5588"/>
                  </a:lnTo>
                  <a:lnTo>
                    <a:pt x="32042" y="4318"/>
                  </a:lnTo>
                  <a:lnTo>
                    <a:pt x="31242" y="3683"/>
                  </a:lnTo>
                  <a:lnTo>
                    <a:pt x="27559" y="3683"/>
                  </a:lnTo>
                  <a:lnTo>
                    <a:pt x="26670" y="3937"/>
                  </a:lnTo>
                  <a:lnTo>
                    <a:pt x="25781" y="4318"/>
                  </a:lnTo>
                  <a:lnTo>
                    <a:pt x="25311" y="2921"/>
                  </a:lnTo>
                  <a:lnTo>
                    <a:pt x="25057" y="2159"/>
                  </a:lnTo>
                  <a:lnTo>
                    <a:pt x="25019" y="2032"/>
                  </a:lnTo>
                  <a:lnTo>
                    <a:pt x="24892" y="1651"/>
                  </a:lnTo>
                  <a:lnTo>
                    <a:pt x="21590" y="0"/>
                  </a:lnTo>
                  <a:lnTo>
                    <a:pt x="17018" y="1270"/>
                  </a:lnTo>
                  <a:lnTo>
                    <a:pt x="15875" y="2032"/>
                  </a:lnTo>
                  <a:lnTo>
                    <a:pt x="15113" y="2921"/>
                  </a:lnTo>
                  <a:lnTo>
                    <a:pt x="11938" y="1270"/>
                  </a:lnTo>
                  <a:lnTo>
                    <a:pt x="7747" y="2159"/>
                  </a:lnTo>
                  <a:lnTo>
                    <a:pt x="5842" y="5080"/>
                  </a:lnTo>
                  <a:lnTo>
                    <a:pt x="3492" y="5080"/>
                  </a:lnTo>
                  <a:lnTo>
                    <a:pt x="1778" y="6223"/>
                  </a:lnTo>
                  <a:lnTo>
                    <a:pt x="1485" y="8255"/>
                  </a:lnTo>
                  <a:lnTo>
                    <a:pt x="1435" y="9144"/>
                  </a:lnTo>
                  <a:lnTo>
                    <a:pt x="1778" y="10033"/>
                  </a:lnTo>
                  <a:lnTo>
                    <a:pt x="2540" y="10668"/>
                  </a:lnTo>
                  <a:lnTo>
                    <a:pt x="635" y="11684"/>
                  </a:lnTo>
                  <a:lnTo>
                    <a:pt x="0" y="13716"/>
                  </a:lnTo>
                  <a:lnTo>
                    <a:pt x="1778" y="16256"/>
                  </a:lnTo>
                  <a:lnTo>
                    <a:pt x="2997" y="17018"/>
                  </a:lnTo>
                  <a:lnTo>
                    <a:pt x="4064" y="17018"/>
                  </a:lnTo>
                  <a:lnTo>
                    <a:pt x="3759" y="19177"/>
                  </a:lnTo>
                  <a:lnTo>
                    <a:pt x="3683" y="19812"/>
                  </a:lnTo>
                  <a:lnTo>
                    <a:pt x="5969" y="22479"/>
                  </a:lnTo>
                  <a:lnTo>
                    <a:pt x="10198" y="22987"/>
                  </a:lnTo>
                  <a:lnTo>
                    <a:pt x="11239" y="22987"/>
                  </a:lnTo>
                  <a:lnTo>
                    <a:pt x="12954" y="22225"/>
                  </a:lnTo>
                  <a:lnTo>
                    <a:pt x="14224" y="24257"/>
                  </a:lnTo>
                  <a:lnTo>
                    <a:pt x="17018" y="25019"/>
                  </a:lnTo>
                  <a:lnTo>
                    <a:pt x="19304" y="23876"/>
                  </a:lnTo>
                  <a:lnTo>
                    <a:pt x="19494" y="23876"/>
                  </a:lnTo>
                  <a:lnTo>
                    <a:pt x="20447" y="23241"/>
                  </a:lnTo>
                  <a:lnTo>
                    <a:pt x="21399" y="25019"/>
                  </a:lnTo>
                  <a:lnTo>
                    <a:pt x="21805" y="25019"/>
                  </a:lnTo>
                  <a:lnTo>
                    <a:pt x="23749" y="25527"/>
                  </a:lnTo>
                  <a:lnTo>
                    <a:pt x="25654" y="24765"/>
                  </a:lnTo>
                  <a:lnTo>
                    <a:pt x="25146" y="25019"/>
                  </a:lnTo>
                  <a:lnTo>
                    <a:pt x="28181" y="25019"/>
                  </a:lnTo>
                  <a:lnTo>
                    <a:pt x="27686" y="24511"/>
                  </a:lnTo>
                  <a:lnTo>
                    <a:pt x="26289" y="24511"/>
                  </a:lnTo>
                  <a:lnTo>
                    <a:pt x="26416" y="24257"/>
                  </a:lnTo>
                  <a:lnTo>
                    <a:pt x="26797" y="23876"/>
                  </a:lnTo>
                  <a:lnTo>
                    <a:pt x="27051" y="23876"/>
                  </a:lnTo>
                  <a:lnTo>
                    <a:pt x="27686" y="24511"/>
                  </a:lnTo>
                  <a:lnTo>
                    <a:pt x="32524" y="24511"/>
                  </a:lnTo>
                  <a:lnTo>
                    <a:pt x="32854" y="24257"/>
                  </a:lnTo>
                  <a:lnTo>
                    <a:pt x="33401" y="23876"/>
                  </a:lnTo>
                  <a:lnTo>
                    <a:pt x="33604" y="23876"/>
                  </a:lnTo>
                  <a:lnTo>
                    <a:pt x="34036" y="23241"/>
                  </a:lnTo>
                  <a:lnTo>
                    <a:pt x="34201" y="22987"/>
                  </a:lnTo>
                  <a:lnTo>
                    <a:pt x="34340" y="22479"/>
                  </a:lnTo>
                  <a:lnTo>
                    <a:pt x="34378" y="22225"/>
                  </a:lnTo>
                  <a:lnTo>
                    <a:pt x="34417" y="21971"/>
                  </a:lnTo>
                  <a:lnTo>
                    <a:pt x="36957" y="21463"/>
                  </a:lnTo>
                  <a:lnTo>
                    <a:pt x="38354" y="19177"/>
                  </a:lnTo>
                  <a:lnTo>
                    <a:pt x="37719" y="17018"/>
                  </a:lnTo>
                  <a:lnTo>
                    <a:pt x="37884" y="17018"/>
                  </a:lnTo>
                  <a:lnTo>
                    <a:pt x="37465" y="16383"/>
                  </a:lnTo>
                  <a:lnTo>
                    <a:pt x="39497" y="14097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016628" y="2763773"/>
              <a:ext cx="40005" cy="86995"/>
            </a:xfrm>
            <a:custGeom>
              <a:avLst/>
              <a:gdLst/>
              <a:ahLst/>
              <a:cxnLst/>
              <a:rect l="l" t="t" r="r" b="b"/>
              <a:pathLst>
                <a:path w="40004" h="86994">
                  <a:moveTo>
                    <a:pt x="4063" y="17017"/>
                  </a:moveTo>
                  <a:lnTo>
                    <a:pt x="3683" y="19812"/>
                  </a:lnTo>
                  <a:lnTo>
                    <a:pt x="5969" y="22478"/>
                  </a:lnTo>
                  <a:lnTo>
                    <a:pt x="9144" y="22860"/>
                  </a:lnTo>
                  <a:lnTo>
                    <a:pt x="10541" y="22987"/>
                  </a:lnTo>
                  <a:lnTo>
                    <a:pt x="11811" y="22733"/>
                  </a:lnTo>
                  <a:lnTo>
                    <a:pt x="12954" y="22225"/>
                  </a:lnTo>
                  <a:lnTo>
                    <a:pt x="14224" y="24256"/>
                  </a:lnTo>
                  <a:lnTo>
                    <a:pt x="17018" y="25018"/>
                  </a:lnTo>
                  <a:lnTo>
                    <a:pt x="19304" y="23875"/>
                  </a:lnTo>
                  <a:lnTo>
                    <a:pt x="19685" y="23749"/>
                  </a:lnTo>
                  <a:lnTo>
                    <a:pt x="20066" y="23495"/>
                  </a:lnTo>
                  <a:lnTo>
                    <a:pt x="20447" y="23240"/>
                  </a:lnTo>
                  <a:lnTo>
                    <a:pt x="21336" y="24891"/>
                  </a:lnTo>
                  <a:lnTo>
                    <a:pt x="23749" y="25526"/>
                  </a:lnTo>
                  <a:lnTo>
                    <a:pt x="25654" y="24764"/>
                  </a:lnTo>
                  <a:lnTo>
                    <a:pt x="26162" y="24511"/>
                  </a:lnTo>
                  <a:lnTo>
                    <a:pt x="26543" y="24129"/>
                  </a:lnTo>
                  <a:lnTo>
                    <a:pt x="26924" y="23749"/>
                  </a:lnTo>
                  <a:lnTo>
                    <a:pt x="28448" y="25273"/>
                  </a:lnTo>
                  <a:lnTo>
                    <a:pt x="31242" y="25526"/>
                  </a:lnTo>
                  <a:lnTo>
                    <a:pt x="33020" y="24129"/>
                  </a:lnTo>
                  <a:lnTo>
                    <a:pt x="33782" y="23622"/>
                  </a:lnTo>
                  <a:lnTo>
                    <a:pt x="34290" y="22860"/>
                  </a:lnTo>
                  <a:lnTo>
                    <a:pt x="34417" y="21971"/>
                  </a:lnTo>
                  <a:lnTo>
                    <a:pt x="36957" y="21462"/>
                  </a:lnTo>
                  <a:lnTo>
                    <a:pt x="38354" y="19176"/>
                  </a:lnTo>
                  <a:lnTo>
                    <a:pt x="37719" y="17017"/>
                  </a:lnTo>
                  <a:lnTo>
                    <a:pt x="37719" y="16763"/>
                  </a:lnTo>
                  <a:lnTo>
                    <a:pt x="37465" y="16383"/>
                  </a:lnTo>
                  <a:lnTo>
                    <a:pt x="39497" y="14097"/>
                  </a:lnTo>
                  <a:lnTo>
                    <a:pt x="38988" y="10922"/>
                  </a:lnTo>
                  <a:lnTo>
                    <a:pt x="36449" y="9143"/>
                  </a:lnTo>
                  <a:lnTo>
                    <a:pt x="35560" y="8636"/>
                  </a:lnTo>
                  <a:lnTo>
                    <a:pt x="34671" y="8254"/>
                  </a:lnTo>
                  <a:lnTo>
                    <a:pt x="33655" y="8127"/>
                  </a:lnTo>
                  <a:lnTo>
                    <a:pt x="33655" y="5587"/>
                  </a:lnTo>
                  <a:lnTo>
                    <a:pt x="31242" y="3683"/>
                  </a:lnTo>
                  <a:lnTo>
                    <a:pt x="28448" y="3683"/>
                  </a:lnTo>
                  <a:lnTo>
                    <a:pt x="27559" y="3683"/>
                  </a:lnTo>
                  <a:lnTo>
                    <a:pt x="26670" y="3937"/>
                  </a:lnTo>
                  <a:lnTo>
                    <a:pt x="25781" y="4317"/>
                  </a:lnTo>
                  <a:lnTo>
                    <a:pt x="24892" y="1650"/>
                  </a:lnTo>
                  <a:lnTo>
                    <a:pt x="21590" y="0"/>
                  </a:lnTo>
                  <a:lnTo>
                    <a:pt x="18415" y="888"/>
                  </a:lnTo>
                  <a:lnTo>
                    <a:pt x="17018" y="1270"/>
                  </a:lnTo>
                  <a:lnTo>
                    <a:pt x="15875" y="2031"/>
                  </a:lnTo>
                  <a:lnTo>
                    <a:pt x="15112" y="2921"/>
                  </a:lnTo>
                  <a:lnTo>
                    <a:pt x="11937" y="1270"/>
                  </a:lnTo>
                  <a:lnTo>
                    <a:pt x="7747" y="2159"/>
                  </a:lnTo>
                  <a:lnTo>
                    <a:pt x="5842" y="5079"/>
                  </a:lnTo>
                  <a:lnTo>
                    <a:pt x="3683" y="4952"/>
                  </a:lnTo>
                  <a:lnTo>
                    <a:pt x="1778" y="6223"/>
                  </a:lnTo>
                  <a:lnTo>
                    <a:pt x="1524" y="8000"/>
                  </a:lnTo>
                  <a:lnTo>
                    <a:pt x="1397" y="9016"/>
                  </a:lnTo>
                  <a:lnTo>
                    <a:pt x="1778" y="10033"/>
                  </a:lnTo>
                  <a:lnTo>
                    <a:pt x="2540" y="10667"/>
                  </a:lnTo>
                  <a:lnTo>
                    <a:pt x="635" y="11684"/>
                  </a:lnTo>
                  <a:lnTo>
                    <a:pt x="0" y="13715"/>
                  </a:lnTo>
                  <a:lnTo>
                    <a:pt x="1143" y="15366"/>
                  </a:lnTo>
                  <a:lnTo>
                    <a:pt x="1778" y="16255"/>
                  </a:lnTo>
                  <a:lnTo>
                    <a:pt x="2794" y="16890"/>
                  </a:lnTo>
                  <a:lnTo>
                    <a:pt x="4063" y="17017"/>
                  </a:lnTo>
                  <a:close/>
                </a:path>
                <a:path w="40004" h="86994">
                  <a:moveTo>
                    <a:pt x="21717" y="85851"/>
                  </a:moveTo>
                  <a:lnTo>
                    <a:pt x="21717" y="85471"/>
                  </a:lnTo>
                  <a:lnTo>
                    <a:pt x="21462" y="85216"/>
                  </a:lnTo>
                  <a:lnTo>
                    <a:pt x="21082" y="85216"/>
                  </a:lnTo>
                  <a:lnTo>
                    <a:pt x="20700" y="85216"/>
                  </a:lnTo>
                  <a:lnTo>
                    <a:pt x="20320" y="85471"/>
                  </a:lnTo>
                  <a:lnTo>
                    <a:pt x="20320" y="85851"/>
                  </a:lnTo>
                  <a:lnTo>
                    <a:pt x="20320" y="86233"/>
                  </a:lnTo>
                  <a:lnTo>
                    <a:pt x="20700" y="86487"/>
                  </a:lnTo>
                  <a:lnTo>
                    <a:pt x="21082" y="86487"/>
                  </a:lnTo>
                  <a:lnTo>
                    <a:pt x="21462" y="86487"/>
                  </a:lnTo>
                  <a:lnTo>
                    <a:pt x="21717" y="86233"/>
                  </a:lnTo>
                  <a:lnTo>
                    <a:pt x="21717" y="85851"/>
                  </a:lnTo>
                  <a:close/>
                </a:path>
                <a:path w="40004" h="86994">
                  <a:moveTo>
                    <a:pt x="21971" y="66039"/>
                  </a:moveTo>
                  <a:lnTo>
                    <a:pt x="21971" y="65277"/>
                  </a:lnTo>
                  <a:lnTo>
                    <a:pt x="21462" y="64770"/>
                  </a:lnTo>
                  <a:lnTo>
                    <a:pt x="20700" y="64770"/>
                  </a:lnTo>
                  <a:lnTo>
                    <a:pt x="19938" y="64770"/>
                  </a:lnTo>
                  <a:lnTo>
                    <a:pt x="19304" y="65277"/>
                  </a:lnTo>
                  <a:lnTo>
                    <a:pt x="19304" y="66039"/>
                  </a:lnTo>
                  <a:lnTo>
                    <a:pt x="19304" y="66801"/>
                  </a:lnTo>
                  <a:lnTo>
                    <a:pt x="19938" y="67437"/>
                  </a:lnTo>
                  <a:lnTo>
                    <a:pt x="20700" y="67437"/>
                  </a:lnTo>
                  <a:lnTo>
                    <a:pt x="21462" y="67437"/>
                  </a:lnTo>
                  <a:lnTo>
                    <a:pt x="21971" y="66801"/>
                  </a:lnTo>
                  <a:lnTo>
                    <a:pt x="21971" y="66039"/>
                  </a:lnTo>
                  <a:close/>
                </a:path>
                <a:path w="40004" h="86994">
                  <a:moveTo>
                    <a:pt x="22351" y="44958"/>
                  </a:moveTo>
                  <a:lnTo>
                    <a:pt x="22351" y="43814"/>
                  </a:lnTo>
                  <a:lnTo>
                    <a:pt x="21462" y="42925"/>
                  </a:lnTo>
                  <a:lnTo>
                    <a:pt x="20320" y="42925"/>
                  </a:lnTo>
                  <a:lnTo>
                    <a:pt x="19176" y="42925"/>
                  </a:lnTo>
                  <a:lnTo>
                    <a:pt x="18287" y="43814"/>
                  </a:lnTo>
                  <a:lnTo>
                    <a:pt x="18287" y="44958"/>
                  </a:lnTo>
                  <a:lnTo>
                    <a:pt x="18287" y="46100"/>
                  </a:lnTo>
                  <a:lnTo>
                    <a:pt x="19176" y="46989"/>
                  </a:lnTo>
                  <a:lnTo>
                    <a:pt x="20320" y="46989"/>
                  </a:lnTo>
                  <a:lnTo>
                    <a:pt x="21462" y="46989"/>
                  </a:lnTo>
                  <a:lnTo>
                    <a:pt x="22351" y="46100"/>
                  </a:lnTo>
                  <a:lnTo>
                    <a:pt x="22351" y="44958"/>
                  </a:lnTo>
                  <a:close/>
                </a:path>
                <a:path w="40004" h="86994">
                  <a:moveTo>
                    <a:pt x="4825" y="10413"/>
                  </a:moveTo>
                  <a:lnTo>
                    <a:pt x="3937" y="10287"/>
                  </a:lnTo>
                  <a:lnTo>
                    <a:pt x="3175" y="10413"/>
                  </a:lnTo>
                  <a:lnTo>
                    <a:pt x="2540" y="10795"/>
                  </a:lnTo>
                </a:path>
                <a:path w="40004" h="86994">
                  <a:moveTo>
                    <a:pt x="6731" y="5461"/>
                  </a:moveTo>
                  <a:lnTo>
                    <a:pt x="6476" y="5334"/>
                  </a:lnTo>
                  <a:lnTo>
                    <a:pt x="6096" y="5206"/>
                  </a:lnTo>
                  <a:lnTo>
                    <a:pt x="5715" y="5206"/>
                  </a:lnTo>
                </a:path>
                <a:path w="40004" h="86994">
                  <a:moveTo>
                    <a:pt x="15112" y="3048"/>
                  </a:moveTo>
                  <a:lnTo>
                    <a:pt x="14986" y="3428"/>
                  </a:lnTo>
                  <a:lnTo>
                    <a:pt x="14732" y="3683"/>
                  </a:lnTo>
                  <a:lnTo>
                    <a:pt x="14605" y="4063"/>
                  </a:lnTo>
                </a:path>
                <a:path w="40004" h="86994">
                  <a:moveTo>
                    <a:pt x="26035" y="5587"/>
                  </a:moveTo>
                  <a:lnTo>
                    <a:pt x="26035" y="5206"/>
                  </a:lnTo>
                  <a:lnTo>
                    <a:pt x="25908" y="4825"/>
                  </a:lnTo>
                  <a:lnTo>
                    <a:pt x="25781" y="4445"/>
                  </a:lnTo>
                </a:path>
                <a:path w="40004" h="86994">
                  <a:moveTo>
                    <a:pt x="30734" y="12191"/>
                  </a:moveTo>
                  <a:lnTo>
                    <a:pt x="32512" y="11429"/>
                  </a:lnTo>
                  <a:lnTo>
                    <a:pt x="33655" y="9905"/>
                  </a:lnTo>
                  <a:lnTo>
                    <a:pt x="33655" y="8127"/>
                  </a:lnTo>
                </a:path>
                <a:path w="40004" h="86994">
                  <a:moveTo>
                    <a:pt x="37465" y="16510"/>
                  </a:moveTo>
                  <a:lnTo>
                    <a:pt x="37211" y="15875"/>
                  </a:lnTo>
                  <a:lnTo>
                    <a:pt x="36830" y="15366"/>
                  </a:lnTo>
                  <a:lnTo>
                    <a:pt x="36195" y="14986"/>
                  </a:lnTo>
                </a:path>
                <a:path w="40004" h="86994">
                  <a:moveTo>
                    <a:pt x="34417" y="22098"/>
                  </a:moveTo>
                  <a:lnTo>
                    <a:pt x="34544" y="21843"/>
                  </a:lnTo>
                  <a:lnTo>
                    <a:pt x="34544" y="21589"/>
                  </a:lnTo>
                  <a:lnTo>
                    <a:pt x="34544" y="21336"/>
                  </a:lnTo>
                </a:path>
                <a:path w="40004" h="86994">
                  <a:moveTo>
                    <a:pt x="26288" y="22860"/>
                  </a:moveTo>
                  <a:lnTo>
                    <a:pt x="26416" y="23240"/>
                  </a:lnTo>
                  <a:lnTo>
                    <a:pt x="26670" y="23495"/>
                  </a:lnTo>
                  <a:lnTo>
                    <a:pt x="26924" y="23875"/>
                  </a:lnTo>
                </a:path>
                <a:path w="40004" h="86994">
                  <a:moveTo>
                    <a:pt x="20193" y="22478"/>
                  </a:moveTo>
                  <a:lnTo>
                    <a:pt x="20193" y="22733"/>
                  </a:lnTo>
                  <a:lnTo>
                    <a:pt x="20320" y="22987"/>
                  </a:lnTo>
                  <a:lnTo>
                    <a:pt x="20447" y="23240"/>
                  </a:lnTo>
                </a:path>
                <a:path w="40004" h="86994">
                  <a:moveTo>
                    <a:pt x="12954" y="22225"/>
                  </a:moveTo>
                  <a:lnTo>
                    <a:pt x="13335" y="21971"/>
                  </a:lnTo>
                  <a:lnTo>
                    <a:pt x="13843" y="21716"/>
                  </a:lnTo>
                  <a:lnTo>
                    <a:pt x="14097" y="21462"/>
                  </a:lnTo>
                </a:path>
                <a:path w="40004" h="86994">
                  <a:moveTo>
                    <a:pt x="4318" y="16255"/>
                  </a:moveTo>
                  <a:lnTo>
                    <a:pt x="4191" y="16510"/>
                  </a:lnTo>
                  <a:lnTo>
                    <a:pt x="4063" y="16763"/>
                  </a:lnTo>
                  <a:lnTo>
                    <a:pt x="4063" y="17017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864229" y="2721228"/>
              <a:ext cx="40005" cy="111760"/>
            </a:xfrm>
            <a:custGeom>
              <a:avLst/>
              <a:gdLst/>
              <a:ahLst/>
              <a:cxnLst/>
              <a:rect l="l" t="t" r="r" b="b"/>
              <a:pathLst>
                <a:path w="40004" h="111760">
                  <a:moveTo>
                    <a:pt x="16256" y="110236"/>
                  </a:moveTo>
                  <a:lnTo>
                    <a:pt x="16002" y="109982"/>
                  </a:lnTo>
                  <a:lnTo>
                    <a:pt x="15240" y="109982"/>
                  </a:lnTo>
                  <a:lnTo>
                    <a:pt x="14986" y="110236"/>
                  </a:lnTo>
                  <a:lnTo>
                    <a:pt x="14986" y="110998"/>
                  </a:lnTo>
                  <a:lnTo>
                    <a:pt x="15240" y="111252"/>
                  </a:lnTo>
                  <a:lnTo>
                    <a:pt x="16002" y="111252"/>
                  </a:lnTo>
                  <a:lnTo>
                    <a:pt x="16256" y="110998"/>
                  </a:lnTo>
                  <a:lnTo>
                    <a:pt x="16256" y="110617"/>
                  </a:lnTo>
                  <a:lnTo>
                    <a:pt x="16256" y="110236"/>
                  </a:lnTo>
                  <a:close/>
                </a:path>
                <a:path w="40004" h="111760">
                  <a:moveTo>
                    <a:pt x="18161" y="81788"/>
                  </a:moveTo>
                  <a:lnTo>
                    <a:pt x="17526" y="81153"/>
                  </a:lnTo>
                  <a:lnTo>
                    <a:pt x="16002" y="81153"/>
                  </a:lnTo>
                  <a:lnTo>
                    <a:pt x="15367" y="81788"/>
                  </a:lnTo>
                  <a:lnTo>
                    <a:pt x="15367" y="83312"/>
                  </a:lnTo>
                  <a:lnTo>
                    <a:pt x="16002" y="83947"/>
                  </a:lnTo>
                  <a:lnTo>
                    <a:pt x="17526" y="83947"/>
                  </a:lnTo>
                  <a:lnTo>
                    <a:pt x="18161" y="83312"/>
                  </a:lnTo>
                  <a:lnTo>
                    <a:pt x="18161" y="82550"/>
                  </a:lnTo>
                  <a:lnTo>
                    <a:pt x="18161" y="81788"/>
                  </a:lnTo>
                  <a:close/>
                </a:path>
                <a:path w="40004" h="111760">
                  <a:moveTo>
                    <a:pt x="20066" y="51943"/>
                  </a:moveTo>
                  <a:lnTo>
                    <a:pt x="19177" y="51054"/>
                  </a:lnTo>
                  <a:lnTo>
                    <a:pt x="16891" y="51054"/>
                  </a:lnTo>
                  <a:lnTo>
                    <a:pt x="16002" y="51943"/>
                  </a:lnTo>
                  <a:lnTo>
                    <a:pt x="16002" y="54229"/>
                  </a:lnTo>
                  <a:lnTo>
                    <a:pt x="16891" y="55118"/>
                  </a:lnTo>
                  <a:lnTo>
                    <a:pt x="19177" y="55118"/>
                  </a:lnTo>
                  <a:lnTo>
                    <a:pt x="20066" y="54229"/>
                  </a:lnTo>
                  <a:lnTo>
                    <a:pt x="20066" y="53086"/>
                  </a:lnTo>
                  <a:lnTo>
                    <a:pt x="20066" y="51943"/>
                  </a:lnTo>
                  <a:close/>
                </a:path>
                <a:path w="40004" h="111760">
                  <a:moveTo>
                    <a:pt x="21323" y="24777"/>
                  </a:moveTo>
                  <a:lnTo>
                    <a:pt x="21259" y="24638"/>
                  </a:lnTo>
                  <a:lnTo>
                    <a:pt x="20840" y="24638"/>
                  </a:lnTo>
                  <a:lnTo>
                    <a:pt x="21323" y="24777"/>
                  </a:lnTo>
                  <a:close/>
                </a:path>
                <a:path w="40004" h="111760">
                  <a:moveTo>
                    <a:pt x="25006" y="24892"/>
                  </a:moveTo>
                  <a:lnTo>
                    <a:pt x="21805" y="24892"/>
                  </a:lnTo>
                  <a:lnTo>
                    <a:pt x="23749" y="25400"/>
                  </a:lnTo>
                  <a:lnTo>
                    <a:pt x="25006" y="24892"/>
                  </a:lnTo>
                  <a:close/>
                </a:path>
                <a:path w="40004" h="111760">
                  <a:moveTo>
                    <a:pt x="28194" y="24892"/>
                  </a:moveTo>
                  <a:lnTo>
                    <a:pt x="27927" y="24638"/>
                  </a:lnTo>
                  <a:lnTo>
                    <a:pt x="25654" y="24638"/>
                  </a:lnTo>
                  <a:lnTo>
                    <a:pt x="25006" y="24892"/>
                  </a:lnTo>
                  <a:lnTo>
                    <a:pt x="28194" y="24892"/>
                  </a:lnTo>
                  <a:close/>
                </a:path>
                <a:path w="40004" h="111760">
                  <a:moveTo>
                    <a:pt x="31877" y="24892"/>
                  </a:moveTo>
                  <a:lnTo>
                    <a:pt x="28194" y="24892"/>
                  </a:lnTo>
                  <a:lnTo>
                    <a:pt x="28448" y="25146"/>
                  </a:lnTo>
                  <a:lnTo>
                    <a:pt x="31242" y="25400"/>
                  </a:lnTo>
                  <a:lnTo>
                    <a:pt x="31877" y="24892"/>
                  </a:lnTo>
                  <a:close/>
                </a:path>
                <a:path w="40004" h="111760">
                  <a:moveTo>
                    <a:pt x="39497" y="13970"/>
                  </a:moveTo>
                  <a:lnTo>
                    <a:pt x="39103" y="11557"/>
                  </a:lnTo>
                  <a:lnTo>
                    <a:pt x="38989" y="10795"/>
                  </a:lnTo>
                  <a:lnTo>
                    <a:pt x="36449" y="9017"/>
                  </a:lnTo>
                  <a:lnTo>
                    <a:pt x="35560" y="8509"/>
                  </a:lnTo>
                  <a:lnTo>
                    <a:pt x="34671" y="8128"/>
                  </a:lnTo>
                  <a:lnTo>
                    <a:pt x="33655" y="8001"/>
                  </a:lnTo>
                  <a:lnTo>
                    <a:pt x="33655" y="5461"/>
                  </a:lnTo>
                  <a:lnTo>
                    <a:pt x="33007" y="4953"/>
                  </a:lnTo>
                  <a:lnTo>
                    <a:pt x="32042" y="4191"/>
                  </a:lnTo>
                  <a:lnTo>
                    <a:pt x="31242" y="3556"/>
                  </a:lnTo>
                  <a:lnTo>
                    <a:pt x="27559" y="3556"/>
                  </a:lnTo>
                  <a:lnTo>
                    <a:pt x="26670" y="3810"/>
                  </a:lnTo>
                  <a:lnTo>
                    <a:pt x="25781" y="4191"/>
                  </a:lnTo>
                  <a:lnTo>
                    <a:pt x="25311" y="2794"/>
                  </a:lnTo>
                  <a:lnTo>
                    <a:pt x="24892" y="1524"/>
                  </a:lnTo>
                  <a:lnTo>
                    <a:pt x="21590" y="0"/>
                  </a:lnTo>
                  <a:lnTo>
                    <a:pt x="18415" y="762"/>
                  </a:lnTo>
                  <a:lnTo>
                    <a:pt x="17018" y="1143"/>
                  </a:lnTo>
                  <a:lnTo>
                    <a:pt x="16446" y="1524"/>
                  </a:lnTo>
                  <a:lnTo>
                    <a:pt x="15760" y="2032"/>
                  </a:lnTo>
                  <a:lnTo>
                    <a:pt x="15113" y="2794"/>
                  </a:lnTo>
                  <a:lnTo>
                    <a:pt x="11938" y="1143"/>
                  </a:lnTo>
                  <a:lnTo>
                    <a:pt x="7747" y="2032"/>
                  </a:lnTo>
                  <a:lnTo>
                    <a:pt x="5918" y="4826"/>
                  </a:lnTo>
                  <a:lnTo>
                    <a:pt x="5842" y="4953"/>
                  </a:lnTo>
                  <a:lnTo>
                    <a:pt x="3683" y="4826"/>
                  </a:lnTo>
                  <a:lnTo>
                    <a:pt x="1778" y="6096"/>
                  </a:lnTo>
                  <a:lnTo>
                    <a:pt x="1498" y="8001"/>
                  </a:lnTo>
                  <a:lnTo>
                    <a:pt x="1435" y="9017"/>
                  </a:lnTo>
                  <a:lnTo>
                    <a:pt x="1778" y="9906"/>
                  </a:lnTo>
                  <a:lnTo>
                    <a:pt x="2540" y="10541"/>
                  </a:lnTo>
                  <a:lnTo>
                    <a:pt x="635" y="11557"/>
                  </a:lnTo>
                  <a:lnTo>
                    <a:pt x="0" y="13589"/>
                  </a:lnTo>
                  <a:lnTo>
                    <a:pt x="266" y="13970"/>
                  </a:lnTo>
                  <a:lnTo>
                    <a:pt x="1981" y="16256"/>
                  </a:lnTo>
                  <a:lnTo>
                    <a:pt x="2794" y="16764"/>
                  </a:lnTo>
                  <a:lnTo>
                    <a:pt x="4064" y="16891"/>
                  </a:lnTo>
                  <a:lnTo>
                    <a:pt x="3759" y="19050"/>
                  </a:lnTo>
                  <a:lnTo>
                    <a:pt x="3683" y="19685"/>
                  </a:lnTo>
                  <a:lnTo>
                    <a:pt x="5969" y="22352"/>
                  </a:lnTo>
                  <a:lnTo>
                    <a:pt x="10198" y="22860"/>
                  </a:lnTo>
                  <a:lnTo>
                    <a:pt x="11239" y="22860"/>
                  </a:lnTo>
                  <a:lnTo>
                    <a:pt x="12954" y="22098"/>
                  </a:lnTo>
                  <a:lnTo>
                    <a:pt x="14224" y="24130"/>
                  </a:lnTo>
                  <a:lnTo>
                    <a:pt x="17018" y="24892"/>
                  </a:lnTo>
                  <a:lnTo>
                    <a:pt x="19304" y="23749"/>
                  </a:lnTo>
                  <a:lnTo>
                    <a:pt x="19494" y="23749"/>
                  </a:lnTo>
                  <a:lnTo>
                    <a:pt x="20447" y="23114"/>
                  </a:lnTo>
                  <a:lnTo>
                    <a:pt x="21259" y="24638"/>
                  </a:lnTo>
                  <a:lnTo>
                    <a:pt x="25654" y="24638"/>
                  </a:lnTo>
                  <a:lnTo>
                    <a:pt x="26162" y="24384"/>
                  </a:lnTo>
                  <a:lnTo>
                    <a:pt x="26797" y="23749"/>
                  </a:lnTo>
                  <a:lnTo>
                    <a:pt x="27051" y="23749"/>
                  </a:lnTo>
                  <a:lnTo>
                    <a:pt x="27927" y="24638"/>
                  </a:lnTo>
                  <a:lnTo>
                    <a:pt x="32207" y="24638"/>
                  </a:lnTo>
                  <a:lnTo>
                    <a:pt x="32854" y="24130"/>
                  </a:lnTo>
                  <a:lnTo>
                    <a:pt x="33401" y="23749"/>
                  </a:lnTo>
                  <a:lnTo>
                    <a:pt x="33604" y="23749"/>
                  </a:lnTo>
                  <a:lnTo>
                    <a:pt x="34036" y="23114"/>
                  </a:lnTo>
                  <a:lnTo>
                    <a:pt x="34201" y="22860"/>
                  </a:lnTo>
                  <a:lnTo>
                    <a:pt x="34340" y="22352"/>
                  </a:lnTo>
                  <a:lnTo>
                    <a:pt x="34378" y="22098"/>
                  </a:lnTo>
                  <a:lnTo>
                    <a:pt x="34417" y="21844"/>
                  </a:lnTo>
                  <a:lnTo>
                    <a:pt x="36957" y="21336"/>
                  </a:lnTo>
                  <a:lnTo>
                    <a:pt x="38354" y="19050"/>
                  </a:lnTo>
                  <a:lnTo>
                    <a:pt x="37719" y="16891"/>
                  </a:lnTo>
                  <a:lnTo>
                    <a:pt x="37719" y="16764"/>
                  </a:lnTo>
                  <a:lnTo>
                    <a:pt x="37465" y="16256"/>
                  </a:lnTo>
                  <a:lnTo>
                    <a:pt x="39497" y="13970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864228" y="2721228"/>
              <a:ext cx="40005" cy="111760"/>
            </a:xfrm>
            <a:custGeom>
              <a:avLst/>
              <a:gdLst/>
              <a:ahLst/>
              <a:cxnLst/>
              <a:rect l="l" t="t" r="r" b="b"/>
              <a:pathLst>
                <a:path w="40004" h="111760">
                  <a:moveTo>
                    <a:pt x="4063" y="16891"/>
                  </a:moveTo>
                  <a:lnTo>
                    <a:pt x="3683" y="19685"/>
                  </a:lnTo>
                  <a:lnTo>
                    <a:pt x="5969" y="22351"/>
                  </a:lnTo>
                  <a:lnTo>
                    <a:pt x="9144" y="22733"/>
                  </a:lnTo>
                  <a:lnTo>
                    <a:pt x="10541" y="22860"/>
                  </a:lnTo>
                  <a:lnTo>
                    <a:pt x="11811" y="22606"/>
                  </a:lnTo>
                  <a:lnTo>
                    <a:pt x="12954" y="22098"/>
                  </a:lnTo>
                  <a:lnTo>
                    <a:pt x="14224" y="24130"/>
                  </a:lnTo>
                  <a:lnTo>
                    <a:pt x="17018" y="24892"/>
                  </a:lnTo>
                  <a:lnTo>
                    <a:pt x="19304" y="23749"/>
                  </a:lnTo>
                  <a:lnTo>
                    <a:pt x="19685" y="23622"/>
                  </a:lnTo>
                  <a:lnTo>
                    <a:pt x="20066" y="23368"/>
                  </a:lnTo>
                  <a:lnTo>
                    <a:pt x="20447" y="23113"/>
                  </a:lnTo>
                  <a:lnTo>
                    <a:pt x="21336" y="24765"/>
                  </a:lnTo>
                  <a:lnTo>
                    <a:pt x="26924" y="23622"/>
                  </a:lnTo>
                  <a:lnTo>
                    <a:pt x="28448" y="25146"/>
                  </a:lnTo>
                  <a:lnTo>
                    <a:pt x="31242" y="25400"/>
                  </a:lnTo>
                  <a:lnTo>
                    <a:pt x="33020" y="24003"/>
                  </a:lnTo>
                  <a:lnTo>
                    <a:pt x="33782" y="23495"/>
                  </a:lnTo>
                  <a:lnTo>
                    <a:pt x="34290" y="22733"/>
                  </a:lnTo>
                  <a:lnTo>
                    <a:pt x="34417" y="21844"/>
                  </a:lnTo>
                  <a:lnTo>
                    <a:pt x="36957" y="21336"/>
                  </a:lnTo>
                  <a:lnTo>
                    <a:pt x="38354" y="19050"/>
                  </a:lnTo>
                  <a:lnTo>
                    <a:pt x="37719" y="16891"/>
                  </a:lnTo>
                  <a:lnTo>
                    <a:pt x="37719" y="16637"/>
                  </a:lnTo>
                  <a:lnTo>
                    <a:pt x="37465" y="16256"/>
                  </a:lnTo>
                  <a:lnTo>
                    <a:pt x="39497" y="13970"/>
                  </a:lnTo>
                  <a:lnTo>
                    <a:pt x="38988" y="10795"/>
                  </a:lnTo>
                  <a:lnTo>
                    <a:pt x="36449" y="9017"/>
                  </a:lnTo>
                  <a:lnTo>
                    <a:pt x="35560" y="8509"/>
                  </a:lnTo>
                  <a:lnTo>
                    <a:pt x="34671" y="8128"/>
                  </a:lnTo>
                  <a:lnTo>
                    <a:pt x="33655" y="8000"/>
                  </a:lnTo>
                  <a:lnTo>
                    <a:pt x="33655" y="5461"/>
                  </a:lnTo>
                  <a:lnTo>
                    <a:pt x="31242" y="3556"/>
                  </a:lnTo>
                  <a:lnTo>
                    <a:pt x="28448" y="3556"/>
                  </a:lnTo>
                  <a:lnTo>
                    <a:pt x="27559" y="3556"/>
                  </a:lnTo>
                  <a:lnTo>
                    <a:pt x="26670" y="3810"/>
                  </a:lnTo>
                  <a:lnTo>
                    <a:pt x="25781" y="4191"/>
                  </a:lnTo>
                  <a:lnTo>
                    <a:pt x="24892" y="1524"/>
                  </a:lnTo>
                  <a:lnTo>
                    <a:pt x="21590" y="0"/>
                  </a:lnTo>
                  <a:lnTo>
                    <a:pt x="18415" y="762"/>
                  </a:lnTo>
                  <a:lnTo>
                    <a:pt x="17018" y="1143"/>
                  </a:lnTo>
                  <a:lnTo>
                    <a:pt x="15875" y="1905"/>
                  </a:lnTo>
                  <a:lnTo>
                    <a:pt x="15112" y="2794"/>
                  </a:lnTo>
                  <a:lnTo>
                    <a:pt x="11937" y="1143"/>
                  </a:lnTo>
                  <a:lnTo>
                    <a:pt x="7747" y="2032"/>
                  </a:lnTo>
                  <a:lnTo>
                    <a:pt x="5842" y="4953"/>
                  </a:lnTo>
                  <a:lnTo>
                    <a:pt x="3683" y="4825"/>
                  </a:lnTo>
                  <a:lnTo>
                    <a:pt x="1778" y="6096"/>
                  </a:lnTo>
                  <a:lnTo>
                    <a:pt x="1524" y="7874"/>
                  </a:lnTo>
                  <a:lnTo>
                    <a:pt x="1397" y="8890"/>
                  </a:lnTo>
                  <a:lnTo>
                    <a:pt x="1778" y="9906"/>
                  </a:lnTo>
                  <a:lnTo>
                    <a:pt x="2540" y="10541"/>
                  </a:lnTo>
                  <a:lnTo>
                    <a:pt x="635" y="11557"/>
                  </a:lnTo>
                  <a:lnTo>
                    <a:pt x="0" y="13588"/>
                  </a:lnTo>
                  <a:lnTo>
                    <a:pt x="1143" y="15240"/>
                  </a:lnTo>
                  <a:lnTo>
                    <a:pt x="1778" y="16129"/>
                  </a:lnTo>
                  <a:lnTo>
                    <a:pt x="2794" y="16763"/>
                  </a:lnTo>
                  <a:lnTo>
                    <a:pt x="4063" y="16891"/>
                  </a:lnTo>
                  <a:close/>
                </a:path>
                <a:path w="40004" h="111760">
                  <a:moveTo>
                    <a:pt x="16256" y="110617"/>
                  </a:moveTo>
                  <a:lnTo>
                    <a:pt x="16256" y="110236"/>
                  </a:lnTo>
                  <a:lnTo>
                    <a:pt x="16001" y="109982"/>
                  </a:lnTo>
                  <a:lnTo>
                    <a:pt x="15621" y="109982"/>
                  </a:lnTo>
                  <a:lnTo>
                    <a:pt x="15240" y="109982"/>
                  </a:lnTo>
                  <a:lnTo>
                    <a:pt x="14986" y="110236"/>
                  </a:lnTo>
                  <a:lnTo>
                    <a:pt x="14986" y="110617"/>
                  </a:lnTo>
                  <a:lnTo>
                    <a:pt x="14986" y="110998"/>
                  </a:lnTo>
                  <a:lnTo>
                    <a:pt x="15240" y="111251"/>
                  </a:lnTo>
                  <a:lnTo>
                    <a:pt x="15621" y="111251"/>
                  </a:lnTo>
                  <a:lnTo>
                    <a:pt x="16001" y="111251"/>
                  </a:lnTo>
                  <a:lnTo>
                    <a:pt x="16256" y="110998"/>
                  </a:lnTo>
                  <a:lnTo>
                    <a:pt x="16256" y="110617"/>
                  </a:lnTo>
                  <a:close/>
                </a:path>
                <a:path w="40004" h="111760">
                  <a:moveTo>
                    <a:pt x="18161" y="82550"/>
                  </a:moveTo>
                  <a:lnTo>
                    <a:pt x="18161" y="81787"/>
                  </a:lnTo>
                  <a:lnTo>
                    <a:pt x="17525" y="81153"/>
                  </a:lnTo>
                  <a:lnTo>
                    <a:pt x="16763" y="81153"/>
                  </a:lnTo>
                  <a:lnTo>
                    <a:pt x="16001" y="81153"/>
                  </a:lnTo>
                  <a:lnTo>
                    <a:pt x="15367" y="81787"/>
                  </a:lnTo>
                  <a:lnTo>
                    <a:pt x="15367" y="82550"/>
                  </a:lnTo>
                  <a:lnTo>
                    <a:pt x="15367" y="83312"/>
                  </a:lnTo>
                  <a:lnTo>
                    <a:pt x="16001" y="83947"/>
                  </a:lnTo>
                  <a:lnTo>
                    <a:pt x="16763" y="83947"/>
                  </a:lnTo>
                  <a:lnTo>
                    <a:pt x="17525" y="83947"/>
                  </a:lnTo>
                  <a:lnTo>
                    <a:pt x="18161" y="83312"/>
                  </a:lnTo>
                  <a:lnTo>
                    <a:pt x="18161" y="82550"/>
                  </a:lnTo>
                  <a:close/>
                </a:path>
                <a:path w="40004" h="111760">
                  <a:moveTo>
                    <a:pt x="20066" y="53086"/>
                  </a:moveTo>
                  <a:lnTo>
                    <a:pt x="20066" y="51943"/>
                  </a:lnTo>
                  <a:lnTo>
                    <a:pt x="19176" y="51054"/>
                  </a:lnTo>
                  <a:lnTo>
                    <a:pt x="18034" y="51054"/>
                  </a:lnTo>
                  <a:lnTo>
                    <a:pt x="16891" y="51054"/>
                  </a:lnTo>
                  <a:lnTo>
                    <a:pt x="16001" y="51943"/>
                  </a:lnTo>
                  <a:lnTo>
                    <a:pt x="16001" y="53086"/>
                  </a:lnTo>
                  <a:lnTo>
                    <a:pt x="16001" y="54229"/>
                  </a:lnTo>
                  <a:lnTo>
                    <a:pt x="16891" y="55118"/>
                  </a:lnTo>
                  <a:lnTo>
                    <a:pt x="18034" y="55118"/>
                  </a:lnTo>
                  <a:lnTo>
                    <a:pt x="19176" y="55118"/>
                  </a:lnTo>
                  <a:lnTo>
                    <a:pt x="20066" y="54229"/>
                  </a:lnTo>
                  <a:lnTo>
                    <a:pt x="20066" y="53086"/>
                  </a:lnTo>
                  <a:close/>
                </a:path>
                <a:path w="40004" h="111760">
                  <a:moveTo>
                    <a:pt x="4825" y="10287"/>
                  </a:moveTo>
                  <a:lnTo>
                    <a:pt x="3937" y="10160"/>
                  </a:lnTo>
                  <a:lnTo>
                    <a:pt x="3175" y="10287"/>
                  </a:lnTo>
                  <a:lnTo>
                    <a:pt x="2540" y="10668"/>
                  </a:lnTo>
                </a:path>
                <a:path w="40004" h="111760">
                  <a:moveTo>
                    <a:pt x="6731" y="5334"/>
                  </a:moveTo>
                  <a:lnTo>
                    <a:pt x="6476" y="5207"/>
                  </a:lnTo>
                  <a:lnTo>
                    <a:pt x="6096" y="5080"/>
                  </a:lnTo>
                  <a:lnTo>
                    <a:pt x="5715" y="5080"/>
                  </a:lnTo>
                </a:path>
                <a:path w="40004" h="111760">
                  <a:moveTo>
                    <a:pt x="15112" y="2921"/>
                  </a:moveTo>
                  <a:lnTo>
                    <a:pt x="14986" y="3301"/>
                  </a:lnTo>
                  <a:lnTo>
                    <a:pt x="14732" y="3556"/>
                  </a:lnTo>
                  <a:lnTo>
                    <a:pt x="14605" y="3937"/>
                  </a:lnTo>
                </a:path>
                <a:path w="40004" h="111760">
                  <a:moveTo>
                    <a:pt x="26035" y="5461"/>
                  </a:moveTo>
                  <a:lnTo>
                    <a:pt x="26035" y="5080"/>
                  </a:lnTo>
                  <a:lnTo>
                    <a:pt x="25908" y="4699"/>
                  </a:lnTo>
                  <a:lnTo>
                    <a:pt x="25781" y="4318"/>
                  </a:lnTo>
                </a:path>
                <a:path w="40004" h="111760">
                  <a:moveTo>
                    <a:pt x="30734" y="12065"/>
                  </a:moveTo>
                  <a:lnTo>
                    <a:pt x="32512" y="11303"/>
                  </a:lnTo>
                  <a:lnTo>
                    <a:pt x="33655" y="9779"/>
                  </a:lnTo>
                  <a:lnTo>
                    <a:pt x="33655" y="8000"/>
                  </a:lnTo>
                </a:path>
                <a:path w="40004" h="111760">
                  <a:moveTo>
                    <a:pt x="37465" y="16383"/>
                  </a:moveTo>
                  <a:lnTo>
                    <a:pt x="37211" y="15748"/>
                  </a:lnTo>
                  <a:lnTo>
                    <a:pt x="36830" y="15240"/>
                  </a:lnTo>
                  <a:lnTo>
                    <a:pt x="36195" y="14859"/>
                  </a:lnTo>
                </a:path>
                <a:path w="40004" h="111760">
                  <a:moveTo>
                    <a:pt x="34417" y="21971"/>
                  </a:moveTo>
                  <a:lnTo>
                    <a:pt x="34544" y="21717"/>
                  </a:lnTo>
                  <a:lnTo>
                    <a:pt x="34544" y="21462"/>
                  </a:lnTo>
                  <a:lnTo>
                    <a:pt x="34544" y="21209"/>
                  </a:lnTo>
                </a:path>
                <a:path w="40004" h="111760">
                  <a:moveTo>
                    <a:pt x="26288" y="22733"/>
                  </a:moveTo>
                  <a:lnTo>
                    <a:pt x="26416" y="23113"/>
                  </a:lnTo>
                  <a:lnTo>
                    <a:pt x="26670" y="23368"/>
                  </a:lnTo>
                  <a:lnTo>
                    <a:pt x="26924" y="23749"/>
                  </a:lnTo>
                </a:path>
                <a:path w="40004" h="111760">
                  <a:moveTo>
                    <a:pt x="20193" y="22351"/>
                  </a:moveTo>
                  <a:lnTo>
                    <a:pt x="20193" y="22606"/>
                  </a:lnTo>
                  <a:lnTo>
                    <a:pt x="20320" y="22860"/>
                  </a:lnTo>
                  <a:lnTo>
                    <a:pt x="20447" y="23113"/>
                  </a:lnTo>
                </a:path>
                <a:path w="40004" h="111760">
                  <a:moveTo>
                    <a:pt x="12954" y="22098"/>
                  </a:moveTo>
                  <a:lnTo>
                    <a:pt x="13335" y="21844"/>
                  </a:lnTo>
                  <a:lnTo>
                    <a:pt x="13843" y="21590"/>
                  </a:lnTo>
                  <a:lnTo>
                    <a:pt x="14097" y="21336"/>
                  </a:lnTo>
                </a:path>
                <a:path w="40004" h="111760">
                  <a:moveTo>
                    <a:pt x="4318" y="16129"/>
                  </a:moveTo>
                  <a:lnTo>
                    <a:pt x="4191" y="16383"/>
                  </a:lnTo>
                  <a:lnTo>
                    <a:pt x="4063" y="16637"/>
                  </a:lnTo>
                  <a:lnTo>
                    <a:pt x="4063" y="1689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3235452" y="3409187"/>
              <a:ext cx="972819" cy="483234"/>
            </a:xfrm>
            <a:custGeom>
              <a:avLst/>
              <a:gdLst/>
              <a:ahLst/>
              <a:cxnLst/>
              <a:rect l="l" t="t" r="r" b="b"/>
              <a:pathLst>
                <a:path w="972820" h="483235">
                  <a:moveTo>
                    <a:pt x="972312" y="0"/>
                  </a:moveTo>
                  <a:lnTo>
                    <a:pt x="0" y="0"/>
                  </a:lnTo>
                  <a:lnTo>
                    <a:pt x="0" y="483107"/>
                  </a:lnTo>
                  <a:lnTo>
                    <a:pt x="972312" y="483107"/>
                  </a:lnTo>
                  <a:lnTo>
                    <a:pt x="972312" y="0"/>
                  </a:lnTo>
                  <a:close/>
                </a:path>
              </a:pathLst>
            </a:custGeom>
            <a:solidFill>
              <a:srgbClr val="858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3235452" y="2497835"/>
              <a:ext cx="972819" cy="1394460"/>
            </a:xfrm>
            <a:custGeom>
              <a:avLst/>
              <a:gdLst/>
              <a:ahLst/>
              <a:cxnLst/>
              <a:rect l="l" t="t" r="r" b="b"/>
              <a:pathLst>
                <a:path w="972820" h="1394460">
                  <a:moveTo>
                    <a:pt x="0" y="1394459"/>
                  </a:moveTo>
                  <a:lnTo>
                    <a:pt x="972312" y="1394459"/>
                  </a:lnTo>
                  <a:lnTo>
                    <a:pt x="972312" y="911351"/>
                  </a:lnTo>
                  <a:lnTo>
                    <a:pt x="0" y="911351"/>
                  </a:lnTo>
                  <a:lnTo>
                    <a:pt x="0" y="1394459"/>
                  </a:lnTo>
                  <a:close/>
                </a:path>
                <a:path w="972820" h="1394460">
                  <a:moveTo>
                    <a:pt x="0" y="911351"/>
                  </a:moveTo>
                  <a:lnTo>
                    <a:pt x="972312" y="911351"/>
                  </a:lnTo>
                  <a:lnTo>
                    <a:pt x="972312" y="0"/>
                  </a:lnTo>
                  <a:lnTo>
                    <a:pt x="0" y="0"/>
                  </a:lnTo>
                  <a:lnTo>
                    <a:pt x="0" y="911351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733037" y="2498597"/>
              <a:ext cx="0" cy="384175"/>
            </a:xfrm>
            <a:custGeom>
              <a:avLst/>
              <a:gdLst/>
              <a:ahLst/>
              <a:cxnLst/>
              <a:rect l="l" t="t" r="r" b="b"/>
              <a:pathLst>
                <a:path h="384175">
                  <a:moveTo>
                    <a:pt x="0" y="120396"/>
                  </a:moveTo>
                  <a:lnTo>
                    <a:pt x="0" y="0"/>
                  </a:lnTo>
                </a:path>
                <a:path h="384175">
                  <a:moveTo>
                    <a:pt x="0" y="384048"/>
                  </a:moveTo>
                  <a:lnTo>
                    <a:pt x="0" y="277367"/>
                  </a:lnTo>
                </a:path>
              </a:pathLst>
            </a:custGeom>
            <a:ln w="38100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3302520" y="2712465"/>
              <a:ext cx="390525" cy="546100"/>
            </a:xfrm>
            <a:custGeom>
              <a:avLst/>
              <a:gdLst/>
              <a:ahLst/>
              <a:cxnLst/>
              <a:rect l="l" t="t" r="r" b="b"/>
              <a:pathLst>
                <a:path w="390525" h="546100">
                  <a:moveTo>
                    <a:pt x="339712" y="141732"/>
                  </a:moveTo>
                  <a:lnTo>
                    <a:pt x="337273" y="129730"/>
                  </a:lnTo>
                  <a:lnTo>
                    <a:pt x="330657" y="119926"/>
                  </a:lnTo>
                  <a:lnTo>
                    <a:pt x="320852" y="113309"/>
                  </a:lnTo>
                  <a:lnTo>
                    <a:pt x="308851" y="110871"/>
                  </a:lnTo>
                  <a:lnTo>
                    <a:pt x="296849" y="113309"/>
                  </a:lnTo>
                  <a:lnTo>
                    <a:pt x="287032" y="119926"/>
                  </a:lnTo>
                  <a:lnTo>
                    <a:pt x="280416" y="129730"/>
                  </a:lnTo>
                  <a:lnTo>
                    <a:pt x="277990" y="141732"/>
                  </a:lnTo>
                  <a:lnTo>
                    <a:pt x="280416" y="153733"/>
                  </a:lnTo>
                  <a:lnTo>
                    <a:pt x="287032" y="163550"/>
                  </a:lnTo>
                  <a:lnTo>
                    <a:pt x="296849" y="170167"/>
                  </a:lnTo>
                  <a:lnTo>
                    <a:pt x="308851" y="172593"/>
                  </a:lnTo>
                  <a:lnTo>
                    <a:pt x="320852" y="170167"/>
                  </a:lnTo>
                  <a:lnTo>
                    <a:pt x="330657" y="163550"/>
                  </a:lnTo>
                  <a:lnTo>
                    <a:pt x="337273" y="153733"/>
                  </a:lnTo>
                  <a:lnTo>
                    <a:pt x="339712" y="141732"/>
                  </a:lnTo>
                  <a:close/>
                </a:path>
                <a:path w="390525" h="546100">
                  <a:moveTo>
                    <a:pt x="369811" y="66929"/>
                  </a:moveTo>
                  <a:lnTo>
                    <a:pt x="368198" y="58953"/>
                  </a:lnTo>
                  <a:lnTo>
                    <a:pt x="363804" y="52412"/>
                  </a:lnTo>
                  <a:lnTo>
                    <a:pt x="357263" y="47980"/>
                  </a:lnTo>
                  <a:lnTo>
                    <a:pt x="349237" y="46355"/>
                  </a:lnTo>
                  <a:lnTo>
                    <a:pt x="341249" y="47980"/>
                  </a:lnTo>
                  <a:lnTo>
                    <a:pt x="334708" y="52412"/>
                  </a:lnTo>
                  <a:lnTo>
                    <a:pt x="330276" y="58953"/>
                  </a:lnTo>
                  <a:lnTo>
                    <a:pt x="328663" y="66929"/>
                  </a:lnTo>
                  <a:lnTo>
                    <a:pt x="330276" y="74968"/>
                  </a:lnTo>
                  <a:lnTo>
                    <a:pt x="334708" y="81508"/>
                  </a:lnTo>
                  <a:lnTo>
                    <a:pt x="341249" y="85902"/>
                  </a:lnTo>
                  <a:lnTo>
                    <a:pt x="349237" y="87503"/>
                  </a:lnTo>
                  <a:lnTo>
                    <a:pt x="357263" y="85902"/>
                  </a:lnTo>
                  <a:lnTo>
                    <a:pt x="363804" y="81508"/>
                  </a:lnTo>
                  <a:lnTo>
                    <a:pt x="368198" y="74968"/>
                  </a:lnTo>
                  <a:lnTo>
                    <a:pt x="369811" y="66929"/>
                  </a:lnTo>
                  <a:close/>
                </a:path>
                <a:path w="390525" h="546100">
                  <a:moveTo>
                    <a:pt x="379095" y="356412"/>
                  </a:moveTo>
                  <a:lnTo>
                    <a:pt x="356349" y="304038"/>
                  </a:lnTo>
                  <a:lnTo>
                    <a:pt x="328536" y="288417"/>
                  </a:lnTo>
                  <a:lnTo>
                    <a:pt x="324370" y="262229"/>
                  </a:lnTo>
                  <a:lnTo>
                    <a:pt x="313372" y="240919"/>
                  </a:lnTo>
                  <a:lnTo>
                    <a:pt x="297154" y="226669"/>
                  </a:lnTo>
                  <a:lnTo>
                    <a:pt x="277355" y="221615"/>
                  </a:lnTo>
                  <a:lnTo>
                    <a:pt x="270357" y="222275"/>
                  </a:lnTo>
                  <a:lnTo>
                    <a:pt x="263550" y="224218"/>
                  </a:lnTo>
                  <a:lnTo>
                    <a:pt x="257009" y="227406"/>
                  </a:lnTo>
                  <a:lnTo>
                    <a:pt x="250812" y="231775"/>
                  </a:lnTo>
                  <a:lnTo>
                    <a:pt x="239649" y="204127"/>
                  </a:lnTo>
                  <a:lnTo>
                    <a:pt x="222046" y="185000"/>
                  </a:lnTo>
                  <a:lnTo>
                    <a:pt x="200329" y="176072"/>
                  </a:lnTo>
                  <a:lnTo>
                    <a:pt x="176898" y="179070"/>
                  </a:lnTo>
                  <a:lnTo>
                    <a:pt x="167373" y="184150"/>
                  </a:lnTo>
                  <a:lnTo>
                    <a:pt x="158737" y="191236"/>
                  </a:lnTo>
                  <a:lnTo>
                    <a:pt x="151142" y="200190"/>
                  </a:lnTo>
                  <a:lnTo>
                    <a:pt x="144767" y="210820"/>
                  </a:lnTo>
                  <a:lnTo>
                    <a:pt x="119380" y="198755"/>
                  </a:lnTo>
                  <a:lnTo>
                    <a:pt x="93408" y="200533"/>
                  </a:lnTo>
                  <a:lnTo>
                    <a:pt x="69837" y="215188"/>
                  </a:lnTo>
                  <a:lnTo>
                    <a:pt x="51168" y="242697"/>
                  </a:lnTo>
                  <a:lnTo>
                    <a:pt x="51041" y="243332"/>
                  </a:lnTo>
                  <a:lnTo>
                    <a:pt x="35826" y="244983"/>
                  </a:lnTo>
                  <a:lnTo>
                    <a:pt x="22758" y="253898"/>
                  </a:lnTo>
                  <a:lnTo>
                    <a:pt x="13195" y="268643"/>
                  </a:lnTo>
                  <a:lnTo>
                    <a:pt x="8483" y="287782"/>
                  </a:lnTo>
                  <a:lnTo>
                    <a:pt x="8394" y="298869"/>
                  </a:lnTo>
                  <a:lnTo>
                    <a:pt x="10121" y="309562"/>
                  </a:lnTo>
                  <a:lnTo>
                    <a:pt x="13538" y="319506"/>
                  </a:lnTo>
                  <a:lnTo>
                    <a:pt x="18529" y="328295"/>
                  </a:lnTo>
                  <a:lnTo>
                    <a:pt x="7239" y="341782"/>
                  </a:lnTo>
                  <a:lnTo>
                    <a:pt x="914" y="359410"/>
                  </a:lnTo>
                  <a:lnTo>
                    <a:pt x="0" y="378955"/>
                  </a:lnTo>
                  <a:lnTo>
                    <a:pt x="4940" y="398145"/>
                  </a:lnTo>
                  <a:lnTo>
                    <a:pt x="10337" y="407708"/>
                  </a:lnTo>
                  <a:lnTo>
                    <a:pt x="17170" y="415213"/>
                  </a:lnTo>
                  <a:lnTo>
                    <a:pt x="25133" y="420420"/>
                  </a:lnTo>
                  <a:lnTo>
                    <a:pt x="33896" y="423037"/>
                  </a:lnTo>
                  <a:lnTo>
                    <a:pt x="34277" y="424180"/>
                  </a:lnTo>
                  <a:lnTo>
                    <a:pt x="45808" y="482460"/>
                  </a:lnTo>
                  <a:lnTo>
                    <a:pt x="85077" y="512826"/>
                  </a:lnTo>
                  <a:lnTo>
                    <a:pt x="94894" y="513537"/>
                  </a:lnTo>
                  <a:lnTo>
                    <a:pt x="104635" y="512051"/>
                  </a:lnTo>
                  <a:lnTo>
                    <a:pt x="114071" y="508457"/>
                  </a:lnTo>
                  <a:lnTo>
                    <a:pt x="123050" y="502793"/>
                  </a:lnTo>
                  <a:lnTo>
                    <a:pt x="134823" y="521906"/>
                  </a:lnTo>
                  <a:lnTo>
                    <a:pt x="150672" y="533120"/>
                  </a:lnTo>
                  <a:lnTo>
                    <a:pt x="168516" y="535622"/>
                  </a:lnTo>
                  <a:lnTo>
                    <a:pt x="186296" y="528574"/>
                  </a:lnTo>
                  <a:lnTo>
                    <a:pt x="190360" y="525780"/>
                  </a:lnTo>
                  <a:lnTo>
                    <a:pt x="194043" y="522224"/>
                  </a:lnTo>
                  <a:lnTo>
                    <a:pt x="197218" y="517906"/>
                  </a:lnTo>
                  <a:lnTo>
                    <a:pt x="206603" y="533908"/>
                  </a:lnTo>
                  <a:lnTo>
                    <a:pt x="219405" y="543534"/>
                  </a:lnTo>
                  <a:lnTo>
                    <a:pt x="233972" y="546061"/>
                  </a:lnTo>
                  <a:lnTo>
                    <a:pt x="248653" y="540766"/>
                  </a:lnTo>
                  <a:lnTo>
                    <a:pt x="253860" y="537337"/>
                  </a:lnTo>
                  <a:lnTo>
                    <a:pt x="258432" y="532257"/>
                  </a:lnTo>
                  <a:lnTo>
                    <a:pt x="261988" y="526161"/>
                  </a:lnTo>
                  <a:lnTo>
                    <a:pt x="275285" y="540042"/>
                  </a:lnTo>
                  <a:lnTo>
                    <a:pt x="291033" y="545884"/>
                  </a:lnTo>
                  <a:lnTo>
                    <a:pt x="307314" y="543496"/>
                  </a:lnTo>
                  <a:lnTo>
                    <a:pt x="322186" y="532638"/>
                  </a:lnTo>
                  <a:lnTo>
                    <a:pt x="327355" y="525703"/>
                  </a:lnTo>
                  <a:lnTo>
                    <a:pt x="331546" y="517753"/>
                  </a:lnTo>
                  <a:lnTo>
                    <a:pt x="334645" y="509003"/>
                  </a:lnTo>
                  <a:lnTo>
                    <a:pt x="336537" y="499618"/>
                  </a:lnTo>
                  <a:lnTo>
                    <a:pt x="353187" y="488480"/>
                  </a:lnTo>
                  <a:lnTo>
                    <a:pt x="364934" y="470382"/>
                  </a:lnTo>
                  <a:lnTo>
                    <a:pt x="370700" y="447763"/>
                  </a:lnTo>
                  <a:lnTo>
                    <a:pt x="369430" y="423037"/>
                  </a:lnTo>
                  <a:lnTo>
                    <a:pt x="368160" y="417449"/>
                  </a:lnTo>
                  <a:lnTo>
                    <a:pt x="367271" y="414782"/>
                  </a:lnTo>
                  <a:lnTo>
                    <a:pt x="377685" y="386638"/>
                  </a:lnTo>
                  <a:lnTo>
                    <a:pt x="379095" y="356412"/>
                  </a:lnTo>
                  <a:close/>
                </a:path>
                <a:path w="390525" h="546100">
                  <a:moveTo>
                    <a:pt x="390258" y="4572"/>
                  </a:moveTo>
                  <a:lnTo>
                    <a:pt x="385559" y="0"/>
                  </a:lnTo>
                  <a:lnTo>
                    <a:pt x="374256" y="0"/>
                  </a:lnTo>
                  <a:lnTo>
                    <a:pt x="369684" y="4572"/>
                  </a:lnTo>
                  <a:lnTo>
                    <a:pt x="369684" y="16002"/>
                  </a:lnTo>
                  <a:lnTo>
                    <a:pt x="374256" y="20574"/>
                  </a:lnTo>
                  <a:lnTo>
                    <a:pt x="385559" y="20574"/>
                  </a:lnTo>
                  <a:lnTo>
                    <a:pt x="390258" y="16002"/>
                  </a:lnTo>
                  <a:lnTo>
                    <a:pt x="390258" y="10287"/>
                  </a:lnTo>
                  <a:lnTo>
                    <a:pt x="390258" y="4572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3302529" y="2888537"/>
              <a:ext cx="379095" cy="370205"/>
            </a:xfrm>
            <a:custGeom>
              <a:avLst/>
              <a:gdLst/>
              <a:ahLst/>
              <a:cxnLst/>
              <a:rect l="l" t="t" r="r" b="b"/>
              <a:pathLst>
                <a:path w="379095" h="370204">
                  <a:moveTo>
                    <a:pt x="34268" y="248108"/>
                  </a:moveTo>
                  <a:lnTo>
                    <a:pt x="45809" y="306385"/>
                  </a:lnTo>
                  <a:lnTo>
                    <a:pt x="85068" y="336754"/>
                  </a:lnTo>
                  <a:lnTo>
                    <a:pt x="94894" y="337454"/>
                  </a:lnTo>
                  <a:lnTo>
                    <a:pt x="104626" y="335976"/>
                  </a:lnTo>
                  <a:lnTo>
                    <a:pt x="114071" y="332378"/>
                  </a:lnTo>
                  <a:lnTo>
                    <a:pt x="123041" y="326721"/>
                  </a:lnTo>
                  <a:lnTo>
                    <a:pt x="134816" y="345822"/>
                  </a:lnTo>
                  <a:lnTo>
                    <a:pt x="150663" y="357042"/>
                  </a:lnTo>
                  <a:lnTo>
                    <a:pt x="168511" y="359546"/>
                  </a:lnTo>
                  <a:lnTo>
                    <a:pt x="186287" y="352502"/>
                  </a:lnTo>
                  <a:lnTo>
                    <a:pt x="190351" y="349708"/>
                  </a:lnTo>
                  <a:lnTo>
                    <a:pt x="194034" y="346152"/>
                  </a:lnTo>
                  <a:lnTo>
                    <a:pt x="197209" y="341834"/>
                  </a:lnTo>
                  <a:lnTo>
                    <a:pt x="206603" y="357836"/>
                  </a:lnTo>
                  <a:lnTo>
                    <a:pt x="219402" y="367456"/>
                  </a:lnTo>
                  <a:lnTo>
                    <a:pt x="233963" y="369980"/>
                  </a:lnTo>
                  <a:lnTo>
                    <a:pt x="248644" y="364694"/>
                  </a:lnTo>
                  <a:lnTo>
                    <a:pt x="253851" y="361265"/>
                  </a:lnTo>
                  <a:lnTo>
                    <a:pt x="258423" y="356185"/>
                  </a:lnTo>
                  <a:lnTo>
                    <a:pt x="261979" y="350089"/>
                  </a:lnTo>
                  <a:lnTo>
                    <a:pt x="275278" y="363960"/>
                  </a:lnTo>
                  <a:lnTo>
                    <a:pt x="291030" y="369806"/>
                  </a:lnTo>
                  <a:lnTo>
                    <a:pt x="307306" y="367412"/>
                  </a:lnTo>
                  <a:lnTo>
                    <a:pt x="322177" y="356566"/>
                  </a:lnTo>
                  <a:lnTo>
                    <a:pt x="327348" y="349621"/>
                  </a:lnTo>
                  <a:lnTo>
                    <a:pt x="331543" y="341675"/>
                  </a:lnTo>
                  <a:lnTo>
                    <a:pt x="334643" y="332920"/>
                  </a:lnTo>
                  <a:lnTo>
                    <a:pt x="336528" y="323546"/>
                  </a:lnTo>
                  <a:lnTo>
                    <a:pt x="353187" y="312402"/>
                  </a:lnTo>
                  <a:lnTo>
                    <a:pt x="364928" y="294304"/>
                  </a:lnTo>
                  <a:lnTo>
                    <a:pt x="370693" y="271682"/>
                  </a:lnTo>
                  <a:lnTo>
                    <a:pt x="369421" y="246965"/>
                  </a:lnTo>
                  <a:lnTo>
                    <a:pt x="368913" y="244171"/>
                  </a:lnTo>
                  <a:lnTo>
                    <a:pt x="368151" y="241377"/>
                  </a:lnTo>
                  <a:lnTo>
                    <a:pt x="367262" y="238710"/>
                  </a:lnTo>
                  <a:lnTo>
                    <a:pt x="377682" y="210565"/>
                  </a:lnTo>
                  <a:lnTo>
                    <a:pt x="371852" y="151610"/>
                  </a:lnTo>
                  <a:lnTo>
                    <a:pt x="343195" y="117774"/>
                  </a:lnTo>
                  <a:lnTo>
                    <a:pt x="328527" y="112345"/>
                  </a:lnTo>
                  <a:lnTo>
                    <a:pt x="324369" y="86155"/>
                  </a:lnTo>
                  <a:lnTo>
                    <a:pt x="313366" y="64847"/>
                  </a:lnTo>
                  <a:lnTo>
                    <a:pt x="297148" y="50587"/>
                  </a:lnTo>
                  <a:lnTo>
                    <a:pt x="277346" y="45543"/>
                  </a:lnTo>
                  <a:lnTo>
                    <a:pt x="270359" y="46202"/>
                  </a:lnTo>
                  <a:lnTo>
                    <a:pt x="263550" y="48146"/>
                  </a:lnTo>
                  <a:lnTo>
                    <a:pt x="257004" y="51329"/>
                  </a:lnTo>
                  <a:lnTo>
                    <a:pt x="250803" y="55703"/>
                  </a:lnTo>
                  <a:lnTo>
                    <a:pt x="239647" y="28055"/>
                  </a:lnTo>
                  <a:lnTo>
                    <a:pt x="222037" y="8919"/>
                  </a:lnTo>
                  <a:lnTo>
                    <a:pt x="200332" y="0"/>
                  </a:lnTo>
                  <a:lnTo>
                    <a:pt x="176889" y="2998"/>
                  </a:lnTo>
                  <a:lnTo>
                    <a:pt x="167368" y="8066"/>
                  </a:lnTo>
                  <a:lnTo>
                    <a:pt x="158728" y="15158"/>
                  </a:lnTo>
                  <a:lnTo>
                    <a:pt x="151135" y="24108"/>
                  </a:lnTo>
                  <a:lnTo>
                    <a:pt x="144758" y="34748"/>
                  </a:lnTo>
                  <a:lnTo>
                    <a:pt x="119372" y="22675"/>
                  </a:lnTo>
                  <a:lnTo>
                    <a:pt x="69838" y="39106"/>
                  </a:lnTo>
                  <a:lnTo>
                    <a:pt x="51032" y="67260"/>
                  </a:lnTo>
                  <a:lnTo>
                    <a:pt x="35829" y="68901"/>
                  </a:lnTo>
                  <a:lnTo>
                    <a:pt x="22758" y="77817"/>
                  </a:lnTo>
                  <a:lnTo>
                    <a:pt x="13188" y="92567"/>
                  </a:lnTo>
                  <a:lnTo>
                    <a:pt x="8487" y="111710"/>
                  </a:lnTo>
                  <a:lnTo>
                    <a:pt x="8393" y="122791"/>
                  </a:lnTo>
                  <a:lnTo>
                    <a:pt x="10122" y="133490"/>
                  </a:lnTo>
                  <a:lnTo>
                    <a:pt x="13541" y="143428"/>
                  </a:lnTo>
                  <a:lnTo>
                    <a:pt x="18520" y="152223"/>
                  </a:lnTo>
                  <a:lnTo>
                    <a:pt x="7235" y="165709"/>
                  </a:lnTo>
                  <a:lnTo>
                    <a:pt x="914" y="183338"/>
                  </a:lnTo>
                  <a:lnTo>
                    <a:pt x="0" y="202872"/>
                  </a:lnTo>
                  <a:lnTo>
                    <a:pt x="4931" y="222073"/>
                  </a:lnTo>
                  <a:lnTo>
                    <a:pt x="10330" y="231624"/>
                  </a:lnTo>
                  <a:lnTo>
                    <a:pt x="17170" y="239139"/>
                  </a:lnTo>
                  <a:lnTo>
                    <a:pt x="25130" y="244344"/>
                  </a:lnTo>
                  <a:lnTo>
                    <a:pt x="33887" y="246965"/>
                  </a:lnTo>
                  <a:lnTo>
                    <a:pt x="34268" y="248108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75938" y="2707893"/>
              <a:ext cx="121412" cy="181737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3321431" y="2924682"/>
              <a:ext cx="348615" cy="315595"/>
            </a:xfrm>
            <a:custGeom>
              <a:avLst/>
              <a:gdLst/>
              <a:ahLst/>
              <a:cxnLst/>
              <a:rect l="l" t="t" r="r" b="b"/>
              <a:pathLst>
                <a:path w="348614" h="315594">
                  <a:moveTo>
                    <a:pt x="22352" y="110743"/>
                  </a:moveTo>
                  <a:lnTo>
                    <a:pt x="14478" y="109981"/>
                  </a:lnTo>
                  <a:lnTo>
                    <a:pt x="6731" y="112267"/>
                  </a:lnTo>
                  <a:lnTo>
                    <a:pt x="0" y="117601"/>
                  </a:lnTo>
                </a:path>
                <a:path w="348614" h="315594">
                  <a:moveTo>
                    <a:pt x="41910" y="35940"/>
                  </a:moveTo>
                  <a:lnTo>
                    <a:pt x="38862" y="34289"/>
                  </a:lnTo>
                  <a:lnTo>
                    <a:pt x="35560" y="33274"/>
                  </a:lnTo>
                  <a:lnTo>
                    <a:pt x="32258" y="32765"/>
                  </a:lnTo>
                </a:path>
                <a:path w="348614" h="315594">
                  <a:moveTo>
                    <a:pt x="125857" y="0"/>
                  </a:moveTo>
                  <a:lnTo>
                    <a:pt x="123444" y="4699"/>
                  </a:lnTo>
                  <a:lnTo>
                    <a:pt x="121539" y="9778"/>
                  </a:lnTo>
                  <a:lnTo>
                    <a:pt x="120015" y="14986"/>
                  </a:lnTo>
                </a:path>
                <a:path w="348614" h="315594">
                  <a:moveTo>
                    <a:pt x="234315" y="37211"/>
                  </a:moveTo>
                  <a:lnTo>
                    <a:pt x="233934" y="31750"/>
                  </a:lnTo>
                  <a:lnTo>
                    <a:pt x="233172" y="26162"/>
                  </a:lnTo>
                  <a:lnTo>
                    <a:pt x="231902" y="20827"/>
                  </a:lnTo>
                </a:path>
                <a:path w="348614" h="315594">
                  <a:moveTo>
                    <a:pt x="280924" y="138429"/>
                  </a:moveTo>
                  <a:lnTo>
                    <a:pt x="292798" y="127704"/>
                  </a:lnTo>
                  <a:lnTo>
                    <a:pt x="301815" y="113299"/>
                  </a:lnTo>
                  <a:lnTo>
                    <a:pt x="307498" y="96156"/>
                  </a:lnTo>
                  <a:lnTo>
                    <a:pt x="309372" y="77215"/>
                  </a:lnTo>
                </a:path>
                <a:path w="348614" h="315594">
                  <a:moveTo>
                    <a:pt x="348234" y="203580"/>
                  </a:moveTo>
                  <a:lnTo>
                    <a:pt x="345838" y="197113"/>
                  </a:lnTo>
                  <a:lnTo>
                    <a:pt x="342884" y="191087"/>
                  </a:lnTo>
                  <a:lnTo>
                    <a:pt x="339429" y="185560"/>
                  </a:lnTo>
                  <a:lnTo>
                    <a:pt x="335534" y="180593"/>
                  </a:lnTo>
                </a:path>
                <a:path w="348614" h="315594">
                  <a:moveTo>
                    <a:pt x="317754" y="288670"/>
                  </a:moveTo>
                  <a:lnTo>
                    <a:pt x="318262" y="285114"/>
                  </a:lnTo>
                  <a:lnTo>
                    <a:pt x="318389" y="281431"/>
                  </a:lnTo>
                  <a:lnTo>
                    <a:pt x="318389" y="277749"/>
                  </a:lnTo>
                </a:path>
                <a:path w="348614" h="315594">
                  <a:moveTo>
                    <a:pt x="236474" y="301243"/>
                  </a:moveTo>
                  <a:lnTo>
                    <a:pt x="238125" y="306324"/>
                  </a:lnTo>
                  <a:lnTo>
                    <a:pt x="240411" y="310895"/>
                  </a:lnTo>
                  <a:lnTo>
                    <a:pt x="243078" y="315087"/>
                  </a:lnTo>
                </a:path>
                <a:path w="348614" h="315594">
                  <a:moveTo>
                    <a:pt x="175514" y="294639"/>
                  </a:moveTo>
                  <a:lnTo>
                    <a:pt x="176276" y="298830"/>
                  </a:lnTo>
                  <a:lnTo>
                    <a:pt x="177292" y="302767"/>
                  </a:lnTo>
                  <a:lnTo>
                    <a:pt x="178689" y="306577"/>
                  </a:lnTo>
                </a:path>
                <a:path w="348614" h="315594">
                  <a:moveTo>
                    <a:pt x="104013" y="290702"/>
                  </a:moveTo>
                  <a:lnTo>
                    <a:pt x="108204" y="287400"/>
                  </a:lnTo>
                  <a:lnTo>
                    <a:pt x="112014" y="283590"/>
                  </a:lnTo>
                  <a:lnTo>
                    <a:pt x="115443" y="279145"/>
                  </a:lnTo>
                </a:path>
                <a:path w="348614" h="315594">
                  <a:moveTo>
                    <a:pt x="17272" y="199770"/>
                  </a:moveTo>
                  <a:lnTo>
                    <a:pt x="16383" y="203834"/>
                  </a:lnTo>
                  <a:lnTo>
                    <a:pt x="15748" y="207899"/>
                  </a:lnTo>
                  <a:lnTo>
                    <a:pt x="15367" y="211962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3732275" y="2689859"/>
              <a:ext cx="119380" cy="27940"/>
            </a:xfrm>
            <a:custGeom>
              <a:avLst/>
              <a:gdLst/>
              <a:ahLst/>
              <a:cxnLst/>
              <a:rect l="l" t="t" r="r" b="b"/>
              <a:pathLst>
                <a:path w="119379" h="27939">
                  <a:moveTo>
                    <a:pt x="82041" y="0"/>
                  </a:moveTo>
                  <a:lnTo>
                    <a:pt x="82041" y="6857"/>
                  </a:lnTo>
                  <a:lnTo>
                    <a:pt x="0" y="6857"/>
                  </a:lnTo>
                  <a:lnTo>
                    <a:pt x="0" y="20574"/>
                  </a:lnTo>
                  <a:lnTo>
                    <a:pt x="82041" y="20574"/>
                  </a:lnTo>
                  <a:lnTo>
                    <a:pt x="82041" y="27431"/>
                  </a:lnTo>
                  <a:lnTo>
                    <a:pt x="118872" y="13715"/>
                  </a:lnTo>
                  <a:lnTo>
                    <a:pt x="82041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3732275" y="2689859"/>
              <a:ext cx="119380" cy="27940"/>
            </a:xfrm>
            <a:custGeom>
              <a:avLst/>
              <a:gdLst/>
              <a:ahLst/>
              <a:cxnLst/>
              <a:rect l="l" t="t" r="r" b="b"/>
              <a:pathLst>
                <a:path w="119379" h="27939">
                  <a:moveTo>
                    <a:pt x="0" y="6857"/>
                  </a:moveTo>
                  <a:lnTo>
                    <a:pt x="82041" y="6857"/>
                  </a:lnTo>
                  <a:lnTo>
                    <a:pt x="82041" y="0"/>
                  </a:lnTo>
                  <a:lnTo>
                    <a:pt x="118872" y="13715"/>
                  </a:lnTo>
                  <a:lnTo>
                    <a:pt x="82041" y="27431"/>
                  </a:lnTo>
                  <a:lnTo>
                    <a:pt x="82041" y="20574"/>
                  </a:lnTo>
                  <a:lnTo>
                    <a:pt x="0" y="20574"/>
                  </a:lnTo>
                  <a:lnTo>
                    <a:pt x="0" y="6857"/>
                  </a:lnTo>
                  <a:close/>
                </a:path>
              </a:pathLst>
            </a:custGeom>
            <a:ln w="9143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733037" y="2890265"/>
              <a:ext cx="475615" cy="277495"/>
            </a:xfrm>
            <a:custGeom>
              <a:avLst/>
              <a:gdLst/>
              <a:ahLst/>
              <a:cxnLst/>
              <a:rect l="l" t="t" r="r" b="b"/>
              <a:pathLst>
                <a:path w="475614" h="277494">
                  <a:moveTo>
                    <a:pt x="475488" y="0"/>
                  </a:moveTo>
                  <a:lnTo>
                    <a:pt x="0" y="0"/>
                  </a:lnTo>
                  <a:lnTo>
                    <a:pt x="0" y="277367"/>
                  </a:lnTo>
                  <a:lnTo>
                    <a:pt x="475488" y="277367"/>
                  </a:lnTo>
                  <a:lnTo>
                    <a:pt x="475488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3733037" y="2890265"/>
              <a:ext cx="475615" cy="277495"/>
            </a:xfrm>
            <a:custGeom>
              <a:avLst/>
              <a:gdLst/>
              <a:ahLst/>
              <a:cxnLst/>
              <a:rect l="l" t="t" r="r" b="b"/>
              <a:pathLst>
                <a:path w="475614" h="277494">
                  <a:moveTo>
                    <a:pt x="0" y="277367"/>
                  </a:moveTo>
                  <a:lnTo>
                    <a:pt x="475488" y="277367"/>
                  </a:lnTo>
                  <a:lnTo>
                    <a:pt x="475488" y="0"/>
                  </a:lnTo>
                  <a:lnTo>
                    <a:pt x="0" y="0"/>
                  </a:lnTo>
                  <a:lnTo>
                    <a:pt x="0" y="277367"/>
                  </a:lnTo>
                  <a:close/>
                </a:path>
              </a:pathLst>
            </a:custGeom>
            <a:ln w="38100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3291192" y="3423919"/>
              <a:ext cx="41275" cy="98425"/>
            </a:xfrm>
            <a:custGeom>
              <a:avLst/>
              <a:gdLst/>
              <a:ahLst/>
              <a:cxnLst/>
              <a:rect l="l" t="t" r="r" b="b"/>
              <a:pathLst>
                <a:path w="41275" h="98425">
                  <a:moveTo>
                    <a:pt x="23634" y="1016"/>
                  </a:moveTo>
                  <a:lnTo>
                    <a:pt x="22618" y="0"/>
                  </a:lnTo>
                  <a:lnTo>
                    <a:pt x="20078" y="0"/>
                  </a:lnTo>
                  <a:lnTo>
                    <a:pt x="19050" y="1016"/>
                  </a:lnTo>
                  <a:lnTo>
                    <a:pt x="19050" y="3556"/>
                  </a:lnTo>
                  <a:lnTo>
                    <a:pt x="20078" y="4572"/>
                  </a:lnTo>
                  <a:lnTo>
                    <a:pt x="22618" y="4572"/>
                  </a:lnTo>
                  <a:lnTo>
                    <a:pt x="23634" y="3556"/>
                  </a:lnTo>
                  <a:lnTo>
                    <a:pt x="23634" y="2286"/>
                  </a:lnTo>
                  <a:lnTo>
                    <a:pt x="23634" y="1016"/>
                  </a:lnTo>
                  <a:close/>
                </a:path>
                <a:path w="41275" h="98425">
                  <a:moveTo>
                    <a:pt x="41033" y="85725"/>
                  </a:moveTo>
                  <a:lnTo>
                    <a:pt x="40640" y="82931"/>
                  </a:lnTo>
                  <a:lnTo>
                    <a:pt x="40525" y="82042"/>
                  </a:lnTo>
                  <a:lnTo>
                    <a:pt x="37858" y="80010"/>
                  </a:lnTo>
                  <a:lnTo>
                    <a:pt x="36969" y="79375"/>
                  </a:lnTo>
                  <a:lnTo>
                    <a:pt x="35953" y="78994"/>
                  </a:lnTo>
                  <a:lnTo>
                    <a:pt x="34925" y="78994"/>
                  </a:lnTo>
                  <a:lnTo>
                    <a:pt x="34925" y="76073"/>
                  </a:lnTo>
                  <a:lnTo>
                    <a:pt x="34226" y="75438"/>
                  </a:lnTo>
                  <a:lnTo>
                    <a:pt x="33375" y="74676"/>
                  </a:lnTo>
                  <a:lnTo>
                    <a:pt x="32512" y="73914"/>
                  </a:lnTo>
                  <a:lnTo>
                    <a:pt x="28575" y="73914"/>
                  </a:lnTo>
                  <a:lnTo>
                    <a:pt x="27686" y="74168"/>
                  </a:lnTo>
                  <a:lnTo>
                    <a:pt x="26809" y="74676"/>
                  </a:lnTo>
                  <a:lnTo>
                    <a:pt x="26301" y="73152"/>
                  </a:lnTo>
                  <a:lnTo>
                    <a:pt x="25996" y="72263"/>
                  </a:lnTo>
                  <a:lnTo>
                    <a:pt x="25920" y="72009"/>
                  </a:lnTo>
                  <a:lnTo>
                    <a:pt x="25793" y="71628"/>
                  </a:lnTo>
                  <a:lnTo>
                    <a:pt x="22364" y="69850"/>
                  </a:lnTo>
                  <a:lnTo>
                    <a:pt x="21348" y="70129"/>
                  </a:lnTo>
                  <a:lnTo>
                    <a:pt x="21348" y="95885"/>
                  </a:lnTo>
                  <a:lnTo>
                    <a:pt x="21221" y="95885"/>
                  </a:lnTo>
                  <a:lnTo>
                    <a:pt x="21348" y="95885"/>
                  </a:lnTo>
                  <a:lnTo>
                    <a:pt x="21348" y="70129"/>
                  </a:lnTo>
                  <a:lnTo>
                    <a:pt x="19050" y="70739"/>
                  </a:lnTo>
                  <a:lnTo>
                    <a:pt x="17360" y="71247"/>
                  </a:lnTo>
                  <a:lnTo>
                    <a:pt x="17602" y="71247"/>
                  </a:lnTo>
                  <a:lnTo>
                    <a:pt x="16522" y="72009"/>
                  </a:lnTo>
                  <a:lnTo>
                    <a:pt x="15760" y="73152"/>
                  </a:lnTo>
                  <a:lnTo>
                    <a:pt x="12458" y="71247"/>
                  </a:lnTo>
                  <a:lnTo>
                    <a:pt x="8001" y="72263"/>
                  </a:lnTo>
                  <a:lnTo>
                    <a:pt x="6184" y="75311"/>
                  </a:lnTo>
                  <a:lnTo>
                    <a:pt x="6108" y="75438"/>
                  </a:lnTo>
                  <a:lnTo>
                    <a:pt x="3822" y="75311"/>
                  </a:lnTo>
                  <a:lnTo>
                    <a:pt x="1790" y="76708"/>
                  </a:lnTo>
                  <a:lnTo>
                    <a:pt x="1511" y="78994"/>
                  </a:lnTo>
                  <a:lnTo>
                    <a:pt x="1447" y="80010"/>
                  </a:lnTo>
                  <a:lnTo>
                    <a:pt x="1790" y="81026"/>
                  </a:lnTo>
                  <a:lnTo>
                    <a:pt x="2552" y="81788"/>
                  </a:lnTo>
                  <a:lnTo>
                    <a:pt x="647" y="82931"/>
                  </a:lnTo>
                  <a:lnTo>
                    <a:pt x="0" y="85217"/>
                  </a:lnTo>
                  <a:lnTo>
                    <a:pt x="1790" y="88011"/>
                  </a:lnTo>
                  <a:lnTo>
                    <a:pt x="2933" y="88773"/>
                  </a:lnTo>
                  <a:lnTo>
                    <a:pt x="4203" y="88773"/>
                  </a:lnTo>
                  <a:lnTo>
                    <a:pt x="4203" y="88900"/>
                  </a:lnTo>
                  <a:lnTo>
                    <a:pt x="3911" y="91313"/>
                  </a:lnTo>
                  <a:lnTo>
                    <a:pt x="3822" y="92075"/>
                  </a:lnTo>
                  <a:lnTo>
                    <a:pt x="6108" y="94996"/>
                  </a:lnTo>
                  <a:lnTo>
                    <a:pt x="10388" y="95631"/>
                  </a:lnTo>
                  <a:lnTo>
                    <a:pt x="11874" y="95631"/>
                  </a:lnTo>
                  <a:lnTo>
                    <a:pt x="13462" y="94742"/>
                  </a:lnTo>
                  <a:lnTo>
                    <a:pt x="14744" y="97028"/>
                  </a:lnTo>
                  <a:lnTo>
                    <a:pt x="17665" y="97790"/>
                  </a:lnTo>
                  <a:lnTo>
                    <a:pt x="20320" y="96520"/>
                  </a:lnTo>
                  <a:lnTo>
                    <a:pt x="21551" y="96520"/>
                  </a:lnTo>
                  <a:lnTo>
                    <a:pt x="22225" y="97790"/>
                  </a:lnTo>
                  <a:lnTo>
                    <a:pt x="24638" y="98425"/>
                  </a:lnTo>
                  <a:lnTo>
                    <a:pt x="26555" y="97536"/>
                  </a:lnTo>
                  <a:lnTo>
                    <a:pt x="27190" y="97282"/>
                  </a:lnTo>
                  <a:lnTo>
                    <a:pt x="27520" y="97028"/>
                  </a:lnTo>
                  <a:lnTo>
                    <a:pt x="27952" y="96520"/>
                  </a:lnTo>
                  <a:lnTo>
                    <a:pt x="29603" y="98171"/>
                  </a:lnTo>
                  <a:lnTo>
                    <a:pt x="32397" y="98425"/>
                  </a:lnTo>
                  <a:lnTo>
                    <a:pt x="34759" y="96520"/>
                  </a:lnTo>
                  <a:lnTo>
                    <a:pt x="34886" y="96520"/>
                  </a:lnTo>
                  <a:lnTo>
                    <a:pt x="35318" y="95885"/>
                  </a:lnTo>
                  <a:lnTo>
                    <a:pt x="35483" y="95631"/>
                  </a:lnTo>
                  <a:lnTo>
                    <a:pt x="35699" y="94996"/>
                  </a:lnTo>
                  <a:lnTo>
                    <a:pt x="35763" y="94742"/>
                  </a:lnTo>
                  <a:lnTo>
                    <a:pt x="35826" y="94488"/>
                  </a:lnTo>
                  <a:lnTo>
                    <a:pt x="38366" y="93853"/>
                  </a:lnTo>
                  <a:lnTo>
                    <a:pt x="39890" y="91313"/>
                  </a:lnTo>
                  <a:lnTo>
                    <a:pt x="39281" y="88900"/>
                  </a:lnTo>
                  <a:lnTo>
                    <a:pt x="39255" y="88773"/>
                  </a:lnTo>
                  <a:lnTo>
                    <a:pt x="39128" y="88392"/>
                  </a:lnTo>
                  <a:lnTo>
                    <a:pt x="41033" y="85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3291205" y="3287140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1" y="225679"/>
                  </a:moveTo>
                  <a:lnTo>
                    <a:pt x="3810" y="228854"/>
                  </a:lnTo>
                  <a:lnTo>
                    <a:pt x="6096" y="231775"/>
                  </a:lnTo>
                  <a:lnTo>
                    <a:pt x="9525" y="232283"/>
                  </a:lnTo>
                  <a:lnTo>
                    <a:pt x="10922" y="232410"/>
                  </a:lnTo>
                  <a:lnTo>
                    <a:pt x="12319" y="232156"/>
                  </a:lnTo>
                  <a:lnTo>
                    <a:pt x="13462" y="231521"/>
                  </a:lnTo>
                  <a:lnTo>
                    <a:pt x="14732" y="233807"/>
                  </a:lnTo>
                  <a:lnTo>
                    <a:pt x="21209" y="232663"/>
                  </a:lnTo>
                  <a:lnTo>
                    <a:pt x="22225" y="234569"/>
                  </a:lnTo>
                  <a:lnTo>
                    <a:pt x="24637" y="235204"/>
                  </a:lnTo>
                  <a:lnTo>
                    <a:pt x="26543" y="234314"/>
                  </a:lnTo>
                  <a:lnTo>
                    <a:pt x="27178" y="234061"/>
                  </a:lnTo>
                  <a:lnTo>
                    <a:pt x="27686" y="233680"/>
                  </a:lnTo>
                  <a:lnTo>
                    <a:pt x="27940" y="233299"/>
                  </a:lnTo>
                  <a:lnTo>
                    <a:pt x="29591" y="234950"/>
                  </a:lnTo>
                  <a:lnTo>
                    <a:pt x="35814" y="231267"/>
                  </a:lnTo>
                  <a:lnTo>
                    <a:pt x="38354" y="230632"/>
                  </a:lnTo>
                  <a:lnTo>
                    <a:pt x="39878" y="228092"/>
                  </a:lnTo>
                  <a:lnTo>
                    <a:pt x="39243" y="225551"/>
                  </a:lnTo>
                  <a:lnTo>
                    <a:pt x="39116" y="225171"/>
                  </a:lnTo>
                  <a:lnTo>
                    <a:pt x="41021" y="222504"/>
                  </a:lnTo>
                  <a:lnTo>
                    <a:pt x="40512" y="218821"/>
                  </a:lnTo>
                  <a:lnTo>
                    <a:pt x="37846" y="216788"/>
                  </a:lnTo>
                  <a:lnTo>
                    <a:pt x="36957" y="216154"/>
                  </a:lnTo>
                  <a:lnTo>
                    <a:pt x="35941" y="215773"/>
                  </a:lnTo>
                  <a:lnTo>
                    <a:pt x="34925" y="215646"/>
                  </a:lnTo>
                  <a:lnTo>
                    <a:pt x="34925" y="212851"/>
                  </a:lnTo>
                  <a:lnTo>
                    <a:pt x="32512" y="210693"/>
                  </a:lnTo>
                  <a:lnTo>
                    <a:pt x="29591" y="210693"/>
                  </a:lnTo>
                  <a:lnTo>
                    <a:pt x="28575" y="210693"/>
                  </a:lnTo>
                  <a:lnTo>
                    <a:pt x="27686" y="210947"/>
                  </a:lnTo>
                  <a:lnTo>
                    <a:pt x="26797" y="211455"/>
                  </a:lnTo>
                  <a:lnTo>
                    <a:pt x="25781" y="208407"/>
                  </a:lnTo>
                  <a:lnTo>
                    <a:pt x="22352" y="206629"/>
                  </a:lnTo>
                  <a:lnTo>
                    <a:pt x="19050" y="207518"/>
                  </a:lnTo>
                  <a:lnTo>
                    <a:pt x="17780" y="207899"/>
                  </a:lnTo>
                  <a:lnTo>
                    <a:pt x="16510" y="208787"/>
                  </a:lnTo>
                  <a:lnTo>
                    <a:pt x="15748" y="209931"/>
                  </a:lnTo>
                  <a:lnTo>
                    <a:pt x="12446" y="208025"/>
                  </a:lnTo>
                  <a:lnTo>
                    <a:pt x="8000" y="209042"/>
                  </a:lnTo>
                  <a:lnTo>
                    <a:pt x="6096" y="212217"/>
                  </a:lnTo>
                  <a:lnTo>
                    <a:pt x="3810" y="212089"/>
                  </a:lnTo>
                  <a:lnTo>
                    <a:pt x="1778" y="213487"/>
                  </a:lnTo>
                  <a:lnTo>
                    <a:pt x="1524" y="215646"/>
                  </a:lnTo>
                  <a:lnTo>
                    <a:pt x="1397" y="216662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8" y="224789"/>
                  </a:lnTo>
                  <a:lnTo>
                    <a:pt x="2921" y="225551"/>
                  </a:lnTo>
                  <a:lnTo>
                    <a:pt x="4191" y="225551"/>
                  </a:lnTo>
                  <a:lnTo>
                    <a:pt x="4191" y="225679"/>
                  </a:lnTo>
                  <a:close/>
                </a:path>
                <a:path w="41275" h="235585">
                  <a:moveTo>
                    <a:pt x="23622" y="762"/>
                  </a:moveTo>
                  <a:lnTo>
                    <a:pt x="23622" y="381"/>
                  </a:lnTo>
                  <a:lnTo>
                    <a:pt x="23241" y="0"/>
                  </a:lnTo>
                  <a:lnTo>
                    <a:pt x="22860" y="0"/>
                  </a:lnTo>
                  <a:lnTo>
                    <a:pt x="22352" y="0"/>
                  </a:lnTo>
                  <a:lnTo>
                    <a:pt x="22098" y="381"/>
                  </a:lnTo>
                  <a:lnTo>
                    <a:pt x="22098" y="762"/>
                  </a:lnTo>
                  <a:lnTo>
                    <a:pt x="22098" y="1143"/>
                  </a:lnTo>
                  <a:lnTo>
                    <a:pt x="22352" y="1524"/>
                  </a:lnTo>
                  <a:lnTo>
                    <a:pt x="22860" y="1524"/>
                  </a:lnTo>
                  <a:lnTo>
                    <a:pt x="23241" y="1524"/>
                  </a:lnTo>
                  <a:lnTo>
                    <a:pt x="23622" y="1143"/>
                  </a:lnTo>
                  <a:lnTo>
                    <a:pt x="23622" y="762"/>
                  </a:lnTo>
                  <a:close/>
                </a:path>
                <a:path w="41275" h="235585">
                  <a:moveTo>
                    <a:pt x="23622" y="69087"/>
                  </a:moveTo>
                  <a:lnTo>
                    <a:pt x="23622" y="68325"/>
                  </a:lnTo>
                  <a:lnTo>
                    <a:pt x="22860" y="67563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574" y="68325"/>
                  </a:lnTo>
                  <a:lnTo>
                    <a:pt x="20574" y="69087"/>
                  </a:lnTo>
                  <a:lnTo>
                    <a:pt x="20574" y="69976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860" y="70612"/>
                  </a:lnTo>
                  <a:lnTo>
                    <a:pt x="23622" y="69976"/>
                  </a:lnTo>
                  <a:lnTo>
                    <a:pt x="23622" y="69087"/>
                  </a:lnTo>
                  <a:close/>
                </a:path>
                <a:path w="41275" h="235585">
                  <a:moveTo>
                    <a:pt x="23622" y="139064"/>
                  </a:moveTo>
                  <a:lnTo>
                    <a:pt x="23622" y="137795"/>
                  </a:lnTo>
                  <a:lnTo>
                    <a:pt x="22606" y="136779"/>
                  </a:lnTo>
                  <a:lnTo>
                    <a:pt x="21336" y="136779"/>
                  </a:lnTo>
                  <a:lnTo>
                    <a:pt x="20066" y="136779"/>
                  </a:lnTo>
                  <a:lnTo>
                    <a:pt x="19050" y="137795"/>
                  </a:lnTo>
                  <a:lnTo>
                    <a:pt x="19050" y="139064"/>
                  </a:lnTo>
                  <a:lnTo>
                    <a:pt x="19050" y="140335"/>
                  </a:lnTo>
                  <a:lnTo>
                    <a:pt x="20066" y="141350"/>
                  </a:lnTo>
                  <a:lnTo>
                    <a:pt x="21336" y="141350"/>
                  </a:lnTo>
                  <a:lnTo>
                    <a:pt x="22606" y="141350"/>
                  </a:lnTo>
                  <a:lnTo>
                    <a:pt x="23622" y="140335"/>
                  </a:lnTo>
                  <a:lnTo>
                    <a:pt x="23622" y="139064"/>
                  </a:lnTo>
                  <a:close/>
                </a:path>
                <a:path w="41275" h="235585">
                  <a:moveTo>
                    <a:pt x="4953" y="218186"/>
                  </a:moveTo>
                  <a:lnTo>
                    <a:pt x="4191" y="218186"/>
                  </a:lnTo>
                  <a:lnTo>
                    <a:pt x="3302" y="218312"/>
                  </a:lnTo>
                  <a:lnTo>
                    <a:pt x="2667" y="218694"/>
                  </a:lnTo>
                </a:path>
                <a:path w="41275" h="235585">
                  <a:moveTo>
                    <a:pt x="6985" y="212725"/>
                  </a:moveTo>
                  <a:lnTo>
                    <a:pt x="6604" y="212598"/>
                  </a:lnTo>
                  <a:lnTo>
                    <a:pt x="6350" y="212471"/>
                  </a:lnTo>
                  <a:lnTo>
                    <a:pt x="5969" y="212471"/>
                  </a:lnTo>
                </a:path>
                <a:path w="41275" h="235585">
                  <a:moveTo>
                    <a:pt x="15748" y="210058"/>
                  </a:moveTo>
                  <a:lnTo>
                    <a:pt x="15494" y="210312"/>
                  </a:lnTo>
                  <a:lnTo>
                    <a:pt x="15240" y="210693"/>
                  </a:lnTo>
                  <a:lnTo>
                    <a:pt x="15112" y="211074"/>
                  </a:lnTo>
                </a:path>
                <a:path w="41275" h="235585">
                  <a:moveTo>
                    <a:pt x="27050" y="212725"/>
                  </a:moveTo>
                  <a:lnTo>
                    <a:pt x="27050" y="212344"/>
                  </a:lnTo>
                  <a:lnTo>
                    <a:pt x="26924" y="211962"/>
                  </a:lnTo>
                  <a:lnTo>
                    <a:pt x="26797" y="211582"/>
                  </a:lnTo>
                </a:path>
                <a:path w="41275" h="235585">
                  <a:moveTo>
                    <a:pt x="31877" y="220218"/>
                  </a:moveTo>
                  <a:lnTo>
                    <a:pt x="33782" y="219456"/>
                  </a:lnTo>
                  <a:lnTo>
                    <a:pt x="34925" y="217678"/>
                  </a:lnTo>
                  <a:lnTo>
                    <a:pt x="34925" y="215773"/>
                  </a:lnTo>
                </a:path>
                <a:path w="41275" h="235585">
                  <a:moveTo>
                    <a:pt x="38989" y="225044"/>
                  </a:moveTo>
                  <a:lnTo>
                    <a:pt x="38735" y="224409"/>
                  </a:lnTo>
                  <a:lnTo>
                    <a:pt x="38227" y="223774"/>
                  </a:lnTo>
                  <a:lnTo>
                    <a:pt x="37592" y="223393"/>
                  </a:lnTo>
                </a:path>
                <a:path w="41275" h="235585">
                  <a:moveTo>
                    <a:pt x="4445" y="224789"/>
                  </a:moveTo>
                  <a:lnTo>
                    <a:pt x="4318" y="225044"/>
                  </a:lnTo>
                  <a:lnTo>
                    <a:pt x="4318" y="225425"/>
                  </a:lnTo>
                  <a:lnTo>
                    <a:pt x="4191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320161" y="3451097"/>
              <a:ext cx="97155" cy="186055"/>
            </a:xfrm>
            <a:custGeom>
              <a:avLst/>
              <a:gdLst/>
              <a:ahLst/>
              <a:cxnLst/>
              <a:rect l="l" t="t" r="r" b="b"/>
              <a:pathLst>
                <a:path w="97154" h="186054">
                  <a:moveTo>
                    <a:pt x="41021" y="172847"/>
                  </a:moveTo>
                  <a:lnTo>
                    <a:pt x="40627" y="170053"/>
                  </a:lnTo>
                  <a:lnTo>
                    <a:pt x="40513" y="169164"/>
                  </a:lnTo>
                  <a:lnTo>
                    <a:pt x="37846" y="167132"/>
                  </a:lnTo>
                  <a:lnTo>
                    <a:pt x="36957" y="166497"/>
                  </a:lnTo>
                  <a:lnTo>
                    <a:pt x="35941" y="166116"/>
                  </a:lnTo>
                  <a:lnTo>
                    <a:pt x="34925" y="166116"/>
                  </a:lnTo>
                  <a:lnTo>
                    <a:pt x="34925" y="163195"/>
                  </a:lnTo>
                  <a:lnTo>
                    <a:pt x="34353" y="162687"/>
                  </a:lnTo>
                  <a:lnTo>
                    <a:pt x="33362" y="161798"/>
                  </a:lnTo>
                  <a:lnTo>
                    <a:pt x="32512" y="161036"/>
                  </a:lnTo>
                  <a:lnTo>
                    <a:pt x="28575" y="161036"/>
                  </a:lnTo>
                  <a:lnTo>
                    <a:pt x="27686" y="161290"/>
                  </a:lnTo>
                  <a:lnTo>
                    <a:pt x="26797" y="161798"/>
                  </a:lnTo>
                  <a:lnTo>
                    <a:pt x="26289" y="160274"/>
                  </a:lnTo>
                  <a:lnTo>
                    <a:pt x="25984" y="159385"/>
                  </a:lnTo>
                  <a:lnTo>
                    <a:pt x="25895" y="159131"/>
                  </a:lnTo>
                  <a:lnTo>
                    <a:pt x="25781" y="158750"/>
                  </a:lnTo>
                  <a:lnTo>
                    <a:pt x="22352" y="156972"/>
                  </a:lnTo>
                  <a:lnTo>
                    <a:pt x="19050" y="157861"/>
                  </a:lnTo>
                  <a:lnTo>
                    <a:pt x="17780" y="158242"/>
                  </a:lnTo>
                  <a:lnTo>
                    <a:pt x="16510" y="159131"/>
                  </a:lnTo>
                  <a:lnTo>
                    <a:pt x="15748" y="160274"/>
                  </a:lnTo>
                  <a:lnTo>
                    <a:pt x="12446" y="158369"/>
                  </a:lnTo>
                  <a:lnTo>
                    <a:pt x="8001" y="159385"/>
                  </a:lnTo>
                  <a:lnTo>
                    <a:pt x="6096" y="162560"/>
                  </a:lnTo>
                  <a:lnTo>
                    <a:pt x="5956" y="162560"/>
                  </a:lnTo>
                  <a:lnTo>
                    <a:pt x="5956" y="162687"/>
                  </a:lnTo>
                  <a:lnTo>
                    <a:pt x="4876" y="162560"/>
                  </a:lnTo>
                  <a:lnTo>
                    <a:pt x="3619" y="162560"/>
                  </a:lnTo>
                  <a:lnTo>
                    <a:pt x="1778" y="163830"/>
                  </a:lnTo>
                  <a:lnTo>
                    <a:pt x="1498" y="166116"/>
                  </a:lnTo>
                  <a:lnTo>
                    <a:pt x="1435" y="167132"/>
                  </a:lnTo>
                  <a:lnTo>
                    <a:pt x="1778" y="168148"/>
                  </a:lnTo>
                  <a:lnTo>
                    <a:pt x="2540" y="168910"/>
                  </a:lnTo>
                  <a:lnTo>
                    <a:pt x="635" y="170053"/>
                  </a:lnTo>
                  <a:lnTo>
                    <a:pt x="0" y="172339"/>
                  </a:lnTo>
                  <a:lnTo>
                    <a:pt x="1778" y="175133"/>
                  </a:lnTo>
                  <a:lnTo>
                    <a:pt x="2921" y="175907"/>
                  </a:lnTo>
                  <a:lnTo>
                    <a:pt x="4178" y="175907"/>
                  </a:lnTo>
                  <a:lnTo>
                    <a:pt x="3886" y="178435"/>
                  </a:lnTo>
                  <a:lnTo>
                    <a:pt x="3810" y="179197"/>
                  </a:lnTo>
                  <a:lnTo>
                    <a:pt x="6096" y="182118"/>
                  </a:lnTo>
                  <a:lnTo>
                    <a:pt x="10375" y="182753"/>
                  </a:lnTo>
                  <a:lnTo>
                    <a:pt x="11861" y="182753"/>
                  </a:lnTo>
                  <a:lnTo>
                    <a:pt x="13462" y="181864"/>
                  </a:lnTo>
                  <a:lnTo>
                    <a:pt x="14655" y="184023"/>
                  </a:lnTo>
                  <a:lnTo>
                    <a:pt x="14732" y="184150"/>
                  </a:lnTo>
                  <a:lnTo>
                    <a:pt x="17653" y="184912"/>
                  </a:lnTo>
                  <a:lnTo>
                    <a:pt x="20307" y="183642"/>
                  </a:lnTo>
                  <a:lnTo>
                    <a:pt x="20955" y="183261"/>
                  </a:lnTo>
                  <a:lnTo>
                    <a:pt x="21209" y="183007"/>
                  </a:lnTo>
                  <a:lnTo>
                    <a:pt x="22225" y="184912"/>
                  </a:lnTo>
                  <a:lnTo>
                    <a:pt x="24638" y="185547"/>
                  </a:lnTo>
                  <a:lnTo>
                    <a:pt x="26543" y="184658"/>
                  </a:lnTo>
                  <a:lnTo>
                    <a:pt x="27178" y="184404"/>
                  </a:lnTo>
                  <a:lnTo>
                    <a:pt x="27686" y="184023"/>
                  </a:lnTo>
                  <a:lnTo>
                    <a:pt x="27940" y="183642"/>
                  </a:lnTo>
                  <a:lnTo>
                    <a:pt x="29591" y="185293"/>
                  </a:lnTo>
                  <a:lnTo>
                    <a:pt x="32385" y="185547"/>
                  </a:lnTo>
                  <a:lnTo>
                    <a:pt x="34747" y="183642"/>
                  </a:lnTo>
                  <a:lnTo>
                    <a:pt x="35204" y="183261"/>
                  </a:lnTo>
                  <a:lnTo>
                    <a:pt x="35306" y="183007"/>
                  </a:lnTo>
                  <a:lnTo>
                    <a:pt x="35471" y="182753"/>
                  </a:lnTo>
                  <a:lnTo>
                    <a:pt x="35687" y="182118"/>
                  </a:lnTo>
                  <a:lnTo>
                    <a:pt x="35750" y="181864"/>
                  </a:lnTo>
                  <a:lnTo>
                    <a:pt x="35814" y="181610"/>
                  </a:lnTo>
                  <a:lnTo>
                    <a:pt x="38354" y="180975"/>
                  </a:lnTo>
                  <a:lnTo>
                    <a:pt x="39878" y="178435"/>
                  </a:lnTo>
                  <a:lnTo>
                    <a:pt x="39243" y="175907"/>
                  </a:lnTo>
                  <a:lnTo>
                    <a:pt x="39116" y="175514"/>
                  </a:lnTo>
                  <a:lnTo>
                    <a:pt x="41021" y="172847"/>
                  </a:lnTo>
                  <a:close/>
                </a:path>
                <a:path w="97154" h="186054">
                  <a:moveTo>
                    <a:pt x="74422" y="51943"/>
                  </a:moveTo>
                  <a:lnTo>
                    <a:pt x="73787" y="51308"/>
                  </a:lnTo>
                  <a:lnTo>
                    <a:pt x="72009" y="51308"/>
                  </a:lnTo>
                  <a:lnTo>
                    <a:pt x="71374" y="51943"/>
                  </a:lnTo>
                  <a:lnTo>
                    <a:pt x="71374" y="53594"/>
                  </a:lnTo>
                  <a:lnTo>
                    <a:pt x="72009" y="54356"/>
                  </a:lnTo>
                  <a:lnTo>
                    <a:pt x="73787" y="54356"/>
                  </a:lnTo>
                  <a:lnTo>
                    <a:pt x="74422" y="53594"/>
                  </a:lnTo>
                  <a:lnTo>
                    <a:pt x="74422" y="52832"/>
                  </a:lnTo>
                  <a:lnTo>
                    <a:pt x="74422" y="51943"/>
                  </a:lnTo>
                  <a:close/>
                </a:path>
                <a:path w="97154" h="186054">
                  <a:moveTo>
                    <a:pt x="96647" y="254"/>
                  </a:moveTo>
                  <a:lnTo>
                    <a:pt x="96393" y="0"/>
                  </a:lnTo>
                  <a:lnTo>
                    <a:pt x="95504" y="0"/>
                  </a:lnTo>
                  <a:lnTo>
                    <a:pt x="95123" y="254"/>
                  </a:lnTo>
                  <a:lnTo>
                    <a:pt x="95123" y="1143"/>
                  </a:lnTo>
                  <a:lnTo>
                    <a:pt x="95504" y="1524"/>
                  </a:lnTo>
                  <a:lnTo>
                    <a:pt x="96393" y="1524"/>
                  </a:lnTo>
                  <a:lnTo>
                    <a:pt x="96647" y="1143"/>
                  </a:lnTo>
                  <a:lnTo>
                    <a:pt x="96647" y="762"/>
                  </a:lnTo>
                  <a:lnTo>
                    <a:pt x="96647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320161" y="3451097"/>
              <a:ext cx="97155" cy="186055"/>
            </a:xfrm>
            <a:custGeom>
              <a:avLst/>
              <a:gdLst/>
              <a:ahLst/>
              <a:cxnLst/>
              <a:rect l="l" t="t" r="r" b="b"/>
              <a:pathLst>
                <a:path w="97154" h="186054">
                  <a:moveTo>
                    <a:pt x="4190" y="176021"/>
                  </a:moveTo>
                  <a:lnTo>
                    <a:pt x="3810" y="179196"/>
                  </a:lnTo>
                  <a:lnTo>
                    <a:pt x="6096" y="182118"/>
                  </a:lnTo>
                  <a:lnTo>
                    <a:pt x="9525" y="182625"/>
                  </a:lnTo>
                  <a:lnTo>
                    <a:pt x="10922" y="182752"/>
                  </a:lnTo>
                  <a:lnTo>
                    <a:pt x="12318" y="182499"/>
                  </a:lnTo>
                  <a:lnTo>
                    <a:pt x="13462" y="181863"/>
                  </a:lnTo>
                  <a:lnTo>
                    <a:pt x="14731" y="184150"/>
                  </a:lnTo>
                  <a:lnTo>
                    <a:pt x="21209" y="183006"/>
                  </a:lnTo>
                  <a:lnTo>
                    <a:pt x="22225" y="184912"/>
                  </a:lnTo>
                  <a:lnTo>
                    <a:pt x="24637" y="185546"/>
                  </a:lnTo>
                  <a:lnTo>
                    <a:pt x="26542" y="184657"/>
                  </a:lnTo>
                  <a:lnTo>
                    <a:pt x="27177" y="184403"/>
                  </a:lnTo>
                  <a:lnTo>
                    <a:pt x="27686" y="184022"/>
                  </a:lnTo>
                  <a:lnTo>
                    <a:pt x="27939" y="183641"/>
                  </a:lnTo>
                  <a:lnTo>
                    <a:pt x="29590" y="185293"/>
                  </a:lnTo>
                  <a:lnTo>
                    <a:pt x="35813" y="181609"/>
                  </a:lnTo>
                  <a:lnTo>
                    <a:pt x="38353" y="180975"/>
                  </a:lnTo>
                  <a:lnTo>
                    <a:pt x="39877" y="178434"/>
                  </a:lnTo>
                  <a:lnTo>
                    <a:pt x="39242" y="175894"/>
                  </a:lnTo>
                  <a:lnTo>
                    <a:pt x="39115" y="175513"/>
                  </a:lnTo>
                  <a:lnTo>
                    <a:pt x="41021" y="172846"/>
                  </a:lnTo>
                  <a:lnTo>
                    <a:pt x="40512" y="169163"/>
                  </a:lnTo>
                  <a:lnTo>
                    <a:pt x="37846" y="167131"/>
                  </a:lnTo>
                  <a:lnTo>
                    <a:pt x="36956" y="166496"/>
                  </a:lnTo>
                  <a:lnTo>
                    <a:pt x="35940" y="166115"/>
                  </a:lnTo>
                  <a:lnTo>
                    <a:pt x="34925" y="165988"/>
                  </a:lnTo>
                  <a:lnTo>
                    <a:pt x="34925" y="163194"/>
                  </a:lnTo>
                  <a:lnTo>
                    <a:pt x="32512" y="161035"/>
                  </a:lnTo>
                  <a:lnTo>
                    <a:pt x="29590" y="161035"/>
                  </a:lnTo>
                  <a:lnTo>
                    <a:pt x="28575" y="161035"/>
                  </a:lnTo>
                  <a:lnTo>
                    <a:pt x="27686" y="161289"/>
                  </a:lnTo>
                  <a:lnTo>
                    <a:pt x="26797" y="161797"/>
                  </a:lnTo>
                  <a:lnTo>
                    <a:pt x="25780" y="158750"/>
                  </a:lnTo>
                  <a:lnTo>
                    <a:pt x="22351" y="156971"/>
                  </a:lnTo>
                  <a:lnTo>
                    <a:pt x="19050" y="157860"/>
                  </a:lnTo>
                  <a:lnTo>
                    <a:pt x="17779" y="158241"/>
                  </a:lnTo>
                  <a:lnTo>
                    <a:pt x="16510" y="159131"/>
                  </a:lnTo>
                  <a:lnTo>
                    <a:pt x="15748" y="160274"/>
                  </a:lnTo>
                  <a:lnTo>
                    <a:pt x="12446" y="158369"/>
                  </a:lnTo>
                  <a:lnTo>
                    <a:pt x="8000" y="159384"/>
                  </a:lnTo>
                  <a:lnTo>
                    <a:pt x="6096" y="162559"/>
                  </a:lnTo>
                  <a:lnTo>
                    <a:pt x="5968" y="162559"/>
                  </a:lnTo>
                  <a:lnTo>
                    <a:pt x="5968" y="162687"/>
                  </a:lnTo>
                  <a:lnTo>
                    <a:pt x="3810" y="162432"/>
                  </a:lnTo>
                  <a:lnTo>
                    <a:pt x="1777" y="163829"/>
                  </a:lnTo>
                  <a:lnTo>
                    <a:pt x="1524" y="165988"/>
                  </a:lnTo>
                  <a:lnTo>
                    <a:pt x="1397" y="167004"/>
                  </a:lnTo>
                  <a:lnTo>
                    <a:pt x="1777" y="168147"/>
                  </a:lnTo>
                  <a:lnTo>
                    <a:pt x="2539" y="168909"/>
                  </a:lnTo>
                  <a:lnTo>
                    <a:pt x="635" y="170052"/>
                  </a:lnTo>
                  <a:lnTo>
                    <a:pt x="0" y="172338"/>
                  </a:lnTo>
                  <a:lnTo>
                    <a:pt x="1142" y="174116"/>
                  </a:lnTo>
                  <a:lnTo>
                    <a:pt x="1777" y="175132"/>
                  </a:lnTo>
                  <a:lnTo>
                    <a:pt x="2921" y="175894"/>
                  </a:lnTo>
                  <a:lnTo>
                    <a:pt x="4190" y="175894"/>
                  </a:lnTo>
                  <a:close/>
                </a:path>
                <a:path w="97154" h="186054">
                  <a:moveTo>
                    <a:pt x="96647" y="762"/>
                  </a:moveTo>
                  <a:lnTo>
                    <a:pt x="96647" y="253"/>
                  </a:lnTo>
                  <a:lnTo>
                    <a:pt x="96392" y="0"/>
                  </a:lnTo>
                  <a:lnTo>
                    <a:pt x="95885" y="0"/>
                  </a:lnTo>
                  <a:lnTo>
                    <a:pt x="95503" y="0"/>
                  </a:lnTo>
                  <a:lnTo>
                    <a:pt x="95123" y="253"/>
                  </a:lnTo>
                  <a:lnTo>
                    <a:pt x="95123" y="762"/>
                  </a:lnTo>
                  <a:lnTo>
                    <a:pt x="95123" y="1142"/>
                  </a:lnTo>
                  <a:lnTo>
                    <a:pt x="95503" y="1524"/>
                  </a:lnTo>
                  <a:lnTo>
                    <a:pt x="95885" y="1524"/>
                  </a:lnTo>
                  <a:lnTo>
                    <a:pt x="96392" y="1524"/>
                  </a:lnTo>
                  <a:lnTo>
                    <a:pt x="96647" y="1142"/>
                  </a:lnTo>
                  <a:lnTo>
                    <a:pt x="96647" y="762"/>
                  </a:lnTo>
                  <a:close/>
                </a:path>
                <a:path w="97154" h="186054">
                  <a:moveTo>
                    <a:pt x="74422" y="52831"/>
                  </a:moveTo>
                  <a:lnTo>
                    <a:pt x="74422" y="51942"/>
                  </a:lnTo>
                  <a:lnTo>
                    <a:pt x="73787" y="51307"/>
                  </a:lnTo>
                  <a:lnTo>
                    <a:pt x="72898" y="51307"/>
                  </a:lnTo>
                  <a:lnTo>
                    <a:pt x="72009" y="51307"/>
                  </a:lnTo>
                  <a:lnTo>
                    <a:pt x="71374" y="51942"/>
                  </a:lnTo>
                  <a:lnTo>
                    <a:pt x="71374" y="52831"/>
                  </a:lnTo>
                  <a:lnTo>
                    <a:pt x="71374" y="53593"/>
                  </a:lnTo>
                  <a:lnTo>
                    <a:pt x="72009" y="54355"/>
                  </a:lnTo>
                  <a:lnTo>
                    <a:pt x="72898" y="54355"/>
                  </a:lnTo>
                  <a:lnTo>
                    <a:pt x="73787" y="54355"/>
                  </a:lnTo>
                  <a:lnTo>
                    <a:pt x="74422" y="53593"/>
                  </a:lnTo>
                  <a:lnTo>
                    <a:pt x="74422" y="52831"/>
                  </a:lnTo>
                  <a:close/>
                </a:path>
                <a:path w="97154" h="186054">
                  <a:moveTo>
                    <a:pt x="4952" y="168528"/>
                  </a:moveTo>
                  <a:lnTo>
                    <a:pt x="4190" y="168528"/>
                  </a:lnTo>
                  <a:lnTo>
                    <a:pt x="3301" y="168656"/>
                  </a:lnTo>
                  <a:lnTo>
                    <a:pt x="2666" y="169037"/>
                  </a:lnTo>
                </a:path>
                <a:path w="97154" h="186054">
                  <a:moveTo>
                    <a:pt x="6985" y="163068"/>
                  </a:moveTo>
                  <a:lnTo>
                    <a:pt x="6603" y="162940"/>
                  </a:lnTo>
                  <a:lnTo>
                    <a:pt x="6350" y="162813"/>
                  </a:lnTo>
                  <a:lnTo>
                    <a:pt x="5968" y="162813"/>
                  </a:lnTo>
                </a:path>
                <a:path w="97154" h="186054">
                  <a:moveTo>
                    <a:pt x="15748" y="160400"/>
                  </a:moveTo>
                  <a:lnTo>
                    <a:pt x="15493" y="160654"/>
                  </a:lnTo>
                  <a:lnTo>
                    <a:pt x="15239" y="161035"/>
                  </a:lnTo>
                  <a:lnTo>
                    <a:pt x="15112" y="161416"/>
                  </a:lnTo>
                </a:path>
                <a:path w="97154" h="186054">
                  <a:moveTo>
                    <a:pt x="27050" y="163068"/>
                  </a:moveTo>
                  <a:lnTo>
                    <a:pt x="27050" y="162687"/>
                  </a:lnTo>
                  <a:lnTo>
                    <a:pt x="26924" y="162306"/>
                  </a:lnTo>
                  <a:lnTo>
                    <a:pt x="26797" y="161925"/>
                  </a:lnTo>
                </a:path>
                <a:path w="97154" h="186054">
                  <a:moveTo>
                    <a:pt x="31876" y="170560"/>
                  </a:moveTo>
                  <a:lnTo>
                    <a:pt x="33781" y="169799"/>
                  </a:lnTo>
                  <a:lnTo>
                    <a:pt x="34925" y="168020"/>
                  </a:lnTo>
                  <a:lnTo>
                    <a:pt x="34925" y="166115"/>
                  </a:lnTo>
                </a:path>
                <a:path w="97154" h="186054">
                  <a:moveTo>
                    <a:pt x="38988" y="175387"/>
                  </a:moveTo>
                  <a:lnTo>
                    <a:pt x="38735" y="174751"/>
                  </a:lnTo>
                  <a:lnTo>
                    <a:pt x="38226" y="174116"/>
                  </a:lnTo>
                  <a:lnTo>
                    <a:pt x="37591" y="173735"/>
                  </a:lnTo>
                </a:path>
                <a:path w="97154" h="186054">
                  <a:moveTo>
                    <a:pt x="35813" y="181737"/>
                  </a:moveTo>
                  <a:lnTo>
                    <a:pt x="35813" y="181482"/>
                  </a:lnTo>
                  <a:lnTo>
                    <a:pt x="35813" y="181228"/>
                  </a:lnTo>
                  <a:lnTo>
                    <a:pt x="35813" y="180975"/>
                  </a:lnTo>
                </a:path>
                <a:path w="97154" h="186054">
                  <a:moveTo>
                    <a:pt x="27304" y="182625"/>
                  </a:moveTo>
                  <a:lnTo>
                    <a:pt x="27431" y="183006"/>
                  </a:lnTo>
                  <a:lnTo>
                    <a:pt x="27686" y="183387"/>
                  </a:lnTo>
                  <a:lnTo>
                    <a:pt x="27939" y="183641"/>
                  </a:lnTo>
                </a:path>
                <a:path w="97154" h="186054">
                  <a:moveTo>
                    <a:pt x="20954" y="182118"/>
                  </a:moveTo>
                  <a:lnTo>
                    <a:pt x="20954" y="182499"/>
                  </a:lnTo>
                  <a:lnTo>
                    <a:pt x="21081" y="182752"/>
                  </a:lnTo>
                  <a:lnTo>
                    <a:pt x="21336" y="183006"/>
                  </a:lnTo>
                </a:path>
                <a:path w="97154" h="186054">
                  <a:moveTo>
                    <a:pt x="13462" y="181863"/>
                  </a:moveTo>
                  <a:lnTo>
                    <a:pt x="13969" y="181609"/>
                  </a:lnTo>
                  <a:lnTo>
                    <a:pt x="14350" y="181356"/>
                  </a:lnTo>
                  <a:lnTo>
                    <a:pt x="14604" y="180975"/>
                  </a:lnTo>
                </a:path>
                <a:path w="97154" h="186054">
                  <a:moveTo>
                    <a:pt x="4444" y="175132"/>
                  </a:moveTo>
                  <a:lnTo>
                    <a:pt x="4317" y="175387"/>
                  </a:lnTo>
                  <a:lnTo>
                    <a:pt x="4317" y="175768"/>
                  </a:lnTo>
                  <a:lnTo>
                    <a:pt x="4190" y="17602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816985" y="3453142"/>
              <a:ext cx="41275" cy="290195"/>
            </a:xfrm>
            <a:custGeom>
              <a:avLst/>
              <a:gdLst/>
              <a:ahLst/>
              <a:cxnLst/>
              <a:rect l="l" t="t" r="r" b="b"/>
              <a:pathLst>
                <a:path w="41275" h="290195">
                  <a:moveTo>
                    <a:pt x="23622" y="192773"/>
                  </a:moveTo>
                  <a:lnTo>
                    <a:pt x="22606" y="191757"/>
                  </a:lnTo>
                  <a:lnTo>
                    <a:pt x="20066" y="191757"/>
                  </a:lnTo>
                  <a:lnTo>
                    <a:pt x="19050" y="192773"/>
                  </a:lnTo>
                  <a:lnTo>
                    <a:pt x="19050" y="195313"/>
                  </a:lnTo>
                  <a:lnTo>
                    <a:pt x="20066" y="196329"/>
                  </a:lnTo>
                  <a:lnTo>
                    <a:pt x="22606" y="196329"/>
                  </a:lnTo>
                  <a:lnTo>
                    <a:pt x="23622" y="195313"/>
                  </a:lnTo>
                  <a:lnTo>
                    <a:pt x="23622" y="194043"/>
                  </a:lnTo>
                  <a:lnTo>
                    <a:pt x="23622" y="192773"/>
                  </a:lnTo>
                  <a:close/>
                </a:path>
                <a:path w="41275" h="290195">
                  <a:moveTo>
                    <a:pt x="23622" y="123304"/>
                  </a:moveTo>
                  <a:lnTo>
                    <a:pt x="22860" y="122542"/>
                  </a:lnTo>
                  <a:lnTo>
                    <a:pt x="21209" y="122542"/>
                  </a:lnTo>
                  <a:lnTo>
                    <a:pt x="20574" y="123304"/>
                  </a:lnTo>
                  <a:lnTo>
                    <a:pt x="20574" y="124955"/>
                  </a:lnTo>
                  <a:lnTo>
                    <a:pt x="21209" y="125603"/>
                  </a:lnTo>
                  <a:lnTo>
                    <a:pt x="22860" y="125603"/>
                  </a:lnTo>
                  <a:lnTo>
                    <a:pt x="23622" y="124955"/>
                  </a:lnTo>
                  <a:lnTo>
                    <a:pt x="23622" y="124079"/>
                  </a:lnTo>
                  <a:lnTo>
                    <a:pt x="23622" y="123304"/>
                  </a:lnTo>
                  <a:close/>
                </a:path>
                <a:path w="41275" h="290195">
                  <a:moveTo>
                    <a:pt x="23622" y="0"/>
                  </a:moveTo>
                  <a:lnTo>
                    <a:pt x="22098" y="0"/>
                  </a:lnTo>
                  <a:lnTo>
                    <a:pt x="22098" y="56502"/>
                  </a:lnTo>
                  <a:lnTo>
                    <a:pt x="23622" y="56502"/>
                  </a:lnTo>
                  <a:lnTo>
                    <a:pt x="23622" y="0"/>
                  </a:lnTo>
                  <a:close/>
                </a:path>
                <a:path w="41275" h="290195">
                  <a:moveTo>
                    <a:pt x="41021" y="277482"/>
                  </a:moveTo>
                  <a:lnTo>
                    <a:pt x="40627" y="274688"/>
                  </a:lnTo>
                  <a:lnTo>
                    <a:pt x="40513" y="273799"/>
                  </a:lnTo>
                  <a:lnTo>
                    <a:pt x="37846" y="271767"/>
                  </a:lnTo>
                  <a:lnTo>
                    <a:pt x="36957" y="271132"/>
                  </a:lnTo>
                  <a:lnTo>
                    <a:pt x="35941" y="270751"/>
                  </a:lnTo>
                  <a:lnTo>
                    <a:pt x="34925" y="270751"/>
                  </a:lnTo>
                  <a:lnTo>
                    <a:pt x="34925" y="267830"/>
                  </a:lnTo>
                  <a:lnTo>
                    <a:pt x="33362" y="266433"/>
                  </a:lnTo>
                  <a:lnTo>
                    <a:pt x="32512" y="265671"/>
                  </a:lnTo>
                  <a:lnTo>
                    <a:pt x="28575" y="265671"/>
                  </a:lnTo>
                  <a:lnTo>
                    <a:pt x="27686" y="265925"/>
                  </a:lnTo>
                  <a:lnTo>
                    <a:pt x="26797" y="266433"/>
                  </a:lnTo>
                  <a:lnTo>
                    <a:pt x="26289" y="264909"/>
                  </a:lnTo>
                  <a:lnTo>
                    <a:pt x="25984" y="264020"/>
                  </a:lnTo>
                  <a:lnTo>
                    <a:pt x="25908" y="263766"/>
                  </a:lnTo>
                  <a:lnTo>
                    <a:pt x="25781" y="263385"/>
                  </a:lnTo>
                  <a:lnTo>
                    <a:pt x="22352" y="261607"/>
                  </a:lnTo>
                  <a:lnTo>
                    <a:pt x="19050" y="262496"/>
                  </a:lnTo>
                  <a:lnTo>
                    <a:pt x="17780" y="262877"/>
                  </a:lnTo>
                  <a:lnTo>
                    <a:pt x="16510" y="263766"/>
                  </a:lnTo>
                  <a:lnTo>
                    <a:pt x="15748" y="264909"/>
                  </a:lnTo>
                  <a:lnTo>
                    <a:pt x="12446" y="263004"/>
                  </a:lnTo>
                  <a:lnTo>
                    <a:pt x="8001" y="264020"/>
                  </a:lnTo>
                  <a:lnTo>
                    <a:pt x="6096" y="267195"/>
                  </a:lnTo>
                  <a:lnTo>
                    <a:pt x="3619" y="267195"/>
                  </a:lnTo>
                  <a:lnTo>
                    <a:pt x="1778" y="268465"/>
                  </a:lnTo>
                  <a:lnTo>
                    <a:pt x="1498" y="270751"/>
                  </a:lnTo>
                  <a:lnTo>
                    <a:pt x="1435" y="271767"/>
                  </a:lnTo>
                  <a:lnTo>
                    <a:pt x="1778" y="272783"/>
                  </a:lnTo>
                  <a:lnTo>
                    <a:pt x="2540" y="273545"/>
                  </a:lnTo>
                  <a:lnTo>
                    <a:pt x="635" y="274688"/>
                  </a:lnTo>
                  <a:lnTo>
                    <a:pt x="0" y="276974"/>
                  </a:lnTo>
                  <a:lnTo>
                    <a:pt x="1778" y="279768"/>
                  </a:lnTo>
                  <a:lnTo>
                    <a:pt x="2921" y="280543"/>
                  </a:lnTo>
                  <a:lnTo>
                    <a:pt x="4178" y="280543"/>
                  </a:lnTo>
                  <a:lnTo>
                    <a:pt x="3886" y="283070"/>
                  </a:lnTo>
                  <a:lnTo>
                    <a:pt x="3810" y="283832"/>
                  </a:lnTo>
                  <a:lnTo>
                    <a:pt x="6096" y="286753"/>
                  </a:lnTo>
                  <a:lnTo>
                    <a:pt x="10375" y="287388"/>
                  </a:lnTo>
                  <a:lnTo>
                    <a:pt x="10922" y="287388"/>
                  </a:lnTo>
                  <a:lnTo>
                    <a:pt x="12319" y="287134"/>
                  </a:lnTo>
                  <a:lnTo>
                    <a:pt x="13462" y="286499"/>
                  </a:lnTo>
                  <a:lnTo>
                    <a:pt x="14732" y="288785"/>
                  </a:lnTo>
                  <a:lnTo>
                    <a:pt x="17653" y="289547"/>
                  </a:lnTo>
                  <a:lnTo>
                    <a:pt x="20307" y="288277"/>
                  </a:lnTo>
                  <a:lnTo>
                    <a:pt x="20955" y="287896"/>
                  </a:lnTo>
                  <a:lnTo>
                    <a:pt x="21209" y="287642"/>
                  </a:lnTo>
                  <a:lnTo>
                    <a:pt x="22225" y="289547"/>
                  </a:lnTo>
                  <a:lnTo>
                    <a:pt x="24638" y="290182"/>
                  </a:lnTo>
                  <a:lnTo>
                    <a:pt x="26543" y="289293"/>
                  </a:lnTo>
                  <a:lnTo>
                    <a:pt x="27178" y="289039"/>
                  </a:lnTo>
                  <a:lnTo>
                    <a:pt x="27508" y="288785"/>
                  </a:lnTo>
                  <a:lnTo>
                    <a:pt x="27940" y="288277"/>
                  </a:lnTo>
                  <a:lnTo>
                    <a:pt x="29591" y="289928"/>
                  </a:lnTo>
                  <a:lnTo>
                    <a:pt x="32385" y="290182"/>
                  </a:lnTo>
                  <a:lnTo>
                    <a:pt x="34747" y="288277"/>
                  </a:lnTo>
                  <a:lnTo>
                    <a:pt x="35204" y="287896"/>
                  </a:lnTo>
                  <a:lnTo>
                    <a:pt x="35306" y="287642"/>
                  </a:lnTo>
                  <a:lnTo>
                    <a:pt x="35471" y="287388"/>
                  </a:lnTo>
                  <a:lnTo>
                    <a:pt x="35585" y="287134"/>
                  </a:lnTo>
                  <a:lnTo>
                    <a:pt x="35687" y="286753"/>
                  </a:lnTo>
                  <a:lnTo>
                    <a:pt x="35750" y="286499"/>
                  </a:lnTo>
                  <a:lnTo>
                    <a:pt x="35814" y="286245"/>
                  </a:lnTo>
                  <a:lnTo>
                    <a:pt x="38354" y="285610"/>
                  </a:lnTo>
                  <a:lnTo>
                    <a:pt x="39878" y="283070"/>
                  </a:lnTo>
                  <a:lnTo>
                    <a:pt x="39243" y="280543"/>
                  </a:lnTo>
                  <a:lnTo>
                    <a:pt x="39116" y="280149"/>
                  </a:lnTo>
                  <a:lnTo>
                    <a:pt x="38989" y="280022"/>
                  </a:lnTo>
                  <a:lnTo>
                    <a:pt x="41021" y="277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816984" y="3508120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8"/>
                  </a:moveTo>
                  <a:lnTo>
                    <a:pt x="3810" y="228853"/>
                  </a:lnTo>
                  <a:lnTo>
                    <a:pt x="6095" y="231774"/>
                  </a:lnTo>
                  <a:lnTo>
                    <a:pt x="9525" y="232282"/>
                  </a:lnTo>
                  <a:lnTo>
                    <a:pt x="10922" y="232409"/>
                  </a:lnTo>
                  <a:lnTo>
                    <a:pt x="12318" y="232155"/>
                  </a:lnTo>
                  <a:lnTo>
                    <a:pt x="13462" y="231520"/>
                  </a:lnTo>
                  <a:lnTo>
                    <a:pt x="14731" y="233806"/>
                  </a:lnTo>
                  <a:lnTo>
                    <a:pt x="21209" y="232663"/>
                  </a:lnTo>
                  <a:lnTo>
                    <a:pt x="22225" y="234568"/>
                  </a:lnTo>
                  <a:lnTo>
                    <a:pt x="24637" y="235203"/>
                  </a:lnTo>
                  <a:lnTo>
                    <a:pt x="26542" y="234314"/>
                  </a:lnTo>
                  <a:lnTo>
                    <a:pt x="27177" y="234060"/>
                  </a:lnTo>
                  <a:lnTo>
                    <a:pt x="27686" y="233679"/>
                  </a:lnTo>
                  <a:lnTo>
                    <a:pt x="27939" y="233298"/>
                  </a:lnTo>
                  <a:lnTo>
                    <a:pt x="29590" y="234949"/>
                  </a:lnTo>
                  <a:lnTo>
                    <a:pt x="35813" y="231266"/>
                  </a:lnTo>
                  <a:lnTo>
                    <a:pt x="38353" y="230631"/>
                  </a:lnTo>
                  <a:lnTo>
                    <a:pt x="39877" y="228091"/>
                  </a:lnTo>
                  <a:lnTo>
                    <a:pt x="39242" y="225551"/>
                  </a:lnTo>
                  <a:lnTo>
                    <a:pt x="39115" y="225424"/>
                  </a:lnTo>
                  <a:lnTo>
                    <a:pt x="39115" y="225170"/>
                  </a:lnTo>
                  <a:lnTo>
                    <a:pt x="38988" y="225043"/>
                  </a:lnTo>
                  <a:lnTo>
                    <a:pt x="41020" y="222503"/>
                  </a:lnTo>
                  <a:lnTo>
                    <a:pt x="40512" y="218820"/>
                  </a:lnTo>
                  <a:lnTo>
                    <a:pt x="37845" y="216788"/>
                  </a:lnTo>
                  <a:lnTo>
                    <a:pt x="36956" y="216153"/>
                  </a:lnTo>
                  <a:lnTo>
                    <a:pt x="35940" y="215772"/>
                  </a:lnTo>
                  <a:lnTo>
                    <a:pt x="34925" y="215645"/>
                  </a:lnTo>
                  <a:lnTo>
                    <a:pt x="34925" y="212851"/>
                  </a:lnTo>
                  <a:lnTo>
                    <a:pt x="32512" y="210692"/>
                  </a:lnTo>
                  <a:lnTo>
                    <a:pt x="29590" y="210692"/>
                  </a:lnTo>
                  <a:lnTo>
                    <a:pt x="28575" y="210692"/>
                  </a:lnTo>
                  <a:lnTo>
                    <a:pt x="27686" y="210946"/>
                  </a:lnTo>
                  <a:lnTo>
                    <a:pt x="26797" y="211454"/>
                  </a:lnTo>
                  <a:lnTo>
                    <a:pt x="25780" y="208406"/>
                  </a:lnTo>
                  <a:lnTo>
                    <a:pt x="22351" y="206628"/>
                  </a:lnTo>
                  <a:lnTo>
                    <a:pt x="19050" y="207517"/>
                  </a:lnTo>
                  <a:lnTo>
                    <a:pt x="17779" y="207898"/>
                  </a:lnTo>
                  <a:lnTo>
                    <a:pt x="16510" y="208787"/>
                  </a:lnTo>
                  <a:lnTo>
                    <a:pt x="15748" y="209930"/>
                  </a:lnTo>
                  <a:lnTo>
                    <a:pt x="12445" y="208025"/>
                  </a:lnTo>
                  <a:lnTo>
                    <a:pt x="8000" y="209041"/>
                  </a:lnTo>
                  <a:lnTo>
                    <a:pt x="6095" y="212216"/>
                  </a:lnTo>
                  <a:lnTo>
                    <a:pt x="3810" y="212089"/>
                  </a:lnTo>
                  <a:lnTo>
                    <a:pt x="1777" y="213486"/>
                  </a:lnTo>
                  <a:lnTo>
                    <a:pt x="1524" y="215645"/>
                  </a:lnTo>
                  <a:lnTo>
                    <a:pt x="1397" y="216661"/>
                  </a:lnTo>
                  <a:lnTo>
                    <a:pt x="1777" y="217804"/>
                  </a:lnTo>
                  <a:lnTo>
                    <a:pt x="2539" y="218566"/>
                  </a:lnTo>
                  <a:lnTo>
                    <a:pt x="635" y="219709"/>
                  </a:lnTo>
                  <a:lnTo>
                    <a:pt x="0" y="221995"/>
                  </a:lnTo>
                  <a:lnTo>
                    <a:pt x="1142" y="223773"/>
                  </a:lnTo>
                  <a:lnTo>
                    <a:pt x="1777" y="224789"/>
                  </a:lnTo>
                  <a:lnTo>
                    <a:pt x="2920" y="225551"/>
                  </a:lnTo>
                  <a:lnTo>
                    <a:pt x="4190" y="225551"/>
                  </a:lnTo>
                  <a:close/>
                </a:path>
                <a:path w="41275" h="235585">
                  <a:moveTo>
                    <a:pt x="23622" y="762"/>
                  </a:moveTo>
                  <a:lnTo>
                    <a:pt x="23622" y="380"/>
                  </a:lnTo>
                  <a:lnTo>
                    <a:pt x="23240" y="0"/>
                  </a:lnTo>
                  <a:lnTo>
                    <a:pt x="22860" y="0"/>
                  </a:lnTo>
                  <a:lnTo>
                    <a:pt x="22351" y="0"/>
                  </a:lnTo>
                  <a:lnTo>
                    <a:pt x="22098" y="380"/>
                  </a:lnTo>
                  <a:lnTo>
                    <a:pt x="22098" y="762"/>
                  </a:lnTo>
                  <a:lnTo>
                    <a:pt x="22098" y="1142"/>
                  </a:lnTo>
                  <a:lnTo>
                    <a:pt x="22351" y="1524"/>
                  </a:lnTo>
                  <a:lnTo>
                    <a:pt x="22860" y="1524"/>
                  </a:lnTo>
                  <a:lnTo>
                    <a:pt x="23240" y="1524"/>
                  </a:lnTo>
                  <a:lnTo>
                    <a:pt x="23622" y="1142"/>
                  </a:lnTo>
                  <a:lnTo>
                    <a:pt x="23622" y="762"/>
                  </a:lnTo>
                  <a:close/>
                </a:path>
                <a:path w="41275" h="235585">
                  <a:moveTo>
                    <a:pt x="23622" y="69087"/>
                  </a:moveTo>
                  <a:lnTo>
                    <a:pt x="23622" y="68325"/>
                  </a:lnTo>
                  <a:lnTo>
                    <a:pt x="22860" y="67563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574" y="68325"/>
                  </a:lnTo>
                  <a:lnTo>
                    <a:pt x="20574" y="69087"/>
                  </a:lnTo>
                  <a:lnTo>
                    <a:pt x="20574" y="69976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860" y="70612"/>
                  </a:lnTo>
                  <a:lnTo>
                    <a:pt x="23622" y="69976"/>
                  </a:lnTo>
                  <a:lnTo>
                    <a:pt x="23622" y="69087"/>
                  </a:lnTo>
                  <a:close/>
                </a:path>
                <a:path w="41275" h="235585">
                  <a:moveTo>
                    <a:pt x="23622" y="139064"/>
                  </a:moveTo>
                  <a:lnTo>
                    <a:pt x="23622" y="137794"/>
                  </a:lnTo>
                  <a:lnTo>
                    <a:pt x="22605" y="136778"/>
                  </a:lnTo>
                  <a:lnTo>
                    <a:pt x="21336" y="136778"/>
                  </a:lnTo>
                  <a:lnTo>
                    <a:pt x="20065" y="136778"/>
                  </a:lnTo>
                  <a:lnTo>
                    <a:pt x="19050" y="137794"/>
                  </a:lnTo>
                  <a:lnTo>
                    <a:pt x="19050" y="139064"/>
                  </a:lnTo>
                  <a:lnTo>
                    <a:pt x="19050" y="140334"/>
                  </a:lnTo>
                  <a:lnTo>
                    <a:pt x="20065" y="141350"/>
                  </a:lnTo>
                  <a:lnTo>
                    <a:pt x="21336" y="141350"/>
                  </a:lnTo>
                  <a:lnTo>
                    <a:pt x="22605" y="141350"/>
                  </a:lnTo>
                  <a:lnTo>
                    <a:pt x="23622" y="140334"/>
                  </a:lnTo>
                  <a:lnTo>
                    <a:pt x="23622" y="139064"/>
                  </a:lnTo>
                  <a:close/>
                </a:path>
                <a:path w="41275" h="235585">
                  <a:moveTo>
                    <a:pt x="4952" y="218185"/>
                  </a:moveTo>
                  <a:lnTo>
                    <a:pt x="4190" y="218185"/>
                  </a:lnTo>
                  <a:lnTo>
                    <a:pt x="3301" y="218312"/>
                  </a:lnTo>
                  <a:lnTo>
                    <a:pt x="2666" y="218693"/>
                  </a:lnTo>
                </a:path>
                <a:path w="41275" h="235585">
                  <a:moveTo>
                    <a:pt x="6985" y="212724"/>
                  </a:moveTo>
                  <a:lnTo>
                    <a:pt x="6603" y="212597"/>
                  </a:lnTo>
                  <a:lnTo>
                    <a:pt x="6350" y="212470"/>
                  </a:lnTo>
                  <a:lnTo>
                    <a:pt x="5968" y="212470"/>
                  </a:lnTo>
                </a:path>
                <a:path w="41275" h="235585">
                  <a:moveTo>
                    <a:pt x="15748" y="210057"/>
                  </a:moveTo>
                  <a:lnTo>
                    <a:pt x="15493" y="210311"/>
                  </a:lnTo>
                  <a:lnTo>
                    <a:pt x="15239" y="210692"/>
                  </a:lnTo>
                  <a:lnTo>
                    <a:pt x="15112" y="211073"/>
                  </a:lnTo>
                </a:path>
                <a:path w="41275" h="235585">
                  <a:moveTo>
                    <a:pt x="27050" y="212724"/>
                  </a:moveTo>
                  <a:lnTo>
                    <a:pt x="27050" y="212343"/>
                  </a:lnTo>
                  <a:lnTo>
                    <a:pt x="26924" y="211962"/>
                  </a:lnTo>
                  <a:lnTo>
                    <a:pt x="26797" y="211581"/>
                  </a:lnTo>
                </a:path>
                <a:path w="41275" h="235585">
                  <a:moveTo>
                    <a:pt x="31876" y="220217"/>
                  </a:moveTo>
                  <a:lnTo>
                    <a:pt x="33781" y="219455"/>
                  </a:lnTo>
                  <a:lnTo>
                    <a:pt x="34925" y="217677"/>
                  </a:lnTo>
                  <a:lnTo>
                    <a:pt x="34925" y="215772"/>
                  </a:lnTo>
                </a:path>
                <a:path w="41275" h="235585">
                  <a:moveTo>
                    <a:pt x="38988" y="225043"/>
                  </a:moveTo>
                  <a:lnTo>
                    <a:pt x="38735" y="224408"/>
                  </a:lnTo>
                  <a:lnTo>
                    <a:pt x="38226" y="223773"/>
                  </a:lnTo>
                  <a:lnTo>
                    <a:pt x="37591" y="223392"/>
                  </a:lnTo>
                </a:path>
                <a:path w="41275" h="235585">
                  <a:moveTo>
                    <a:pt x="35813" y="231393"/>
                  </a:moveTo>
                  <a:lnTo>
                    <a:pt x="35813" y="231139"/>
                  </a:lnTo>
                  <a:lnTo>
                    <a:pt x="35813" y="230885"/>
                  </a:lnTo>
                  <a:lnTo>
                    <a:pt x="35813" y="230631"/>
                  </a:lnTo>
                </a:path>
                <a:path w="41275" h="235585">
                  <a:moveTo>
                    <a:pt x="27304" y="232282"/>
                  </a:moveTo>
                  <a:lnTo>
                    <a:pt x="27431" y="232663"/>
                  </a:lnTo>
                  <a:lnTo>
                    <a:pt x="27686" y="233044"/>
                  </a:lnTo>
                  <a:lnTo>
                    <a:pt x="27939" y="233298"/>
                  </a:lnTo>
                </a:path>
                <a:path w="41275" h="235585">
                  <a:moveTo>
                    <a:pt x="20954" y="231774"/>
                  </a:moveTo>
                  <a:lnTo>
                    <a:pt x="20954" y="232155"/>
                  </a:lnTo>
                  <a:lnTo>
                    <a:pt x="21081" y="232409"/>
                  </a:lnTo>
                  <a:lnTo>
                    <a:pt x="21336" y="232663"/>
                  </a:lnTo>
                </a:path>
                <a:path w="41275" h="235585">
                  <a:moveTo>
                    <a:pt x="13462" y="231520"/>
                  </a:moveTo>
                  <a:lnTo>
                    <a:pt x="13969" y="231266"/>
                  </a:lnTo>
                  <a:lnTo>
                    <a:pt x="14350" y="231012"/>
                  </a:lnTo>
                  <a:lnTo>
                    <a:pt x="14604" y="230631"/>
                  </a:lnTo>
                </a:path>
                <a:path w="41275" h="235585">
                  <a:moveTo>
                    <a:pt x="4444" y="224789"/>
                  </a:moveTo>
                  <a:lnTo>
                    <a:pt x="4317" y="225043"/>
                  </a:lnTo>
                  <a:lnTo>
                    <a:pt x="4317" y="225424"/>
                  </a:lnTo>
                  <a:lnTo>
                    <a:pt x="4190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766693" y="3476370"/>
              <a:ext cx="41275" cy="104139"/>
            </a:xfrm>
            <a:custGeom>
              <a:avLst/>
              <a:gdLst/>
              <a:ahLst/>
              <a:cxnLst/>
              <a:rect l="l" t="t" r="r" b="b"/>
              <a:pathLst>
                <a:path w="41275" h="104139">
                  <a:moveTo>
                    <a:pt x="22212" y="103136"/>
                  </a:moveTo>
                  <a:lnTo>
                    <a:pt x="22148" y="102997"/>
                  </a:lnTo>
                  <a:lnTo>
                    <a:pt x="21869" y="102997"/>
                  </a:lnTo>
                  <a:lnTo>
                    <a:pt x="22212" y="103136"/>
                  </a:lnTo>
                  <a:close/>
                </a:path>
                <a:path w="41275" h="104139">
                  <a:moveTo>
                    <a:pt x="23749" y="1016"/>
                  </a:moveTo>
                  <a:lnTo>
                    <a:pt x="22606" y="0"/>
                  </a:lnTo>
                  <a:lnTo>
                    <a:pt x="19939" y="0"/>
                  </a:lnTo>
                  <a:lnTo>
                    <a:pt x="18923" y="1016"/>
                  </a:lnTo>
                  <a:lnTo>
                    <a:pt x="18923" y="3683"/>
                  </a:lnTo>
                  <a:lnTo>
                    <a:pt x="19939" y="4826"/>
                  </a:lnTo>
                  <a:lnTo>
                    <a:pt x="22606" y="4826"/>
                  </a:lnTo>
                  <a:lnTo>
                    <a:pt x="23749" y="3683"/>
                  </a:lnTo>
                  <a:lnTo>
                    <a:pt x="23749" y="2413"/>
                  </a:lnTo>
                  <a:lnTo>
                    <a:pt x="23749" y="1016"/>
                  </a:lnTo>
                  <a:close/>
                </a:path>
                <a:path w="41275" h="104139">
                  <a:moveTo>
                    <a:pt x="26060" y="103251"/>
                  </a:moveTo>
                  <a:lnTo>
                    <a:pt x="22542" y="103251"/>
                  </a:lnTo>
                  <a:lnTo>
                    <a:pt x="24638" y="104025"/>
                  </a:lnTo>
                  <a:lnTo>
                    <a:pt x="26060" y="103251"/>
                  </a:lnTo>
                  <a:close/>
                </a:path>
                <a:path w="41275" h="104139">
                  <a:moveTo>
                    <a:pt x="29146" y="103251"/>
                  </a:moveTo>
                  <a:lnTo>
                    <a:pt x="28930" y="102997"/>
                  </a:lnTo>
                  <a:lnTo>
                    <a:pt x="26543" y="102997"/>
                  </a:lnTo>
                  <a:lnTo>
                    <a:pt x="26060" y="103251"/>
                  </a:lnTo>
                  <a:lnTo>
                    <a:pt x="29146" y="103251"/>
                  </a:lnTo>
                  <a:close/>
                </a:path>
                <a:path w="41275" h="104139">
                  <a:moveTo>
                    <a:pt x="33172" y="103251"/>
                  </a:moveTo>
                  <a:lnTo>
                    <a:pt x="29146" y="103251"/>
                  </a:lnTo>
                  <a:lnTo>
                    <a:pt x="29591" y="103759"/>
                  </a:lnTo>
                  <a:lnTo>
                    <a:pt x="32372" y="103898"/>
                  </a:lnTo>
                  <a:lnTo>
                    <a:pt x="33172" y="103251"/>
                  </a:lnTo>
                  <a:close/>
                </a:path>
                <a:path w="41275" h="104139">
                  <a:moveTo>
                    <a:pt x="39878" y="96393"/>
                  </a:moveTo>
                  <a:lnTo>
                    <a:pt x="39268" y="93853"/>
                  </a:lnTo>
                  <a:lnTo>
                    <a:pt x="5461" y="93853"/>
                  </a:lnTo>
                  <a:lnTo>
                    <a:pt x="2895" y="93599"/>
                  </a:lnTo>
                  <a:lnTo>
                    <a:pt x="3365" y="93853"/>
                  </a:lnTo>
                  <a:lnTo>
                    <a:pt x="4191" y="93853"/>
                  </a:lnTo>
                  <a:lnTo>
                    <a:pt x="3898" y="96393"/>
                  </a:lnTo>
                  <a:lnTo>
                    <a:pt x="3810" y="97282"/>
                  </a:lnTo>
                  <a:lnTo>
                    <a:pt x="6096" y="100330"/>
                  </a:lnTo>
                  <a:lnTo>
                    <a:pt x="10375" y="100965"/>
                  </a:lnTo>
                  <a:lnTo>
                    <a:pt x="11861" y="100965"/>
                  </a:lnTo>
                  <a:lnTo>
                    <a:pt x="13462" y="100076"/>
                  </a:lnTo>
                  <a:lnTo>
                    <a:pt x="14732" y="102374"/>
                  </a:lnTo>
                  <a:lnTo>
                    <a:pt x="17653" y="103251"/>
                  </a:lnTo>
                  <a:lnTo>
                    <a:pt x="20066" y="101981"/>
                  </a:lnTo>
                  <a:lnTo>
                    <a:pt x="20447" y="101981"/>
                  </a:lnTo>
                  <a:lnTo>
                    <a:pt x="21209" y="101219"/>
                  </a:lnTo>
                  <a:lnTo>
                    <a:pt x="22148" y="102997"/>
                  </a:lnTo>
                  <a:lnTo>
                    <a:pt x="26543" y="102997"/>
                  </a:lnTo>
                  <a:lnTo>
                    <a:pt x="27178" y="102743"/>
                  </a:lnTo>
                  <a:lnTo>
                    <a:pt x="27686" y="102374"/>
                  </a:lnTo>
                  <a:lnTo>
                    <a:pt x="27876" y="101981"/>
                  </a:lnTo>
                  <a:lnTo>
                    <a:pt x="28041" y="101981"/>
                  </a:lnTo>
                  <a:lnTo>
                    <a:pt x="28930" y="102997"/>
                  </a:lnTo>
                  <a:lnTo>
                    <a:pt x="33489" y="102997"/>
                  </a:lnTo>
                  <a:lnTo>
                    <a:pt x="34747" y="101981"/>
                  </a:lnTo>
                  <a:lnTo>
                    <a:pt x="34899" y="101981"/>
                  </a:lnTo>
                  <a:lnTo>
                    <a:pt x="35331" y="101219"/>
                  </a:lnTo>
                  <a:lnTo>
                    <a:pt x="35483" y="100965"/>
                  </a:lnTo>
                  <a:lnTo>
                    <a:pt x="35687" y="100330"/>
                  </a:lnTo>
                  <a:lnTo>
                    <a:pt x="35750" y="100076"/>
                  </a:lnTo>
                  <a:lnTo>
                    <a:pt x="35814" y="99822"/>
                  </a:lnTo>
                  <a:lnTo>
                    <a:pt x="38354" y="99060"/>
                  </a:lnTo>
                  <a:lnTo>
                    <a:pt x="39878" y="96393"/>
                  </a:lnTo>
                  <a:close/>
                </a:path>
                <a:path w="41275" h="104139">
                  <a:moveTo>
                    <a:pt x="41021" y="90436"/>
                  </a:moveTo>
                  <a:lnTo>
                    <a:pt x="40627" y="87503"/>
                  </a:lnTo>
                  <a:lnTo>
                    <a:pt x="40513" y="86614"/>
                  </a:lnTo>
                  <a:lnTo>
                    <a:pt x="37846" y="84455"/>
                  </a:lnTo>
                  <a:lnTo>
                    <a:pt x="36957" y="83820"/>
                  </a:lnTo>
                  <a:lnTo>
                    <a:pt x="35941" y="83439"/>
                  </a:lnTo>
                  <a:lnTo>
                    <a:pt x="34925" y="83439"/>
                  </a:lnTo>
                  <a:lnTo>
                    <a:pt x="34925" y="80391"/>
                  </a:lnTo>
                  <a:lnTo>
                    <a:pt x="33388" y="78867"/>
                  </a:lnTo>
                  <a:lnTo>
                    <a:pt x="32512" y="77978"/>
                  </a:lnTo>
                  <a:lnTo>
                    <a:pt x="28575" y="77978"/>
                  </a:lnTo>
                  <a:lnTo>
                    <a:pt x="27686" y="78359"/>
                  </a:lnTo>
                  <a:lnTo>
                    <a:pt x="26797" y="78867"/>
                  </a:lnTo>
                  <a:lnTo>
                    <a:pt x="26276" y="77216"/>
                  </a:lnTo>
                  <a:lnTo>
                    <a:pt x="25971" y="76212"/>
                  </a:lnTo>
                  <a:lnTo>
                    <a:pt x="25895" y="75946"/>
                  </a:lnTo>
                  <a:lnTo>
                    <a:pt x="25781" y="75565"/>
                  </a:lnTo>
                  <a:lnTo>
                    <a:pt x="22352" y="73660"/>
                  </a:lnTo>
                  <a:lnTo>
                    <a:pt x="19050" y="74676"/>
                  </a:lnTo>
                  <a:lnTo>
                    <a:pt x="17780" y="75184"/>
                  </a:lnTo>
                  <a:lnTo>
                    <a:pt x="16510" y="75946"/>
                  </a:lnTo>
                  <a:lnTo>
                    <a:pt x="15748" y="77216"/>
                  </a:lnTo>
                  <a:lnTo>
                    <a:pt x="12446" y="75184"/>
                  </a:lnTo>
                  <a:lnTo>
                    <a:pt x="8001" y="76212"/>
                  </a:lnTo>
                  <a:lnTo>
                    <a:pt x="6096" y="79629"/>
                  </a:lnTo>
                  <a:lnTo>
                    <a:pt x="3632" y="79629"/>
                  </a:lnTo>
                  <a:lnTo>
                    <a:pt x="1778" y="81026"/>
                  </a:lnTo>
                  <a:lnTo>
                    <a:pt x="1524" y="83185"/>
                  </a:lnTo>
                  <a:lnTo>
                    <a:pt x="1435" y="84455"/>
                  </a:lnTo>
                  <a:lnTo>
                    <a:pt x="1778" y="85471"/>
                  </a:lnTo>
                  <a:lnTo>
                    <a:pt x="2540" y="86360"/>
                  </a:lnTo>
                  <a:lnTo>
                    <a:pt x="635" y="87503"/>
                  </a:lnTo>
                  <a:lnTo>
                    <a:pt x="0" y="89916"/>
                  </a:lnTo>
                  <a:lnTo>
                    <a:pt x="1143" y="91821"/>
                  </a:lnTo>
                  <a:lnTo>
                    <a:pt x="1841" y="93091"/>
                  </a:lnTo>
                  <a:lnTo>
                    <a:pt x="2006" y="93091"/>
                  </a:lnTo>
                  <a:lnTo>
                    <a:pt x="2451" y="93345"/>
                  </a:lnTo>
                  <a:lnTo>
                    <a:pt x="39116" y="93345"/>
                  </a:lnTo>
                  <a:lnTo>
                    <a:pt x="38989" y="93091"/>
                  </a:lnTo>
                  <a:lnTo>
                    <a:pt x="41021" y="9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766693" y="3331971"/>
              <a:ext cx="41275" cy="248920"/>
            </a:xfrm>
            <a:custGeom>
              <a:avLst/>
              <a:gdLst/>
              <a:ahLst/>
              <a:cxnLst/>
              <a:rect l="l" t="t" r="r" b="b"/>
              <a:pathLst>
                <a:path w="41275" h="248920">
                  <a:moveTo>
                    <a:pt x="4191" y="238251"/>
                  </a:moveTo>
                  <a:lnTo>
                    <a:pt x="3810" y="241680"/>
                  </a:lnTo>
                  <a:lnTo>
                    <a:pt x="6096" y="244728"/>
                  </a:lnTo>
                  <a:lnTo>
                    <a:pt x="9525" y="245237"/>
                  </a:lnTo>
                  <a:lnTo>
                    <a:pt x="10922" y="245363"/>
                  </a:lnTo>
                  <a:lnTo>
                    <a:pt x="12319" y="245110"/>
                  </a:lnTo>
                  <a:lnTo>
                    <a:pt x="13462" y="244475"/>
                  </a:lnTo>
                  <a:lnTo>
                    <a:pt x="14732" y="246761"/>
                  </a:lnTo>
                  <a:lnTo>
                    <a:pt x="17653" y="247650"/>
                  </a:lnTo>
                  <a:lnTo>
                    <a:pt x="20066" y="246379"/>
                  </a:lnTo>
                  <a:lnTo>
                    <a:pt x="20574" y="246252"/>
                  </a:lnTo>
                  <a:lnTo>
                    <a:pt x="20955" y="245872"/>
                  </a:lnTo>
                  <a:lnTo>
                    <a:pt x="21209" y="245617"/>
                  </a:lnTo>
                  <a:lnTo>
                    <a:pt x="22225" y="247523"/>
                  </a:lnTo>
                  <a:lnTo>
                    <a:pt x="24637" y="248412"/>
                  </a:lnTo>
                  <a:lnTo>
                    <a:pt x="26543" y="247395"/>
                  </a:lnTo>
                  <a:lnTo>
                    <a:pt x="27178" y="247141"/>
                  </a:lnTo>
                  <a:lnTo>
                    <a:pt x="27686" y="246761"/>
                  </a:lnTo>
                  <a:lnTo>
                    <a:pt x="27940" y="246252"/>
                  </a:lnTo>
                  <a:lnTo>
                    <a:pt x="29591" y="248157"/>
                  </a:lnTo>
                  <a:lnTo>
                    <a:pt x="35814" y="244220"/>
                  </a:lnTo>
                  <a:lnTo>
                    <a:pt x="38354" y="243458"/>
                  </a:lnTo>
                  <a:lnTo>
                    <a:pt x="39878" y="240791"/>
                  </a:lnTo>
                  <a:lnTo>
                    <a:pt x="39243" y="238125"/>
                  </a:lnTo>
                  <a:lnTo>
                    <a:pt x="39116" y="237743"/>
                  </a:lnTo>
                  <a:lnTo>
                    <a:pt x="38989" y="237489"/>
                  </a:lnTo>
                  <a:lnTo>
                    <a:pt x="41021" y="234823"/>
                  </a:lnTo>
                  <a:lnTo>
                    <a:pt x="40512" y="231012"/>
                  </a:lnTo>
                  <a:lnTo>
                    <a:pt x="37846" y="228853"/>
                  </a:lnTo>
                  <a:lnTo>
                    <a:pt x="36957" y="228218"/>
                  </a:lnTo>
                  <a:lnTo>
                    <a:pt x="35941" y="227837"/>
                  </a:lnTo>
                  <a:lnTo>
                    <a:pt x="34925" y="227711"/>
                  </a:lnTo>
                  <a:lnTo>
                    <a:pt x="34925" y="224789"/>
                  </a:lnTo>
                  <a:lnTo>
                    <a:pt x="32512" y="222376"/>
                  </a:lnTo>
                  <a:lnTo>
                    <a:pt x="29591" y="222376"/>
                  </a:lnTo>
                  <a:lnTo>
                    <a:pt x="28575" y="222376"/>
                  </a:lnTo>
                  <a:lnTo>
                    <a:pt x="27686" y="222757"/>
                  </a:lnTo>
                  <a:lnTo>
                    <a:pt x="26797" y="223265"/>
                  </a:lnTo>
                  <a:lnTo>
                    <a:pt x="25781" y="219963"/>
                  </a:lnTo>
                  <a:lnTo>
                    <a:pt x="22352" y="218058"/>
                  </a:lnTo>
                  <a:lnTo>
                    <a:pt x="19050" y="219075"/>
                  </a:lnTo>
                  <a:lnTo>
                    <a:pt x="17780" y="219582"/>
                  </a:lnTo>
                  <a:lnTo>
                    <a:pt x="16510" y="220344"/>
                  </a:lnTo>
                  <a:lnTo>
                    <a:pt x="15748" y="221614"/>
                  </a:lnTo>
                  <a:lnTo>
                    <a:pt x="12446" y="219582"/>
                  </a:lnTo>
                  <a:lnTo>
                    <a:pt x="8001" y="220599"/>
                  </a:lnTo>
                  <a:lnTo>
                    <a:pt x="6096" y="224027"/>
                  </a:lnTo>
                  <a:lnTo>
                    <a:pt x="3810" y="223900"/>
                  </a:lnTo>
                  <a:lnTo>
                    <a:pt x="1778" y="225425"/>
                  </a:lnTo>
                  <a:lnTo>
                    <a:pt x="1524" y="227583"/>
                  </a:lnTo>
                  <a:lnTo>
                    <a:pt x="1397" y="228726"/>
                  </a:lnTo>
                  <a:lnTo>
                    <a:pt x="1778" y="229869"/>
                  </a:lnTo>
                  <a:lnTo>
                    <a:pt x="2540" y="230758"/>
                  </a:lnTo>
                  <a:lnTo>
                    <a:pt x="635" y="231901"/>
                  </a:lnTo>
                  <a:lnTo>
                    <a:pt x="0" y="234314"/>
                  </a:lnTo>
                  <a:lnTo>
                    <a:pt x="1143" y="236219"/>
                  </a:lnTo>
                  <a:lnTo>
                    <a:pt x="1778" y="237362"/>
                  </a:lnTo>
                  <a:lnTo>
                    <a:pt x="2921" y="237998"/>
                  </a:lnTo>
                  <a:lnTo>
                    <a:pt x="4191" y="238125"/>
                  </a:lnTo>
                  <a:close/>
                </a:path>
                <a:path w="41275" h="248920">
                  <a:moveTo>
                    <a:pt x="23622" y="888"/>
                  </a:moveTo>
                  <a:lnTo>
                    <a:pt x="23622" y="380"/>
                  </a:lnTo>
                  <a:lnTo>
                    <a:pt x="23241" y="0"/>
                  </a:lnTo>
                  <a:lnTo>
                    <a:pt x="22860" y="0"/>
                  </a:lnTo>
                  <a:lnTo>
                    <a:pt x="22352" y="0"/>
                  </a:lnTo>
                  <a:lnTo>
                    <a:pt x="21971" y="380"/>
                  </a:lnTo>
                  <a:lnTo>
                    <a:pt x="21971" y="888"/>
                  </a:lnTo>
                  <a:lnTo>
                    <a:pt x="21971" y="1269"/>
                  </a:lnTo>
                  <a:lnTo>
                    <a:pt x="22352" y="1650"/>
                  </a:lnTo>
                  <a:lnTo>
                    <a:pt x="22860" y="1650"/>
                  </a:lnTo>
                  <a:lnTo>
                    <a:pt x="23241" y="1650"/>
                  </a:lnTo>
                  <a:lnTo>
                    <a:pt x="23622" y="1269"/>
                  </a:lnTo>
                  <a:lnTo>
                    <a:pt x="23622" y="888"/>
                  </a:lnTo>
                  <a:close/>
                </a:path>
                <a:path w="41275" h="248920">
                  <a:moveTo>
                    <a:pt x="23622" y="73025"/>
                  </a:moveTo>
                  <a:lnTo>
                    <a:pt x="23622" y="72136"/>
                  </a:lnTo>
                  <a:lnTo>
                    <a:pt x="22987" y="71374"/>
                  </a:lnTo>
                  <a:lnTo>
                    <a:pt x="22098" y="71374"/>
                  </a:lnTo>
                  <a:lnTo>
                    <a:pt x="21209" y="71374"/>
                  </a:lnTo>
                  <a:lnTo>
                    <a:pt x="20447" y="72136"/>
                  </a:lnTo>
                  <a:lnTo>
                    <a:pt x="20447" y="73025"/>
                  </a:lnTo>
                  <a:lnTo>
                    <a:pt x="20447" y="73913"/>
                  </a:lnTo>
                  <a:lnTo>
                    <a:pt x="21209" y="74675"/>
                  </a:lnTo>
                  <a:lnTo>
                    <a:pt x="22098" y="74675"/>
                  </a:lnTo>
                  <a:lnTo>
                    <a:pt x="22987" y="74675"/>
                  </a:lnTo>
                  <a:lnTo>
                    <a:pt x="23622" y="73913"/>
                  </a:lnTo>
                  <a:lnTo>
                    <a:pt x="23622" y="73025"/>
                  </a:lnTo>
                  <a:close/>
                </a:path>
                <a:path w="41275" h="248920">
                  <a:moveTo>
                    <a:pt x="23749" y="146812"/>
                  </a:moveTo>
                  <a:lnTo>
                    <a:pt x="23749" y="145414"/>
                  </a:lnTo>
                  <a:lnTo>
                    <a:pt x="22606" y="144399"/>
                  </a:lnTo>
                  <a:lnTo>
                    <a:pt x="21336" y="144399"/>
                  </a:lnTo>
                  <a:lnTo>
                    <a:pt x="19939" y="144399"/>
                  </a:lnTo>
                  <a:lnTo>
                    <a:pt x="18923" y="145414"/>
                  </a:lnTo>
                  <a:lnTo>
                    <a:pt x="18923" y="146812"/>
                  </a:lnTo>
                  <a:lnTo>
                    <a:pt x="18923" y="148081"/>
                  </a:lnTo>
                  <a:lnTo>
                    <a:pt x="19939" y="149225"/>
                  </a:lnTo>
                  <a:lnTo>
                    <a:pt x="21336" y="149225"/>
                  </a:lnTo>
                  <a:lnTo>
                    <a:pt x="22606" y="149225"/>
                  </a:lnTo>
                  <a:lnTo>
                    <a:pt x="23749" y="148081"/>
                  </a:lnTo>
                  <a:lnTo>
                    <a:pt x="23749" y="146812"/>
                  </a:lnTo>
                  <a:close/>
                </a:path>
                <a:path w="41275" h="248920">
                  <a:moveTo>
                    <a:pt x="4953" y="230377"/>
                  </a:moveTo>
                  <a:lnTo>
                    <a:pt x="4191" y="230250"/>
                  </a:lnTo>
                  <a:lnTo>
                    <a:pt x="3302" y="230504"/>
                  </a:lnTo>
                  <a:lnTo>
                    <a:pt x="2667" y="230886"/>
                  </a:lnTo>
                </a:path>
                <a:path w="41275" h="248920">
                  <a:moveTo>
                    <a:pt x="31877" y="232537"/>
                  </a:moveTo>
                  <a:lnTo>
                    <a:pt x="33782" y="231648"/>
                  </a:lnTo>
                  <a:lnTo>
                    <a:pt x="34925" y="229742"/>
                  </a:lnTo>
                  <a:lnTo>
                    <a:pt x="34925" y="227711"/>
                  </a:lnTo>
                </a:path>
                <a:path w="41275" h="248920">
                  <a:moveTo>
                    <a:pt x="38989" y="237616"/>
                  </a:moveTo>
                  <a:lnTo>
                    <a:pt x="38735" y="236981"/>
                  </a:lnTo>
                  <a:lnTo>
                    <a:pt x="38227" y="236347"/>
                  </a:lnTo>
                  <a:lnTo>
                    <a:pt x="37592" y="235838"/>
                  </a:lnTo>
                </a:path>
                <a:path w="41275" h="248920">
                  <a:moveTo>
                    <a:pt x="35814" y="244220"/>
                  </a:moveTo>
                  <a:lnTo>
                    <a:pt x="35814" y="243966"/>
                  </a:lnTo>
                  <a:lnTo>
                    <a:pt x="35814" y="243712"/>
                  </a:lnTo>
                  <a:lnTo>
                    <a:pt x="35814" y="243458"/>
                  </a:lnTo>
                </a:path>
                <a:path w="41275" h="248920">
                  <a:moveTo>
                    <a:pt x="27305" y="245237"/>
                  </a:moveTo>
                  <a:lnTo>
                    <a:pt x="27432" y="245617"/>
                  </a:lnTo>
                  <a:lnTo>
                    <a:pt x="27686" y="245999"/>
                  </a:lnTo>
                  <a:lnTo>
                    <a:pt x="27940" y="246379"/>
                  </a:lnTo>
                </a:path>
                <a:path w="41275" h="248920">
                  <a:moveTo>
                    <a:pt x="20955" y="244728"/>
                  </a:moveTo>
                  <a:lnTo>
                    <a:pt x="20955" y="245110"/>
                  </a:lnTo>
                  <a:lnTo>
                    <a:pt x="21082" y="245363"/>
                  </a:lnTo>
                  <a:lnTo>
                    <a:pt x="21336" y="245617"/>
                  </a:lnTo>
                </a:path>
                <a:path w="41275" h="248920">
                  <a:moveTo>
                    <a:pt x="13462" y="244475"/>
                  </a:moveTo>
                  <a:lnTo>
                    <a:pt x="13970" y="244220"/>
                  </a:lnTo>
                  <a:lnTo>
                    <a:pt x="14351" y="243839"/>
                  </a:lnTo>
                  <a:lnTo>
                    <a:pt x="14605" y="243458"/>
                  </a:lnTo>
                </a:path>
                <a:path w="41275" h="248920">
                  <a:moveTo>
                    <a:pt x="4445" y="237362"/>
                  </a:moveTo>
                  <a:lnTo>
                    <a:pt x="4318" y="237616"/>
                  </a:lnTo>
                  <a:lnTo>
                    <a:pt x="4318" y="237998"/>
                  </a:lnTo>
                  <a:lnTo>
                    <a:pt x="4191" y="23825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862705" y="3458717"/>
              <a:ext cx="41275" cy="28575"/>
            </a:xfrm>
            <a:custGeom>
              <a:avLst/>
              <a:gdLst/>
              <a:ahLst/>
              <a:cxnLst/>
              <a:rect l="l" t="t" r="r" b="b"/>
              <a:pathLst>
                <a:path w="41275" h="28575">
                  <a:moveTo>
                    <a:pt x="27940" y="26670"/>
                  </a:moveTo>
                  <a:lnTo>
                    <a:pt x="21547" y="26670"/>
                  </a:lnTo>
                  <a:lnTo>
                    <a:pt x="22225" y="27940"/>
                  </a:lnTo>
                  <a:lnTo>
                    <a:pt x="24637" y="28575"/>
                  </a:lnTo>
                  <a:lnTo>
                    <a:pt x="26543" y="27686"/>
                  </a:lnTo>
                  <a:lnTo>
                    <a:pt x="27178" y="27432"/>
                  </a:lnTo>
                  <a:lnTo>
                    <a:pt x="27516" y="27178"/>
                  </a:lnTo>
                  <a:lnTo>
                    <a:pt x="27940" y="26670"/>
                  </a:lnTo>
                  <a:close/>
                </a:path>
                <a:path w="41275" h="28575">
                  <a:moveTo>
                    <a:pt x="34747" y="26670"/>
                  </a:moveTo>
                  <a:lnTo>
                    <a:pt x="27940" y="26670"/>
                  </a:lnTo>
                  <a:lnTo>
                    <a:pt x="29591" y="28321"/>
                  </a:lnTo>
                  <a:lnTo>
                    <a:pt x="32385" y="28575"/>
                  </a:lnTo>
                  <a:lnTo>
                    <a:pt x="34747" y="26670"/>
                  </a:lnTo>
                  <a:close/>
                </a:path>
                <a:path w="41275" h="28575">
                  <a:moveTo>
                    <a:pt x="35750" y="24892"/>
                  </a:moveTo>
                  <a:lnTo>
                    <a:pt x="13462" y="24892"/>
                  </a:lnTo>
                  <a:lnTo>
                    <a:pt x="14732" y="27178"/>
                  </a:lnTo>
                  <a:lnTo>
                    <a:pt x="17653" y="27940"/>
                  </a:lnTo>
                  <a:lnTo>
                    <a:pt x="20308" y="26670"/>
                  </a:lnTo>
                  <a:lnTo>
                    <a:pt x="21547" y="26670"/>
                  </a:lnTo>
                  <a:lnTo>
                    <a:pt x="21209" y="26035"/>
                  </a:lnTo>
                  <a:lnTo>
                    <a:pt x="35306" y="26035"/>
                  </a:lnTo>
                  <a:lnTo>
                    <a:pt x="35475" y="25781"/>
                  </a:lnTo>
                  <a:lnTo>
                    <a:pt x="35687" y="25146"/>
                  </a:lnTo>
                  <a:lnTo>
                    <a:pt x="35750" y="24892"/>
                  </a:lnTo>
                  <a:close/>
                </a:path>
                <a:path w="41275" h="28575">
                  <a:moveTo>
                    <a:pt x="35306" y="26035"/>
                  </a:moveTo>
                  <a:lnTo>
                    <a:pt x="21336" y="26035"/>
                  </a:lnTo>
                  <a:lnTo>
                    <a:pt x="20383" y="26670"/>
                  </a:lnTo>
                  <a:lnTo>
                    <a:pt x="34882" y="26670"/>
                  </a:lnTo>
                  <a:lnTo>
                    <a:pt x="35306" y="26035"/>
                  </a:lnTo>
                  <a:close/>
                </a:path>
                <a:path w="41275" h="28575">
                  <a:moveTo>
                    <a:pt x="4889" y="5587"/>
                  </a:moveTo>
                  <a:lnTo>
                    <a:pt x="3625" y="5587"/>
                  </a:lnTo>
                  <a:lnTo>
                    <a:pt x="1778" y="6858"/>
                  </a:lnTo>
                  <a:lnTo>
                    <a:pt x="1508" y="9144"/>
                  </a:lnTo>
                  <a:lnTo>
                    <a:pt x="1439" y="10160"/>
                  </a:lnTo>
                  <a:lnTo>
                    <a:pt x="1778" y="11176"/>
                  </a:lnTo>
                  <a:lnTo>
                    <a:pt x="2540" y="11937"/>
                  </a:lnTo>
                  <a:lnTo>
                    <a:pt x="635" y="13081"/>
                  </a:lnTo>
                  <a:lnTo>
                    <a:pt x="0" y="15367"/>
                  </a:lnTo>
                  <a:lnTo>
                    <a:pt x="1778" y="18161"/>
                  </a:lnTo>
                  <a:lnTo>
                    <a:pt x="2923" y="18924"/>
                  </a:lnTo>
                  <a:lnTo>
                    <a:pt x="4190" y="18924"/>
                  </a:lnTo>
                  <a:lnTo>
                    <a:pt x="3897" y="21462"/>
                  </a:lnTo>
                  <a:lnTo>
                    <a:pt x="3810" y="22225"/>
                  </a:lnTo>
                  <a:lnTo>
                    <a:pt x="6096" y="25146"/>
                  </a:lnTo>
                  <a:lnTo>
                    <a:pt x="10382" y="25781"/>
                  </a:lnTo>
                  <a:lnTo>
                    <a:pt x="11861" y="25781"/>
                  </a:lnTo>
                  <a:lnTo>
                    <a:pt x="13462" y="24892"/>
                  </a:lnTo>
                  <a:lnTo>
                    <a:pt x="35750" y="24892"/>
                  </a:lnTo>
                  <a:lnTo>
                    <a:pt x="35814" y="24637"/>
                  </a:lnTo>
                  <a:lnTo>
                    <a:pt x="38354" y="24003"/>
                  </a:lnTo>
                  <a:lnTo>
                    <a:pt x="39878" y="21462"/>
                  </a:lnTo>
                  <a:lnTo>
                    <a:pt x="39243" y="18924"/>
                  </a:lnTo>
                  <a:lnTo>
                    <a:pt x="39116" y="18542"/>
                  </a:lnTo>
                  <a:lnTo>
                    <a:pt x="41021" y="15875"/>
                  </a:lnTo>
                  <a:lnTo>
                    <a:pt x="40635" y="13081"/>
                  </a:lnTo>
                  <a:lnTo>
                    <a:pt x="40512" y="12192"/>
                  </a:lnTo>
                  <a:lnTo>
                    <a:pt x="37846" y="10160"/>
                  </a:lnTo>
                  <a:lnTo>
                    <a:pt x="36957" y="9525"/>
                  </a:lnTo>
                  <a:lnTo>
                    <a:pt x="35941" y="9144"/>
                  </a:lnTo>
                  <a:lnTo>
                    <a:pt x="34925" y="9144"/>
                  </a:lnTo>
                  <a:lnTo>
                    <a:pt x="34925" y="6223"/>
                  </a:lnTo>
                  <a:lnTo>
                    <a:pt x="34357" y="5715"/>
                  </a:lnTo>
                  <a:lnTo>
                    <a:pt x="5969" y="5715"/>
                  </a:lnTo>
                  <a:lnTo>
                    <a:pt x="4889" y="5587"/>
                  </a:lnTo>
                  <a:close/>
                </a:path>
                <a:path w="41275" h="28575">
                  <a:moveTo>
                    <a:pt x="12446" y="1397"/>
                  </a:moveTo>
                  <a:lnTo>
                    <a:pt x="8000" y="2412"/>
                  </a:lnTo>
                  <a:lnTo>
                    <a:pt x="6096" y="5587"/>
                  </a:lnTo>
                  <a:lnTo>
                    <a:pt x="5969" y="5715"/>
                  </a:lnTo>
                  <a:lnTo>
                    <a:pt x="34357" y="5715"/>
                  </a:lnTo>
                  <a:lnTo>
                    <a:pt x="33363" y="4826"/>
                  </a:lnTo>
                  <a:lnTo>
                    <a:pt x="26797" y="4826"/>
                  </a:lnTo>
                  <a:lnTo>
                    <a:pt x="26289" y="3302"/>
                  </a:lnTo>
                  <a:lnTo>
                    <a:pt x="15748" y="3302"/>
                  </a:lnTo>
                  <a:lnTo>
                    <a:pt x="12446" y="1397"/>
                  </a:lnTo>
                  <a:close/>
                </a:path>
                <a:path w="41275" h="28575">
                  <a:moveTo>
                    <a:pt x="32512" y="4064"/>
                  </a:moveTo>
                  <a:lnTo>
                    <a:pt x="28575" y="4064"/>
                  </a:lnTo>
                  <a:lnTo>
                    <a:pt x="27686" y="4318"/>
                  </a:lnTo>
                  <a:lnTo>
                    <a:pt x="26797" y="4826"/>
                  </a:lnTo>
                  <a:lnTo>
                    <a:pt x="33363" y="4826"/>
                  </a:lnTo>
                  <a:lnTo>
                    <a:pt x="32512" y="4064"/>
                  </a:lnTo>
                  <a:close/>
                </a:path>
                <a:path w="41275" h="28575">
                  <a:moveTo>
                    <a:pt x="22352" y="0"/>
                  </a:moveTo>
                  <a:lnTo>
                    <a:pt x="19050" y="889"/>
                  </a:lnTo>
                  <a:lnTo>
                    <a:pt x="17356" y="1397"/>
                  </a:lnTo>
                  <a:lnTo>
                    <a:pt x="17598" y="1397"/>
                  </a:lnTo>
                  <a:lnTo>
                    <a:pt x="16510" y="2159"/>
                  </a:lnTo>
                  <a:lnTo>
                    <a:pt x="15748" y="3302"/>
                  </a:lnTo>
                  <a:lnTo>
                    <a:pt x="26289" y="3302"/>
                  </a:lnTo>
                  <a:lnTo>
                    <a:pt x="25992" y="2412"/>
                  </a:lnTo>
                  <a:lnTo>
                    <a:pt x="25908" y="2159"/>
                  </a:lnTo>
                  <a:lnTo>
                    <a:pt x="25781" y="1778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862705" y="3252088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1" y="225678"/>
                  </a:moveTo>
                  <a:lnTo>
                    <a:pt x="3810" y="228853"/>
                  </a:lnTo>
                  <a:lnTo>
                    <a:pt x="6096" y="231775"/>
                  </a:lnTo>
                  <a:lnTo>
                    <a:pt x="9525" y="232283"/>
                  </a:lnTo>
                  <a:lnTo>
                    <a:pt x="10922" y="232410"/>
                  </a:lnTo>
                  <a:lnTo>
                    <a:pt x="12319" y="232156"/>
                  </a:lnTo>
                  <a:lnTo>
                    <a:pt x="13462" y="231521"/>
                  </a:lnTo>
                  <a:lnTo>
                    <a:pt x="14732" y="233807"/>
                  </a:lnTo>
                  <a:lnTo>
                    <a:pt x="21209" y="232663"/>
                  </a:lnTo>
                  <a:lnTo>
                    <a:pt x="22225" y="234569"/>
                  </a:lnTo>
                  <a:lnTo>
                    <a:pt x="24637" y="235203"/>
                  </a:lnTo>
                  <a:lnTo>
                    <a:pt x="26543" y="234314"/>
                  </a:lnTo>
                  <a:lnTo>
                    <a:pt x="27178" y="234061"/>
                  </a:lnTo>
                  <a:lnTo>
                    <a:pt x="27686" y="233680"/>
                  </a:lnTo>
                  <a:lnTo>
                    <a:pt x="27940" y="233299"/>
                  </a:lnTo>
                  <a:lnTo>
                    <a:pt x="29591" y="234950"/>
                  </a:lnTo>
                  <a:lnTo>
                    <a:pt x="35814" y="231266"/>
                  </a:lnTo>
                  <a:lnTo>
                    <a:pt x="38354" y="230632"/>
                  </a:lnTo>
                  <a:lnTo>
                    <a:pt x="39878" y="228091"/>
                  </a:lnTo>
                  <a:lnTo>
                    <a:pt x="39243" y="225551"/>
                  </a:lnTo>
                  <a:lnTo>
                    <a:pt x="39116" y="225171"/>
                  </a:lnTo>
                  <a:lnTo>
                    <a:pt x="41021" y="222503"/>
                  </a:lnTo>
                  <a:lnTo>
                    <a:pt x="40512" y="218821"/>
                  </a:lnTo>
                  <a:lnTo>
                    <a:pt x="37846" y="216788"/>
                  </a:lnTo>
                  <a:lnTo>
                    <a:pt x="36957" y="216153"/>
                  </a:lnTo>
                  <a:lnTo>
                    <a:pt x="35941" y="215773"/>
                  </a:lnTo>
                  <a:lnTo>
                    <a:pt x="34925" y="215646"/>
                  </a:lnTo>
                  <a:lnTo>
                    <a:pt x="34925" y="212851"/>
                  </a:lnTo>
                  <a:lnTo>
                    <a:pt x="32512" y="210693"/>
                  </a:lnTo>
                  <a:lnTo>
                    <a:pt x="29591" y="210693"/>
                  </a:lnTo>
                  <a:lnTo>
                    <a:pt x="28575" y="210693"/>
                  </a:lnTo>
                  <a:lnTo>
                    <a:pt x="27686" y="210947"/>
                  </a:lnTo>
                  <a:lnTo>
                    <a:pt x="26797" y="211455"/>
                  </a:lnTo>
                  <a:lnTo>
                    <a:pt x="25781" y="208407"/>
                  </a:lnTo>
                  <a:lnTo>
                    <a:pt x="22352" y="206628"/>
                  </a:lnTo>
                  <a:lnTo>
                    <a:pt x="19050" y="207518"/>
                  </a:lnTo>
                  <a:lnTo>
                    <a:pt x="17780" y="207899"/>
                  </a:lnTo>
                  <a:lnTo>
                    <a:pt x="16510" y="208787"/>
                  </a:lnTo>
                  <a:lnTo>
                    <a:pt x="15748" y="209931"/>
                  </a:lnTo>
                  <a:lnTo>
                    <a:pt x="12446" y="208025"/>
                  </a:lnTo>
                  <a:lnTo>
                    <a:pt x="8000" y="209041"/>
                  </a:lnTo>
                  <a:lnTo>
                    <a:pt x="6096" y="212216"/>
                  </a:lnTo>
                  <a:lnTo>
                    <a:pt x="5969" y="212344"/>
                  </a:lnTo>
                  <a:lnTo>
                    <a:pt x="3810" y="212089"/>
                  </a:lnTo>
                  <a:lnTo>
                    <a:pt x="1778" y="213487"/>
                  </a:lnTo>
                  <a:lnTo>
                    <a:pt x="1524" y="215646"/>
                  </a:lnTo>
                  <a:lnTo>
                    <a:pt x="1397" y="216662"/>
                  </a:lnTo>
                  <a:lnTo>
                    <a:pt x="1778" y="217805"/>
                  </a:lnTo>
                  <a:lnTo>
                    <a:pt x="2540" y="218566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8" y="224789"/>
                  </a:lnTo>
                  <a:lnTo>
                    <a:pt x="2921" y="225551"/>
                  </a:lnTo>
                  <a:lnTo>
                    <a:pt x="4191" y="225551"/>
                  </a:lnTo>
                  <a:close/>
                </a:path>
                <a:path w="41275" h="235585">
                  <a:moveTo>
                    <a:pt x="23622" y="762"/>
                  </a:moveTo>
                  <a:lnTo>
                    <a:pt x="23622" y="381"/>
                  </a:lnTo>
                  <a:lnTo>
                    <a:pt x="23241" y="0"/>
                  </a:lnTo>
                  <a:lnTo>
                    <a:pt x="22860" y="0"/>
                  </a:lnTo>
                  <a:lnTo>
                    <a:pt x="22352" y="0"/>
                  </a:lnTo>
                  <a:lnTo>
                    <a:pt x="22098" y="381"/>
                  </a:lnTo>
                  <a:lnTo>
                    <a:pt x="22098" y="762"/>
                  </a:lnTo>
                  <a:lnTo>
                    <a:pt x="22098" y="1143"/>
                  </a:lnTo>
                  <a:lnTo>
                    <a:pt x="22352" y="1524"/>
                  </a:lnTo>
                  <a:lnTo>
                    <a:pt x="22860" y="1524"/>
                  </a:lnTo>
                  <a:lnTo>
                    <a:pt x="23241" y="1524"/>
                  </a:lnTo>
                  <a:lnTo>
                    <a:pt x="23622" y="1143"/>
                  </a:lnTo>
                  <a:lnTo>
                    <a:pt x="23622" y="762"/>
                  </a:lnTo>
                  <a:close/>
                </a:path>
                <a:path w="41275" h="235585">
                  <a:moveTo>
                    <a:pt x="23622" y="69087"/>
                  </a:moveTo>
                  <a:lnTo>
                    <a:pt x="23622" y="68325"/>
                  </a:lnTo>
                  <a:lnTo>
                    <a:pt x="22860" y="67563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574" y="68325"/>
                  </a:lnTo>
                  <a:lnTo>
                    <a:pt x="20574" y="69087"/>
                  </a:lnTo>
                  <a:lnTo>
                    <a:pt x="20574" y="69976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860" y="70612"/>
                  </a:lnTo>
                  <a:lnTo>
                    <a:pt x="23622" y="69976"/>
                  </a:lnTo>
                  <a:lnTo>
                    <a:pt x="23622" y="69087"/>
                  </a:lnTo>
                  <a:close/>
                </a:path>
                <a:path w="41275" h="235585">
                  <a:moveTo>
                    <a:pt x="23622" y="139064"/>
                  </a:moveTo>
                  <a:lnTo>
                    <a:pt x="23622" y="137795"/>
                  </a:lnTo>
                  <a:lnTo>
                    <a:pt x="22606" y="136778"/>
                  </a:lnTo>
                  <a:lnTo>
                    <a:pt x="21336" y="136778"/>
                  </a:lnTo>
                  <a:lnTo>
                    <a:pt x="20066" y="136778"/>
                  </a:lnTo>
                  <a:lnTo>
                    <a:pt x="19050" y="137795"/>
                  </a:lnTo>
                  <a:lnTo>
                    <a:pt x="19050" y="139064"/>
                  </a:lnTo>
                  <a:lnTo>
                    <a:pt x="19050" y="140335"/>
                  </a:lnTo>
                  <a:lnTo>
                    <a:pt x="20066" y="141350"/>
                  </a:lnTo>
                  <a:lnTo>
                    <a:pt x="21336" y="141350"/>
                  </a:lnTo>
                  <a:lnTo>
                    <a:pt x="22606" y="141350"/>
                  </a:lnTo>
                  <a:lnTo>
                    <a:pt x="23622" y="140335"/>
                  </a:lnTo>
                  <a:lnTo>
                    <a:pt x="23622" y="139064"/>
                  </a:lnTo>
                  <a:close/>
                </a:path>
                <a:path w="41275" h="235585">
                  <a:moveTo>
                    <a:pt x="4953" y="218186"/>
                  </a:moveTo>
                  <a:lnTo>
                    <a:pt x="4191" y="218186"/>
                  </a:lnTo>
                  <a:lnTo>
                    <a:pt x="3302" y="218312"/>
                  </a:lnTo>
                  <a:lnTo>
                    <a:pt x="2667" y="218694"/>
                  </a:lnTo>
                </a:path>
                <a:path w="41275" h="235585">
                  <a:moveTo>
                    <a:pt x="6985" y="212598"/>
                  </a:moveTo>
                  <a:lnTo>
                    <a:pt x="6604" y="212598"/>
                  </a:lnTo>
                  <a:lnTo>
                    <a:pt x="6350" y="212471"/>
                  </a:lnTo>
                  <a:lnTo>
                    <a:pt x="5969" y="212471"/>
                  </a:lnTo>
                </a:path>
                <a:path w="41275" h="235585">
                  <a:moveTo>
                    <a:pt x="15748" y="210058"/>
                  </a:moveTo>
                  <a:lnTo>
                    <a:pt x="15494" y="210312"/>
                  </a:lnTo>
                  <a:lnTo>
                    <a:pt x="15240" y="210693"/>
                  </a:lnTo>
                  <a:lnTo>
                    <a:pt x="15112" y="211074"/>
                  </a:lnTo>
                </a:path>
                <a:path w="41275" h="235585">
                  <a:moveTo>
                    <a:pt x="27050" y="212725"/>
                  </a:moveTo>
                  <a:lnTo>
                    <a:pt x="27050" y="212344"/>
                  </a:lnTo>
                  <a:lnTo>
                    <a:pt x="26924" y="211962"/>
                  </a:lnTo>
                  <a:lnTo>
                    <a:pt x="26797" y="211582"/>
                  </a:lnTo>
                </a:path>
                <a:path w="41275" h="235585">
                  <a:moveTo>
                    <a:pt x="31877" y="220218"/>
                  </a:moveTo>
                  <a:lnTo>
                    <a:pt x="33782" y="219456"/>
                  </a:lnTo>
                  <a:lnTo>
                    <a:pt x="34925" y="217677"/>
                  </a:lnTo>
                  <a:lnTo>
                    <a:pt x="34925" y="215773"/>
                  </a:lnTo>
                </a:path>
                <a:path w="41275" h="235585">
                  <a:moveTo>
                    <a:pt x="38989" y="225044"/>
                  </a:moveTo>
                  <a:lnTo>
                    <a:pt x="38735" y="224409"/>
                  </a:lnTo>
                  <a:lnTo>
                    <a:pt x="38227" y="223774"/>
                  </a:lnTo>
                  <a:lnTo>
                    <a:pt x="37592" y="223393"/>
                  </a:lnTo>
                </a:path>
                <a:path w="41275" h="235585">
                  <a:moveTo>
                    <a:pt x="35814" y="231394"/>
                  </a:moveTo>
                  <a:lnTo>
                    <a:pt x="35814" y="231139"/>
                  </a:lnTo>
                  <a:lnTo>
                    <a:pt x="35814" y="230886"/>
                  </a:lnTo>
                  <a:lnTo>
                    <a:pt x="35814" y="230632"/>
                  </a:lnTo>
                </a:path>
                <a:path w="41275" h="235585">
                  <a:moveTo>
                    <a:pt x="27305" y="232283"/>
                  </a:moveTo>
                  <a:lnTo>
                    <a:pt x="27432" y="232663"/>
                  </a:lnTo>
                  <a:lnTo>
                    <a:pt x="27686" y="233045"/>
                  </a:lnTo>
                  <a:lnTo>
                    <a:pt x="27940" y="233299"/>
                  </a:lnTo>
                </a:path>
                <a:path w="41275" h="235585">
                  <a:moveTo>
                    <a:pt x="20955" y="231775"/>
                  </a:moveTo>
                  <a:lnTo>
                    <a:pt x="20955" y="232156"/>
                  </a:lnTo>
                  <a:lnTo>
                    <a:pt x="21082" y="232410"/>
                  </a:lnTo>
                  <a:lnTo>
                    <a:pt x="21336" y="232663"/>
                  </a:lnTo>
                </a:path>
                <a:path w="41275" h="235585">
                  <a:moveTo>
                    <a:pt x="13462" y="231521"/>
                  </a:moveTo>
                  <a:lnTo>
                    <a:pt x="13970" y="231266"/>
                  </a:lnTo>
                  <a:lnTo>
                    <a:pt x="14350" y="231012"/>
                  </a:lnTo>
                  <a:lnTo>
                    <a:pt x="14605" y="230632"/>
                  </a:lnTo>
                </a:path>
                <a:path w="41275" h="235585">
                  <a:moveTo>
                    <a:pt x="4445" y="224789"/>
                  </a:moveTo>
                  <a:lnTo>
                    <a:pt x="4318" y="225044"/>
                  </a:lnTo>
                  <a:lnTo>
                    <a:pt x="4318" y="225425"/>
                  </a:lnTo>
                  <a:lnTo>
                    <a:pt x="4191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954907" y="3447668"/>
              <a:ext cx="5080" cy="74295"/>
            </a:xfrm>
            <a:custGeom>
              <a:avLst/>
              <a:gdLst/>
              <a:ahLst/>
              <a:cxnLst/>
              <a:rect l="l" t="t" r="r" b="b"/>
              <a:pathLst>
                <a:path w="5079" h="74295">
                  <a:moveTo>
                    <a:pt x="4572" y="70231"/>
                  </a:moveTo>
                  <a:lnTo>
                    <a:pt x="3556" y="69215"/>
                  </a:lnTo>
                  <a:lnTo>
                    <a:pt x="1016" y="69215"/>
                  </a:lnTo>
                  <a:lnTo>
                    <a:pt x="0" y="70231"/>
                  </a:lnTo>
                  <a:lnTo>
                    <a:pt x="0" y="72771"/>
                  </a:lnTo>
                  <a:lnTo>
                    <a:pt x="1016" y="73787"/>
                  </a:lnTo>
                  <a:lnTo>
                    <a:pt x="3556" y="73787"/>
                  </a:lnTo>
                  <a:lnTo>
                    <a:pt x="4572" y="72771"/>
                  </a:lnTo>
                  <a:lnTo>
                    <a:pt x="4572" y="71501"/>
                  </a:lnTo>
                  <a:lnTo>
                    <a:pt x="4572" y="70231"/>
                  </a:lnTo>
                  <a:close/>
                </a:path>
                <a:path w="5079" h="74295">
                  <a:moveTo>
                    <a:pt x="4572" y="762"/>
                  </a:moveTo>
                  <a:lnTo>
                    <a:pt x="3810" y="0"/>
                  </a:lnTo>
                  <a:lnTo>
                    <a:pt x="2159" y="0"/>
                  </a:lnTo>
                  <a:lnTo>
                    <a:pt x="1524" y="762"/>
                  </a:lnTo>
                  <a:lnTo>
                    <a:pt x="1524" y="2413"/>
                  </a:lnTo>
                  <a:lnTo>
                    <a:pt x="2159" y="3048"/>
                  </a:lnTo>
                  <a:lnTo>
                    <a:pt x="3810" y="3048"/>
                  </a:lnTo>
                  <a:lnTo>
                    <a:pt x="4572" y="2413"/>
                  </a:lnTo>
                  <a:lnTo>
                    <a:pt x="4572" y="1524"/>
                  </a:lnTo>
                  <a:lnTo>
                    <a:pt x="4572" y="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3935856" y="3380104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9"/>
                  </a:moveTo>
                  <a:lnTo>
                    <a:pt x="3809" y="228854"/>
                  </a:lnTo>
                  <a:lnTo>
                    <a:pt x="6095" y="231775"/>
                  </a:lnTo>
                  <a:lnTo>
                    <a:pt x="9525" y="232283"/>
                  </a:lnTo>
                  <a:lnTo>
                    <a:pt x="10921" y="232410"/>
                  </a:lnTo>
                  <a:lnTo>
                    <a:pt x="12318" y="232156"/>
                  </a:lnTo>
                  <a:lnTo>
                    <a:pt x="13462" y="231521"/>
                  </a:lnTo>
                  <a:lnTo>
                    <a:pt x="14731" y="233807"/>
                  </a:lnTo>
                  <a:lnTo>
                    <a:pt x="21208" y="232664"/>
                  </a:lnTo>
                  <a:lnTo>
                    <a:pt x="22225" y="234569"/>
                  </a:lnTo>
                  <a:lnTo>
                    <a:pt x="24637" y="235204"/>
                  </a:lnTo>
                  <a:lnTo>
                    <a:pt x="26542" y="234315"/>
                  </a:lnTo>
                  <a:lnTo>
                    <a:pt x="27177" y="234061"/>
                  </a:lnTo>
                  <a:lnTo>
                    <a:pt x="27685" y="233680"/>
                  </a:lnTo>
                  <a:lnTo>
                    <a:pt x="27939" y="233299"/>
                  </a:lnTo>
                  <a:lnTo>
                    <a:pt x="29590" y="234950"/>
                  </a:lnTo>
                  <a:lnTo>
                    <a:pt x="35813" y="231267"/>
                  </a:lnTo>
                  <a:lnTo>
                    <a:pt x="38353" y="230632"/>
                  </a:lnTo>
                  <a:lnTo>
                    <a:pt x="39877" y="228092"/>
                  </a:lnTo>
                  <a:lnTo>
                    <a:pt x="39242" y="225552"/>
                  </a:lnTo>
                  <a:lnTo>
                    <a:pt x="39115" y="225425"/>
                  </a:lnTo>
                  <a:lnTo>
                    <a:pt x="39115" y="225171"/>
                  </a:lnTo>
                  <a:lnTo>
                    <a:pt x="41020" y="222504"/>
                  </a:lnTo>
                  <a:lnTo>
                    <a:pt x="40512" y="218821"/>
                  </a:lnTo>
                  <a:lnTo>
                    <a:pt x="37845" y="216789"/>
                  </a:lnTo>
                  <a:lnTo>
                    <a:pt x="36956" y="216154"/>
                  </a:lnTo>
                  <a:lnTo>
                    <a:pt x="35940" y="215773"/>
                  </a:lnTo>
                  <a:lnTo>
                    <a:pt x="34925" y="215646"/>
                  </a:lnTo>
                  <a:lnTo>
                    <a:pt x="34925" y="212852"/>
                  </a:lnTo>
                  <a:lnTo>
                    <a:pt x="32512" y="210693"/>
                  </a:lnTo>
                  <a:lnTo>
                    <a:pt x="29590" y="210693"/>
                  </a:lnTo>
                  <a:lnTo>
                    <a:pt x="28575" y="210693"/>
                  </a:lnTo>
                  <a:lnTo>
                    <a:pt x="27685" y="210947"/>
                  </a:lnTo>
                  <a:lnTo>
                    <a:pt x="26796" y="211455"/>
                  </a:lnTo>
                  <a:lnTo>
                    <a:pt x="25780" y="208407"/>
                  </a:lnTo>
                  <a:lnTo>
                    <a:pt x="22351" y="206629"/>
                  </a:lnTo>
                  <a:lnTo>
                    <a:pt x="19050" y="207518"/>
                  </a:lnTo>
                  <a:lnTo>
                    <a:pt x="17779" y="207899"/>
                  </a:lnTo>
                  <a:lnTo>
                    <a:pt x="16509" y="208787"/>
                  </a:lnTo>
                  <a:lnTo>
                    <a:pt x="15747" y="209931"/>
                  </a:lnTo>
                  <a:lnTo>
                    <a:pt x="12445" y="208025"/>
                  </a:lnTo>
                  <a:lnTo>
                    <a:pt x="8000" y="209042"/>
                  </a:lnTo>
                  <a:lnTo>
                    <a:pt x="6095" y="212217"/>
                  </a:lnTo>
                  <a:lnTo>
                    <a:pt x="3809" y="212090"/>
                  </a:lnTo>
                  <a:lnTo>
                    <a:pt x="1777" y="213487"/>
                  </a:lnTo>
                  <a:lnTo>
                    <a:pt x="1523" y="215646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2" y="223774"/>
                  </a:lnTo>
                  <a:lnTo>
                    <a:pt x="1777" y="224790"/>
                  </a:lnTo>
                  <a:lnTo>
                    <a:pt x="2920" y="225552"/>
                  </a:lnTo>
                  <a:lnTo>
                    <a:pt x="4190" y="225552"/>
                  </a:lnTo>
                  <a:close/>
                </a:path>
                <a:path w="41275" h="235585">
                  <a:moveTo>
                    <a:pt x="23621" y="762"/>
                  </a:moveTo>
                  <a:lnTo>
                    <a:pt x="23621" y="381"/>
                  </a:lnTo>
                  <a:lnTo>
                    <a:pt x="23240" y="0"/>
                  </a:lnTo>
                  <a:lnTo>
                    <a:pt x="22859" y="0"/>
                  </a:lnTo>
                  <a:lnTo>
                    <a:pt x="22351" y="0"/>
                  </a:lnTo>
                  <a:lnTo>
                    <a:pt x="22097" y="381"/>
                  </a:lnTo>
                  <a:lnTo>
                    <a:pt x="22097" y="762"/>
                  </a:lnTo>
                  <a:lnTo>
                    <a:pt x="22097" y="1143"/>
                  </a:lnTo>
                  <a:lnTo>
                    <a:pt x="22351" y="1524"/>
                  </a:lnTo>
                  <a:lnTo>
                    <a:pt x="22859" y="1524"/>
                  </a:lnTo>
                  <a:lnTo>
                    <a:pt x="23240" y="1524"/>
                  </a:lnTo>
                  <a:lnTo>
                    <a:pt x="23621" y="1143"/>
                  </a:lnTo>
                  <a:lnTo>
                    <a:pt x="23621" y="762"/>
                  </a:lnTo>
                  <a:close/>
                </a:path>
                <a:path w="41275" h="235585">
                  <a:moveTo>
                    <a:pt x="23621" y="69087"/>
                  </a:moveTo>
                  <a:lnTo>
                    <a:pt x="23621" y="68325"/>
                  </a:lnTo>
                  <a:lnTo>
                    <a:pt x="22859" y="67564"/>
                  </a:lnTo>
                  <a:lnTo>
                    <a:pt x="22097" y="67564"/>
                  </a:lnTo>
                  <a:lnTo>
                    <a:pt x="21208" y="67564"/>
                  </a:lnTo>
                  <a:lnTo>
                    <a:pt x="20573" y="68325"/>
                  </a:lnTo>
                  <a:lnTo>
                    <a:pt x="20573" y="69087"/>
                  </a:lnTo>
                  <a:lnTo>
                    <a:pt x="20573" y="69977"/>
                  </a:lnTo>
                  <a:lnTo>
                    <a:pt x="21208" y="70612"/>
                  </a:lnTo>
                  <a:lnTo>
                    <a:pt x="22097" y="70612"/>
                  </a:lnTo>
                  <a:lnTo>
                    <a:pt x="22859" y="70612"/>
                  </a:lnTo>
                  <a:lnTo>
                    <a:pt x="23621" y="69977"/>
                  </a:lnTo>
                  <a:lnTo>
                    <a:pt x="23621" y="69087"/>
                  </a:lnTo>
                  <a:close/>
                </a:path>
                <a:path w="41275" h="235585">
                  <a:moveTo>
                    <a:pt x="23621" y="139065"/>
                  </a:moveTo>
                  <a:lnTo>
                    <a:pt x="23621" y="137795"/>
                  </a:lnTo>
                  <a:lnTo>
                    <a:pt x="22605" y="136779"/>
                  </a:lnTo>
                  <a:lnTo>
                    <a:pt x="21335" y="136779"/>
                  </a:lnTo>
                  <a:lnTo>
                    <a:pt x="20065" y="136779"/>
                  </a:lnTo>
                  <a:lnTo>
                    <a:pt x="19050" y="137795"/>
                  </a:lnTo>
                  <a:lnTo>
                    <a:pt x="19050" y="139065"/>
                  </a:lnTo>
                  <a:lnTo>
                    <a:pt x="19050" y="140335"/>
                  </a:lnTo>
                  <a:lnTo>
                    <a:pt x="20065" y="141350"/>
                  </a:lnTo>
                  <a:lnTo>
                    <a:pt x="21335" y="141350"/>
                  </a:lnTo>
                  <a:lnTo>
                    <a:pt x="22605" y="141350"/>
                  </a:lnTo>
                  <a:lnTo>
                    <a:pt x="23621" y="140335"/>
                  </a:lnTo>
                  <a:lnTo>
                    <a:pt x="23621" y="139065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3957955" y="3486784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4" h="1904">
                  <a:moveTo>
                    <a:pt x="1143" y="0"/>
                  </a:moveTo>
                  <a:lnTo>
                    <a:pt x="254" y="0"/>
                  </a:lnTo>
                  <a:lnTo>
                    <a:pt x="0" y="380"/>
                  </a:lnTo>
                  <a:lnTo>
                    <a:pt x="0" y="1142"/>
                  </a:lnTo>
                  <a:lnTo>
                    <a:pt x="254" y="1524"/>
                  </a:lnTo>
                  <a:lnTo>
                    <a:pt x="1143" y="1524"/>
                  </a:lnTo>
                  <a:lnTo>
                    <a:pt x="1524" y="1142"/>
                  </a:lnTo>
                  <a:lnTo>
                    <a:pt x="1524" y="762"/>
                  </a:lnTo>
                  <a:lnTo>
                    <a:pt x="1524" y="38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35856" y="3486784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8"/>
                  </a:moveTo>
                  <a:lnTo>
                    <a:pt x="3809" y="228853"/>
                  </a:lnTo>
                  <a:lnTo>
                    <a:pt x="6095" y="231775"/>
                  </a:lnTo>
                  <a:lnTo>
                    <a:pt x="9525" y="232282"/>
                  </a:lnTo>
                  <a:lnTo>
                    <a:pt x="10921" y="232409"/>
                  </a:lnTo>
                  <a:lnTo>
                    <a:pt x="12318" y="232156"/>
                  </a:lnTo>
                  <a:lnTo>
                    <a:pt x="13462" y="231520"/>
                  </a:lnTo>
                  <a:lnTo>
                    <a:pt x="14731" y="233806"/>
                  </a:lnTo>
                  <a:lnTo>
                    <a:pt x="21208" y="232663"/>
                  </a:lnTo>
                  <a:lnTo>
                    <a:pt x="22225" y="234569"/>
                  </a:lnTo>
                  <a:lnTo>
                    <a:pt x="24637" y="235203"/>
                  </a:lnTo>
                  <a:lnTo>
                    <a:pt x="26542" y="234314"/>
                  </a:lnTo>
                  <a:lnTo>
                    <a:pt x="27177" y="234060"/>
                  </a:lnTo>
                  <a:lnTo>
                    <a:pt x="27685" y="233679"/>
                  </a:lnTo>
                  <a:lnTo>
                    <a:pt x="27939" y="233298"/>
                  </a:lnTo>
                  <a:lnTo>
                    <a:pt x="29590" y="234950"/>
                  </a:lnTo>
                  <a:lnTo>
                    <a:pt x="35813" y="231266"/>
                  </a:lnTo>
                  <a:lnTo>
                    <a:pt x="38353" y="230631"/>
                  </a:lnTo>
                  <a:lnTo>
                    <a:pt x="39877" y="228091"/>
                  </a:lnTo>
                  <a:lnTo>
                    <a:pt x="39242" y="225551"/>
                  </a:lnTo>
                  <a:lnTo>
                    <a:pt x="39115" y="225170"/>
                  </a:lnTo>
                  <a:lnTo>
                    <a:pt x="41020" y="222503"/>
                  </a:lnTo>
                  <a:lnTo>
                    <a:pt x="40512" y="218820"/>
                  </a:lnTo>
                  <a:lnTo>
                    <a:pt x="37845" y="216788"/>
                  </a:lnTo>
                  <a:lnTo>
                    <a:pt x="36956" y="216153"/>
                  </a:lnTo>
                  <a:lnTo>
                    <a:pt x="35940" y="215772"/>
                  </a:lnTo>
                  <a:lnTo>
                    <a:pt x="34925" y="215645"/>
                  </a:lnTo>
                  <a:lnTo>
                    <a:pt x="34925" y="212851"/>
                  </a:lnTo>
                  <a:lnTo>
                    <a:pt x="32512" y="210692"/>
                  </a:lnTo>
                  <a:lnTo>
                    <a:pt x="29590" y="210692"/>
                  </a:lnTo>
                  <a:lnTo>
                    <a:pt x="28575" y="210692"/>
                  </a:lnTo>
                  <a:lnTo>
                    <a:pt x="27685" y="210946"/>
                  </a:lnTo>
                  <a:lnTo>
                    <a:pt x="26796" y="211454"/>
                  </a:lnTo>
                  <a:lnTo>
                    <a:pt x="25780" y="208406"/>
                  </a:lnTo>
                  <a:lnTo>
                    <a:pt x="22351" y="206628"/>
                  </a:lnTo>
                  <a:lnTo>
                    <a:pt x="19050" y="207517"/>
                  </a:lnTo>
                  <a:lnTo>
                    <a:pt x="17779" y="207898"/>
                  </a:lnTo>
                  <a:lnTo>
                    <a:pt x="16509" y="208787"/>
                  </a:lnTo>
                  <a:lnTo>
                    <a:pt x="15747" y="209931"/>
                  </a:lnTo>
                  <a:lnTo>
                    <a:pt x="12445" y="208025"/>
                  </a:lnTo>
                  <a:lnTo>
                    <a:pt x="8000" y="209041"/>
                  </a:lnTo>
                  <a:lnTo>
                    <a:pt x="6095" y="212216"/>
                  </a:lnTo>
                  <a:lnTo>
                    <a:pt x="5968" y="212344"/>
                  </a:lnTo>
                  <a:lnTo>
                    <a:pt x="3809" y="212089"/>
                  </a:lnTo>
                  <a:lnTo>
                    <a:pt x="1777" y="213487"/>
                  </a:lnTo>
                  <a:lnTo>
                    <a:pt x="1523" y="215645"/>
                  </a:lnTo>
                  <a:lnTo>
                    <a:pt x="1396" y="216662"/>
                  </a:lnTo>
                  <a:lnTo>
                    <a:pt x="1777" y="217804"/>
                  </a:lnTo>
                  <a:lnTo>
                    <a:pt x="2539" y="218566"/>
                  </a:lnTo>
                  <a:lnTo>
                    <a:pt x="634" y="219709"/>
                  </a:lnTo>
                  <a:lnTo>
                    <a:pt x="0" y="221995"/>
                  </a:lnTo>
                  <a:lnTo>
                    <a:pt x="1142" y="223773"/>
                  </a:lnTo>
                  <a:lnTo>
                    <a:pt x="1777" y="224789"/>
                  </a:lnTo>
                  <a:lnTo>
                    <a:pt x="2920" y="225551"/>
                  </a:lnTo>
                  <a:lnTo>
                    <a:pt x="4190" y="225551"/>
                  </a:lnTo>
                  <a:close/>
                </a:path>
                <a:path w="41275" h="235585">
                  <a:moveTo>
                    <a:pt x="23621" y="762"/>
                  </a:moveTo>
                  <a:lnTo>
                    <a:pt x="23621" y="380"/>
                  </a:lnTo>
                  <a:lnTo>
                    <a:pt x="23240" y="0"/>
                  </a:lnTo>
                  <a:lnTo>
                    <a:pt x="22859" y="0"/>
                  </a:lnTo>
                  <a:lnTo>
                    <a:pt x="22351" y="0"/>
                  </a:lnTo>
                  <a:lnTo>
                    <a:pt x="22097" y="380"/>
                  </a:lnTo>
                  <a:lnTo>
                    <a:pt x="22097" y="762"/>
                  </a:lnTo>
                  <a:lnTo>
                    <a:pt x="22097" y="1142"/>
                  </a:lnTo>
                  <a:lnTo>
                    <a:pt x="22351" y="1524"/>
                  </a:lnTo>
                  <a:lnTo>
                    <a:pt x="22859" y="1524"/>
                  </a:lnTo>
                  <a:lnTo>
                    <a:pt x="23240" y="1524"/>
                  </a:lnTo>
                  <a:lnTo>
                    <a:pt x="23621" y="1142"/>
                  </a:lnTo>
                  <a:lnTo>
                    <a:pt x="23621" y="762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015105" y="3476370"/>
              <a:ext cx="41275" cy="104139"/>
            </a:xfrm>
            <a:custGeom>
              <a:avLst/>
              <a:gdLst/>
              <a:ahLst/>
              <a:cxnLst/>
              <a:rect l="l" t="t" r="r" b="b"/>
              <a:pathLst>
                <a:path w="41275" h="104139">
                  <a:moveTo>
                    <a:pt x="22212" y="103136"/>
                  </a:moveTo>
                  <a:lnTo>
                    <a:pt x="22148" y="102997"/>
                  </a:lnTo>
                  <a:lnTo>
                    <a:pt x="21869" y="102997"/>
                  </a:lnTo>
                  <a:lnTo>
                    <a:pt x="22212" y="103136"/>
                  </a:lnTo>
                  <a:close/>
                </a:path>
                <a:path w="41275" h="104139">
                  <a:moveTo>
                    <a:pt x="23749" y="1016"/>
                  </a:moveTo>
                  <a:lnTo>
                    <a:pt x="22606" y="0"/>
                  </a:lnTo>
                  <a:lnTo>
                    <a:pt x="19939" y="0"/>
                  </a:lnTo>
                  <a:lnTo>
                    <a:pt x="18923" y="1016"/>
                  </a:lnTo>
                  <a:lnTo>
                    <a:pt x="18923" y="3683"/>
                  </a:lnTo>
                  <a:lnTo>
                    <a:pt x="19939" y="4826"/>
                  </a:lnTo>
                  <a:lnTo>
                    <a:pt x="22606" y="4826"/>
                  </a:lnTo>
                  <a:lnTo>
                    <a:pt x="23749" y="3683"/>
                  </a:lnTo>
                  <a:lnTo>
                    <a:pt x="23749" y="2413"/>
                  </a:lnTo>
                  <a:lnTo>
                    <a:pt x="23749" y="1016"/>
                  </a:lnTo>
                  <a:close/>
                </a:path>
                <a:path w="41275" h="104139">
                  <a:moveTo>
                    <a:pt x="26060" y="103251"/>
                  </a:moveTo>
                  <a:lnTo>
                    <a:pt x="22542" y="103251"/>
                  </a:lnTo>
                  <a:lnTo>
                    <a:pt x="24638" y="104025"/>
                  </a:lnTo>
                  <a:lnTo>
                    <a:pt x="26060" y="103251"/>
                  </a:lnTo>
                  <a:close/>
                </a:path>
                <a:path w="41275" h="104139">
                  <a:moveTo>
                    <a:pt x="29146" y="103251"/>
                  </a:moveTo>
                  <a:lnTo>
                    <a:pt x="28930" y="102997"/>
                  </a:lnTo>
                  <a:lnTo>
                    <a:pt x="26543" y="102997"/>
                  </a:lnTo>
                  <a:lnTo>
                    <a:pt x="26060" y="103251"/>
                  </a:lnTo>
                  <a:lnTo>
                    <a:pt x="29146" y="103251"/>
                  </a:lnTo>
                  <a:close/>
                </a:path>
                <a:path w="41275" h="104139">
                  <a:moveTo>
                    <a:pt x="33172" y="103251"/>
                  </a:moveTo>
                  <a:lnTo>
                    <a:pt x="29146" y="103251"/>
                  </a:lnTo>
                  <a:lnTo>
                    <a:pt x="29591" y="103759"/>
                  </a:lnTo>
                  <a:lnTo>
                    <a:pt x="32372" y="103898"/>
                  </a:lnTo>
                  <a:lnTo>
                    <a:pt x="33172" y="103251"/>
                  </a:lnTo>
                  <a:close/>
                </a:path>
                <a:path w="41275" h="104139">
                  <a:moveTo>
                    <a:pt x="39878" y="96393"/>
                  </a:moveTo>
                  <a:lnTo>
                    <a:pt x="39268" y="93853"/>
                  </a:lnTo>
                  <a:lnTo>
                    <a:pt x="5461" y="93853"/>
                  </a:lnTo>
                  <a:lnTo>
                    <a:pt x="2895" y="93599"/>
                  </a:lnTo>
                  <a:lnTo>
                    <a:pt x="3365" y="93853"/>
                  </a:lnTo>
                  <a:lnTo>
                    <a:pt x="4191" y="93853"/>
                  </a:lnTo>
                  <a:lnTo>
                    <a:pt x="3898" y="96393"/>
                  </a:lnTo>
                  <a:lnTo>
                    <a:pt x="3810" y="97282"/>
                  </a:lnTo>
                  <a:lnTo>
                    <a:pt x="6096" y="100330"/>
                  </a:lnTo>
                  <a:lnTo>
                    <a:pt x="10375" y="100965"/>
                  </a:lnTo>
                  <a:lnTo>
                    <a:pt x="11861" y="100965"/>
                  </a:lnTo>
                  <a:lnTo>
                    <a:pt x="13462" y="100076"/>
                  </a:lnTo>
                  <a:lnTo>
                    <a:pt x="14732" y="102374"/>
                  </a:lnTo>
                  <a:lnTo>
                    <a:pt x="17653" y="103251"/>
                  </a:lnTo>
                  <a:lnTo>
                    <a:pt x="20066" y="101981"/>
                  </a:lnTo>
                  <a:lnTo>
                    <a:pt x="20447" y="101981"/>
                  </a:lnTo>
                  <a:lnTo>
                    <a:pt x="21209" y="101219"/>
                  </a:lnTo>
                  <a:lnTo>
                    <a:pt x="22148" y="102997"/>
                  </a:lnTo>
                  <a:lnTo>
                    <a:pt x="26543" y="102997"/>
                  </a:lnTo>
                  <a:lnTo>
                    <a:pt x="27178" y="102743"/>
                  </a:lnTo>
                  <a:lnTo>
                    <a:pt x="27686" y="102374"/>
                  </a:lnTo>
                  <a:lnTo>
                    <a:pt x="27876" y="101981"/>
                  </a:lnTo>
                  <a:lnTo>
                    <a:pt x="28041" y="101981"/>
                  </a:lnTo>
                  <a:lnTo>
                    <a:pt x="28930" y="102997"/>
                  </a:lnTo>
                  <a:lnTo>
                    <a:pt x="33489" y="102997"/>
                  </a:lnTo>
                  <a:lnTo>
                    <a:pt x="34747" y="101981"/>
                  </a:lnTo>
                  <a:lnTo>
                    <a:pt x="34899" y="101981"/>
                  </a:lnTo>
                  <a:lnTo>
                    <a:pt x="35331" y="101219"/>
                  </a:lnTo>
                  <a:lnTo>
                    <a:pt x="35483" y="100965"/>
                  </a:lnTo>
                  <a:lnTo>
                    <a:pt x="35687" y="100330"/>
                  </a:lnTo>
                  <a:lnTo>
                    <a:pt x="35750" y="100076"/>
                  </a:lnTo>
                  <a:lnTo>
                    <a:pt x="35814" y="99822"/>
                  </a:lnTo>
                  <a:lnTo>
                    <a:pt x="38354" y="99060"/>
                  </a:lnTo>
                  <a:lnTo>
                    <a:pt x="39878" y="96393"/>
                  </a:lnTo>
                  <a:close/>
                </a:path>
                <a:path w="41275" h="104139">
                  <a:moveTo>
                    <a:pt x="41021" y="90436"/>
                  </a:moveTo>
                  <a:lnTo>
                    <a:pt x="40627" y="87503"/>
                  </a:lnTo>
                  <a:lnTo>
                    <a:pt x="40513" y="86614"/>
                  </a:lnTo>
                  <a:lnTo>
                    <a:pt x="37846" y="84455"/>
                  </a:lnTo>
                  <a:lnTo>
                    <a:pt x="36957" y="83820"/>
                  </a:lnTo>
                  <a:lnTo>
                    <a:pt x="35941" y="83439"/>
                  </a:lnTo>
                  <a:lnTo>
                    <a:pt x="34925" y="83439"/>
                  </a:lnTo>
                  <a:lnTo>
                    <a:pt x="34925" y="80391"/>
                  </a:lnTo>
                  <a:lnTo>
                    <a:pt x="33401" y="78867"/>
                  </a:lnTo>
                  <a:lnTo>
                    <a:pt x="32512" y="77978"/>
                  </a:lnTo>
                  <a:lnTo>
                    <a:pt x="28575" y="77978"/>
                  </a:lnTo>
                  <a:lnTo>
                    <a:pt x="27686" y="78359"/>
                  </a:lnTo>
                  <a:lnTo>
                    <a:pt x="26797" y="78867"/>
                  </a:lnTo>
                  <a:lnTo>
                    <a:pt x="26289" y="77216"/>
                  </a:lnTo>
                  <a:lnTo>
                    <a:pt x="25971" y="76212"/>
                  </a:lnTo>
                  <a:lnTo>
                    <a:pt x="25895" y="75946"/>
                  </a:lnTo>
                  <a:lnTo>
                    <a:pt x="25781" y="75565"/>
                  </a:lnTo>
                  <a:lnTo>
                    <a:pt x="22352" y="73660"/>
                  </a:lnTo>
                  <a:lnTo>
                    <a:pt x="19050" y="74676"/>
                  </a:lnTo>
                  <a:lnTo>
                    <a:pt x="17780" y="75184"/>
                  </a:lnTo>
                  <a:lnTo>
                    <a:pt x="16510" y="75946"/>
                  </a:lnTo>
                  <a:lnTo>
                    <a:pt x="15748" y="77216"/>
                  </a:lnTo>
                  <a:lnTo>
                    <a:pt x="12446" y="75184"/>
                  </a:lnTo>
                  <a:lnTo>
                    <a:pt x="8001" y="76212"/>
                  </a:lnTo>
                  <a:lnTo>
                    <a:pt x="6096" y="79629"/>
                  </a:lnTo>
                  <a:lnTo>
                    <a:pt x="3632" y="79629"/>
                  </a:lnTo>
                  <a:lnTo>
                    <a:pt x="1778" y="81026"/>
                  </a:lnTo>
                  <a:lnTo>
                    <a:pt x="1524" y="83185"/>
                  </a:lnTo>
                  <a:lnTo>
                    <a:pt x="1435" y="84455"/>
                  </a:lnTo>
                  <a:lnTo>
                    <a:pt x="1778" y="85471"/>
                  </a:lnTo>
                  <a:lnTo>
                    <a:pt x="2540" y="86360"/>
                  </a:lnTo>
                  <a:lnTo>
                    <a:pt x="635" y="87503"/>
                  </a:lnTo>
                  <a:lnTo>
                    <a:pt x="0" y="89916"/>
                  </a:lnTo>
                  <a:lnTo>
                    <a:pt x="1143" y="91821"/>
                  </a:lnTo>
                  <a:lnTo>
                    <a:pt x="1841" y="93091"/>
                  </a:lnTo>
                  <a:lnTo>
                    <a:pt x="2006" y="93091"/>
                  </a:lnTo>
                  <a:lnTo>
                    <a:pt x="2451" y="93345"/>
                  </a:lnTo>
                  <a:lnTo>
                    <a:pt x="39116" y="93345"/>
                  </a:lnTo>
                  <a:lnTo>
                    <a:pt x="38989" y="93091"/>
                  </a:lnTo>
                  <a:lnTo>
                    <a:pt x="41021" y="904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4015105" y="3331971"/>
              <a:ext cx="41275" cy="248920"/>
            </a:xfrm>
            <a:custGeom>
              <a:avLst/>
              <a:gdLst/>
              <a:ahLst/>
              <a:cxnLst/>
              <a:rect l="l" t="t" r="r" b="b"/>
              <a:pathLst>
                <a:path w="41275" h="248920">
                  <a:moveTo>
                    <a:pt x="4191" y="238251"/>
                  </a:moveTo>
                  <a:lnTo>
                    <a:pt x="3810" y="241680"/>
                  </a:lnTo>
                  <a:lnTo>
                    <a:pt x="6096" y="244728"/>
                  </a:lnTo>
                  <a:lnTo>
                    <a:pt x="9525" y="245237"/>
                  </a:lnTo>
                  <a:lnTo>
                    <a:pt x="10922" y="245363"/>
                  </a:lnTo>
                  <a:lnTo>
                    <a:pt x="12319" y="245110"/>
                  </a:lnTo>
                  <a:lnTo>
                    <a:pt x="13462" y="244475"/>
                  </a:lnTo>
                  <a:lnTo>
                    <a:pt x="14732" y="246761"/>
                  </a:lnTo>
                  <a:lnTo>
                    <a:pt x="17653" y="247650"/>
                  </a:lnTo>
                  <a:lnTo>
                    <a:pt x="20066" y="246379"/>
                  </a:lnTo>
                  <a:lnTo>
                    <a:pt x="20574" y="246252"/>
                  </a:lnTo>
                  <a:lnTo>
                    <a:pt x="20955" y="245872"/>
                  </a:lnTo>
                  <a:lnTo>
                    <a:pt x="21209" y="245617"/>
                  </a:lnTo>
                  <a:lnTo>
                    <a:pt x="22225" y="247523"/>
                  </a:lnTo>
                  <a:lnTo>
                    <a:pt x="24637" y="248412"/>
                  </a:lnTo>
                  <a:lnTo>
                    <a:pt x="26543" y="247395"/>
                  </a:lnTo>
                  <a:lnTo>
                    <a:pt x="27178" y="247141"/>
                  </a:lnTo>
                  <a:lnTo>
                    <a:pt x="27686" y="246761"/>
                  </a:lnTo>
                  <a:lnTo>
                    <a:pt x="27940" y="246252"/>
                  </a:lnTo>
                  <a:lnTo>
                    <a:pt x="29591" y="248157"/>
                  </a:lnTo>
                  <a:lnTo>
                    <a:pt x="35814" y="244220"/>
                  </a:lnTo>
                  <a:lnTo>
                    <a:pt x="38354" y="243458"/>
                  </a:lnTo>
                  <a:lnTo>
                    <a:pt x="39878" y="240791"/>
                  </a:lnTo>
                  <a:lnTo>
                    <a:pt x="39243" y="238125"/>
                  </a:lnTo>
                  <a:lnTo>
                    <a:pt x="39116" y="237743"/>
                  </a:lnTo>
                  <a:lnTo>
                    <a:pt x="38989" y="237489"/>
                  </a:lnTo>
                  <a:lnTo>
                    <a:pt x="41021" y="234823"/>
                  </a:lnTo>
                  <a:lnTo>
                    <a:pt x="40512" y="231012"/>
                  </a:lnTo>
                  <a:lnTo>
                    <a:pt x="37846" y="228853"/>
                  </a:lnTo>
                  <a:lnTo>
                    <a:pt x="36957" y="228218"/>
                  </a:lnTo>
                  <a:lnTo>
                    <a:pt x="35941" y="227837"/>
                  </a:lnTo>
                  <a:lnTo>
                    <a:pt x="34925" y="227711"/>
                  </a:lnTo>
                  <a:lnTo>
                    <a:pt x="34925" y="224789"/>
                  </a:lnTo>
                  <a:lnTo>
                    <a:pt x="32512" y="222376"/>
                  </a:lnTo>
                  <a:lnTo>
                    <a:pt x="29591" y="222376"/>
                  </a:lnTo>
                  <a:lnTo>
                    <a:pt x="28575" y="222376"/>
                  </a:lnTo>
                  <a:lnTo>
                    <a:pt x="27686" y="222757"/>
                  </a:lnTo>
                  <a:lnTo>
                    <a:pt x="26797" y="223265"/>
                  </a:lnTo>
                  <a:lnTo>
                    <a:pt x="25781" y="219963"/>
                  </a:lnTo>
                  <a:lnTo>
                    <a:pt x="22352" y="218058"/>
                  </a:lnTo>
                  <a:lnTo>
                    <a:pt x="19050" y="219075"/>
                  </a:lnTo>
                  <a:lnTo>
                    <a:pt x="17780" y="219582"/>
                  </a:lnTo>
                  <a:lnTo>
                    <a:pt x="16510" y="220344"/>
                  </a:lnTo>
                  <a:lnTo>
                    <a:pt x="15748" y="221614"/>
                  </a:lnTo>
                  <a:lnTo>
                    <a:pt x="12446" y="219582"/>
                  </a:lnTo>
                  <a:lnTo>
                    <a:pt x="8000" y="220599"/>
                  </a:lnTo>
                  <a:lnTo>
                    <a:pt x="6096" y="224027"/>
                  </a:lnTo>
                  <a:lnTo>
                    <a:pt x="3810" y="223900"/>
                  </a:lnTo>
                  <a:lnTo>
                    <a:pt x="1778" y="225425"/>
                  </a:lnTo>
                  <a:lnTo>
                    <a:pt x="1524" y="227583"/>
                  </a:lnTo>
                  <a:lnTo>
                    <a:pt x="1397" y="228726"/>
                  </a:lnTo>
                  <a:lnTo>
                    <a:pt x="1778" y="229869"/>
                  </a:lnTo>
                  <a:lnTo>
                    <a:pt x="2540" y="230758"/>
                  </a:lnTo>
                  <a:lnTo>
                    <a:pt x="635" y="231901"/>
                  </a:lnTo>
                  <a:lnTo>
                    <a:pt x="0" y="234314"/>
                  </a:lnTo>
                  <a:lnTo>
                    <a:pt x="1143" y="236219"/>
                  </a:lnTo>
                  <a:lnTo>
                    <a:pt x="1778" y="237362"/>
                  </a:lnTo>
                  <a:lnTo>
                    <a:pt x="2921" y="237998"/>
                  </a:lnTo>
                  <a:lnTo>
                    <a:pt x="4191" y="238125"/>
                  </a:lnTo>
                  <a:close/>
                </a:path>
                <a:path w="41275" h="248920">
                  <a:moveTo>
                    <a:pt x="23622" y="888"/>
                  </a:moveTo>
                  <a:lnTo>
                    <a:pt x="23622" y="380"/>
                  </a:lnTo>
                  <a:lnTo>
                    <a:pt x="23241" y="0"/>
                  </a:lnTo>
                  <a:lnTo>
                    <a:pt x="22860" y="0"/>
                  </a:lnTo>
                  <a:lnTo>
                    <a:pt x="22352" y="0"/>
                  </a:lnTo>
                  <a:lnTo>
                    <a:pt x="21971" y="380"/>
                  </a:lnTo>
                  <a:lnTo>
                    <a:pt x="21971" y="888"/>
                  </a:lnTo>
                  <a:lnTo>
                    <a:pt x="21971" y="1269"/>
                  </a:lnTo>
                  <a:lnTo>
                    <a:pt x="22352" y="1650"/>
                  </a:lnTo>
                  <a:lnTo>
                    <a:pt x="22860" y="1650"/>
                  </a:lnTo>
                  <a:lnTo>
                    <a:pt x="23241" y="1650"/>
                  </a:lnTo>
                  <a:lnTo>
                    <a:pt x="23622" y="1269"/>
                  </a:lnTo>
                  <a:lnTo>
                    <a:pt x="23622" y="888"/>
                  </a:lnTo>
                  <a:close/>
                </a:path>
                <a:path w="41275" h="248920">
                  <a:moveTo>
                    <a:pt x="23622" y="73025"/>
                  </a:moveTo>
                  <a:lnTo>
                    <a:pt x="23622" y="72136"/>
                  </a:lnTo>
                  <a:lnTo>
                    <a:pt x="22987" y="71374"/>
                  </a:lnTo>
                  <a:lnTo>
                    <a:pt x="22098" y="71374"/>
                  </a:lnTo>
                  <a:lnTo>
                    <a:pt x="21209" y="71374"/>
                  </a:lnTo>
                  <a:lnTo>
                    <a:pt x="20447" y="72136"/>
                  </a:lnTo>
                  <a:lnTo>
                    <a:pt x="20447" y="73025"/>
                  </a:lnTo>
                  <a:lnTo>
                    <a:pt x="20447" y="73913"/>
                  </a:lnTo>
                  <a:lnTo>
                    <a:pt x="21209" y="74675"/>
                  </a:lnTo>
                  <a:lnTo>
                    <a:pt x="22098" y="74675"/>
                  </a:lnTo>
                  <a:lnTo>
                    <a:pt x="22987" y="74675"/>
                  </a:lnTo>
                  <a:lnTo>
                    <a:pt x="23622" y="73913"/>
                  </a:lnTo>
                  <a:lnTo>
                    <a:pt x="23622" y="73025"/>
                  </a:lnTo>
                  <a:close/>
                </a:path>
                <a:path w="41275" h="248920">
                  <a:moveTo>
                    <a:pt x="23749" y="146812"/>
                  </a:moveTo>
                  <a:lnTo>
                    <a:pt x="23749" y="145414"/>
                  </a:lnTo>
                  <a:lnTo>
                    <a:pt x="22606" y="144399"/>
                  </a:lnTo>
                  <a:lnTo>
                    <a:pt x="21336" y="144399"/>
                  </a:lnTo>
                  <a:lnTo>
                    <a:pt x="19939" y="144399"/>
                  </a:lnTo>
                  <a:lnTo>
                    <a:pt x="18923" y="145414"/>
                  </a:lnTo>
                  <a:lnTo>
                    <a:pt x="18923" y="146812"/>
                  </a:lnTo>
                  <a:lnTo>
                    <a:pt x="18923" y="148081"/>
                  </a:lnTo>
                  <a:lnTo>
                    <a:pt x="19939" y="149225"/>
                  </a:lnTo>
                  <a:lnTo>
                    <a:pt x="21336" y="149225"/>
                  </a:lnTo>
                  <a:lnTo>
                    <a:pt x="22606" y="149225"/>
                  </a:lnTo>
                  <a:lnTo>
                    <a:pt x="23749" y="148081"/>
                  </a:lnTo>
                  <a:lnTo>
                    <a:pt x="23749" y="146812"/>
                  </a:lnTo>
                  <a:close/>
                </a:path>
                <a:path w="41275" h="248920">
                  <a:moveTo>
                    <a:pt x="4953" y="230377"/>
                  </a:moveTo>
                  <a:lnTo>
                    <a:pt x="4191" y="230250"/>
                  </a:lnTo>
                  <a:lnTo>
                    <a:pt x="3302" y="230504"/>
                  </a:lnTo>
                  <a:lnTo>
                    <a:pt x="2667" y="230886"/>
                  </a:lnTo>
                </a:path>
                <a:path w="41275" h="248920">
                  <a:moveTo>
                    <a:pt x="6985" y="224536"/>
                  </a:moveTo>
                  <a:lnTo>
                    <a:pt x="6604" y="224408"/>
                  </a:lnTo>
                  <a:lnTo>
                    <a:pt x="6350" y="224281"/>
                  </a:lnTo>
                  <a:lnTo>
                    <a:pt x="5969" y="224281"/>
                  </a:lnTo>
                </a:path>
                <a:path w="41275" h="248920">
                  <a:moveTo>
                    <a:pt x="15748" y="221741"/>
                  </a:moveTo>
                  <a:lnTo>
                    <a:pt x="15494" y="222123"/>
                  </a:lnTo>
                  <a:lnTo>
                    <a:pt x="15240" y="222503"/>
                  </a:lnTo>
                  <a:lnTo>
                    <a:pt x="15112" y="222885"/>
                  </a:lnTo>
                </a:path>
                <a:path w="41275" h="248920">
                  <a:moveTo>
                    <a:pt x="27050" y="224662"/>
                  </a:moveTo>
                  <a:lnTo>
                    <a:pt x="27050" y="224154"/>
                  </a:lnTo>
                  <a:lnTo>
                    <a:pt x="26924" y="223774"/>
                  </a:lnTo>
                  <a:lnTo>
                    <a:pt x="26797" y="223392"/>
                  </a:lnTo>
                </a:path>
                <a:path w="41275" h="248920">
                  <a:moveTo>
                    <a:pt x="31877" y="232537"/>
                  </a:moveTo>
                  <a:lnTo>
                    <a:pt x="33782" y="231648"/>
                  </a:lnTo>
                  <a:lnTo>
                    <a:pt x="34925" y="229742"/>
                  </a:lnTo>
                  <a:lnTo>
                    <a:pt x="34925" y="227711"/>
                  </a:lnTo>
                </a:path>
                <a:path w="41275" h="248920">
                  <a:moveTo>
                    <a:pt x="38989" y="237616"/>
                  </a:moveTo>
                  <a:lnTo>
                    <a:pt x="38735" y="236981"/>
                  </a:lnTo>
                  <a:lnTo>
                    <a:pt x="38227" y="236347"/>
                  </a:lnTo>
                  <a:lnTo>
                    <a:pt x="37592" y="235838"/>
                  </a:lnTo>
                </a:path>
                <a:path w="41275" h="248920">
                  <a:moveTo>
                    <a:pt x="35814" y="244220"/>
                  </a:moveTo>
                  <a:lnTo>
                    <a:pt x="35814" y="243966"/>
                  </a:lnTo>
                  <a:lnTo>
                    <a:pt x="35814" y="243712"/>
                  </a:lnTo>
                  <a:lnTo>
                    <a:pt x="35814" y="243458"/>
                  </a:lnTo>
                </a:path>
                <a:path w="41275" h="248920">
                  <a:moveTo>
                    <a:pt x="27305" y="245237"/>
                  </a:moveTo>
                  <a:lnTo>
                    <a:pt x="27432" y="245617"/>
                  </a:lnTo>
                  <a:lnTo>
                    <a:pt x="27686" y="245999"/>
                  </a:lnTo>
                  <a:lnTo>
                    <a:pt x="27940" y="246379"/>
                  </a:lnTo>
                </a:path>
                <a:path w="41275" h="248920">
                  <a:moveTo>
                    <a:pt x="20955" y="244728"/>
                  </a:moveTo>
                  <a:lnTo>
                    <a:pt x="20955" y="245110"/>
                  </a:lnTo>
                  <a:lnTo>
                    <a:pt x="21082" y="245363"/>
                  </a:lnTo>
                  <a:lnTo>
                    <a:pt x="21336" y="245617"/>
                  </a:lnTo>
                </a:path>
                <a:path w="41275" h="248920">
                  <a:moveTo>
                    <a:pt x="13462" y="244475"/>
                  </a:moveTo>
                  <a:lnTo>
                    <a:pt x="13970" y="244220"/>
                  </a:lnTo>
                  <a:lnTo>
                    <a:pt x="14350" y="243839"/>
                  </a:lnTo>
                  <a:lnTo>
                    <a:pt x="14605" y="243458"/>
                  </a:lnTo>
                </a:path>
                <a:path w="41275" h="248920">
                  <a:moveTo>
                    <a:pt x="4445" y="237362"/>
                  </a:moveTo>
                  <a:lnTo>
                    <a:pt x="4318" y="237616"/>
                  </a:lnTo>
                  <a:lnTo>
                    <a:pt x="4318" y="237998"/>
                  </a:lnTo>
                  <a:lnTo>
                    <a:pt x="4191" y="23825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4054729" y="3566667"/>
              <a:ext cx="41275" cy="248920"/>
            </a:xfrm>
            <a:custGeom>
              <a:avLst/>
              <a:gdLst/>
              <a:ahLst/>
              <a:cxnLst/>
              <a:rect l="l" t="t" r="r" b="b"/>
              <a:pathLst>
                <a:path w="41275" h="248920">
                  <a:moveTo>
                    <a:pt x="23622" y="72136"/>
                  </a:moveTo>
                  <a:lnTo>
                    <a:pt x="22987" y="71374"/>
                  </a:lnTo>
                  <a:lnTo>
                    <a:pt x="21209" y="71374"/>
                  </a:lnTo>
                  <a:lnTo>
                    <a:pt x="20447" y="72136"/>
                  </a:lnTo>
                  <a:lnTo>
                    <a:pt x="20447" y="73914"/>
                  </a:lnTo>
                  <a:lnTo>
                    <a:pt x="21209" y="74676"/>
                  </a:lnTo>
                  <a:lnTo>
                    <a:pt x="22987" y="74676"/>
                  </a:lnTo>
                  <a:lnTo>
                    <a:pt x="23622" y="73914"/>
                  </a:lnTo>
                  <a:lnTo>
                    <a:pt x="23622" y="73025"/>
                  </a:lnTo>
                  <a:lnTo>
                    <a:pt x="23622" y="72136"/>
                  </a:lnTo>
                  <a:close/>
                </a:path>
                <a:path w="41275" h="248920">
                  <a:moveTo>
                    <a:pt x="23622" y="381"/>
                  </a:moveTo>
                  <a:lnTo>
                    <a:pt x="23241" y="0"/>
                  </a:lnTo>
                  <a:lnTo>
                    <a:pt x="22352" y="0"/>
                  </a:lnTo>
                  <a:lnTo>
                    <a:pt x="21971" y="381"/>
                  </a:lnTo>
                  <a:lnTo>
                    <a:pt x="21971" y="1270"/>
                  </a:lnTo>
                  <a:lnTo>
                    <a:pt x="22352" y="1663"/>
                  </a:lnTo>
                  <a:lnTo>
                    <a:pt x="23241" y="1663"/>
                  </a:lnTo>
                  <a:lnTo>
                    <a:pt x="23622" y="1270"/>
                  </a:lnTo>
                  <a:lnTo>
                    <a:pt x="23622" y="901"/>
                  </a:lnTo>
                  <a:lnTo>
                    <a:pt x="23622" y="381"/>
                  </a:lnTo>
                  <a:close/>
                </a:path>
                <a:path w="41275" h="248920">
                  <a:moveTo>
                    <a:pt x="23749" y="145415"/>
                  </a:moveTo>
                  <a:lnTo>
                    <a:pt x="22606" y="144399"/>
                  </a:lnTo>
                  <a:lnTo>
                    <a:pt x="19939" y="144399"/>
                  </a:lnTo>
                  <a:lnTo>
                    <a:pt x="18923" y="145415"/>
                  </a:lnTo>
                  <a:lnTo>
                    <a:pt x="18923" y="148082"/>
                  </a:lnTo>
                  <a:lnTo>
                    <a:pt x="19939" y="149225"/>
                  </a:lnTo>
                  <a:lnTo>
                    <a:pt x="22606" y="149225"/>
                  </a:lnTo>
                  <a:lnTo>
                    <a:pt x="23749" y="148082"/>
                  </a:lnTo>
                  <a:lnTo>
                    <a:pt x="23749" y="146812"/>
                  </a:lnTo>
                  <a:lnTo>
                    <a:pt x="23749" y="145415"/>
                  </a:lnTo>
                  <a:close/>
                </a:path>
                <a:path w="41275" h="248920">
                  <a:moveTo>
                    <a:pt x="41021" y="234823"/>
                  </a:moveTo>
                  <a:lnTo>
                    <a:pt x="40627" y="231902"/>
                  </a:lnTo>
                  <a:lnTo>
                    <a:pt x="40513" y="231013"/>
                  </a:lnTo>
                  <a:lnTo>
                    <a:pt x="37846" y="228854"/>
                  </a:lnTo>
                  <a:lnTo>
                    <a:pt x="36957" y="228219"/>
                  </a:lnTo>
                  <a:lnTo>
                    <a:pt x="35941" y="227838"/>
                  </a:lnTo>
                  <a:lnTo>
                    <a:pt x="34925" y="227838"/>
                  </a:lnTo>
                  <a:lnTo>
                    <a:pt x="34925" y="224790"/>
                  </a:lnTo>
                  <a:lnTo>
                    <a:pt x="34290" y="224155"/>
                  </a:lnTo>
                  <a:lnTo>
                    <a:pt x="33401" y="223266"/>
                  </a:lnTo>
                  <a:lnTo>
                    <a:pt x="32512" y="222377"/>
                  </a:lnTo>
                  <a:lnTo>
                    <a:pt x="28575" y="222377"/>
                  </a:lnTo>
                  <a:lnTo>
                    <a:pt x="27686" y="222758"/>
                  </a:lnTo>
                  <a:lnTo>
                    <a:pt x="26797" y="223266"/>
                  </a:lnTo>
                  <a:lnTo>
                    <a:pt x="26289" y="221615"/>
                  </a:lnTo>
                  <a:lnTo>
                    <a:pt x="25971" y="220599"/>
                  </a:lnTo>
                  <a:lnTo>
                    <a:pt x="25895" y="220345"/>
                  </a:lnTo>
                  <a:lnTo>
                    <a:pt x="25781" y="219964"/>
                  </a:lnTo>
                  <a:lnTo>
                    <a:pt x="22352" y="218059"/>
                  </a:lnTo>
                  <a:lnTo>
                    <a:pt x="19050" y="219075"/>
                  </a:lnTo>
                  <a:lnTo>
                    <a:pt x="17780" y="219583"/>
                  </a:lnTo>
                  <a:lnTo>
                    <a:pt x="16510" y="220345"/>
                  </a:lnTo>
                  <a:lnTo>
                    <a:pt x="15748" y="221615"/>
                  </a:lnTo>
                  <a:lnTo>
                    <a:pt x="12446" y="219583"/>
                  </a:lnTo>
                  <a:lnTo>
                    <a:pt x="8001" y="220599"/>
                  </a:lnTo>
                  <a:lnTo>
                    <a:pt x="6096" y="224028"/>
                  </a:lnTo>
                  <a:lnTo>
                    <a:pt x="5969" y="224155"/>
                  </a:lnTo>
                  <a:lnTo>
                    <a:pt x="4876" y="224028"/>
                  </a:lnTo>
                  <a:lnTo>
                    <a:pt x="3632" y="224028"/>
                  </a:lnTo>
                  <a:lnTo>
                    <a:pt x="1778" y="225425"/>
                  </a:lnTo>
                  <a:lnTo>
                    <a:pt x="1524" y="227584"/>
                  </a:lnTo>
                  <a:lnTo>
                    <a:pt x="1435" y="228854"/>
                  </a:lnTo>
                  <a:lnTo>
                    <a:pt x="1778" y="229870"/>
                  </a:lnTo>
                  <a:lnTo>
                    <a:pt x="2540" y="230759"/>
                  </a:lnTo>
                  <a:lnTo>
                    <a:pt x="635" y="231902"/>
                  </a:lnTo>
                  <a:lnTo>
                    <a:pt x="0" y="234315"/>
                  </a:lnTo>
                  <a:lnTo>
                    <a:pt x="1143" y="236220"/>
                  </a:lnTo>
                  <a:lnTo>
                    <a:pt x="1841" y="237490"/>
                  </a:lnTo>
                  <a:lnTo>
                    <a:pt x="2006" y="237490"/>
                  </a:lnTo>
                  <a:lnTo>
                    <a:pt x="3365" y="238252"/>
                  </a:lnTo>
                  <a:lnTo>
                    <a:pt x="4191" y="238252"/>
                  </a:lnTo>
                  <a:lnTo>
                    <a:pt x="3898" y="240792"/>
                  </a:lnTo>
                  <a:lnTo>
                    <a:pt x="3810" y="241681"/>
                  </a:lnTo>
                  <a:lnTo>
                    <a:pt x="6096" y="244729"/>
                  </a:lnTo>
                  <a:lnTo>
                    <a:pt x="10375" y="245364"/>
                  </a:lnTo>
                  <a:lnTo>
                    <a:pt x="10922" y="245364"/>
                  </a:lnTo>
                  <a:lnTo>
                    <a:pt x="12319" y="245110"/>
                  </a:lnTo>
                  <a:lnTo>
                    <a:pt x="13462" y="244475"/>
                  </a:lnTo>
                  <a:lnTo>
                    <a:pt x="14732" y="246761"/>
                  </a:lnTo>
                  <a:lnTo>
                    <a:pt x="17653" y="247650"/>
                  </a:lnTo>
                  <a:lnTo>
                    <a:pt x="20066" y="246380"/>
                  </a:lnTo>
                  <a:lnTo>
                    <a:pt x="20574" y="246253"/>
                  </a:lnTo>
                  <a:lnTo>
                    <a:pt x="21209" y="245618"/>
                  </a:lnTo>
                  <a:lnTo>
                    <a:pt x="22288" y="247650"/>
                  </a:lnTo>
                  <a:lnTo>
                    <a:pt x="22567" y="247650"/>
                  </a:lnTo>
                  <a:lnTo>
                    <a:pt x="24638" y="248412"/>
                  </a:lnTo>
                  <a:lnTo>
                    <a:pt x="26543" y="247396"/>
                  </a:lnTo>
                  <a:lnTo>
                    <a:pt x="27178" y="247142"/>
                  </a:lnTo>
                  <a:lnTo>
                    <a:pt x="27686" y="246761"/>
                  </a:lnTo>
                  <a:lnTo>
                    <a:pt x="27876" y="246380"/>
                  </a:lnTo>
                  <a:lnTo>
                    <a:pt x="27940" y="246253"/>
                  </a:lnTo>
                  <a:lnTo>
                    <a:pt x="29692" y="248285"/>
                  </a:lnTo>
                  <a:lnTo>
                    <a:pt x="32385" y="248285"/>
                  </a:lnTo>
                  <a:lnTo>
                    <a:pt x="34899" y="246253"/>
                  </a:lnTo>
                  <a:lnTo>
                    <a:pt x="35331" y="245618"/>
                  </a:lnTo>
                  <a:lnTo>
                    <a:pt x="35483" y="245364"/>
                  </a:lnTo>
                  <a:lnTo>
                    <a:pt x="35585" y="245110"/>
                  </a:lnTo>
                  <a:lnTo>
                    <a:pt x="35687" y="244729"/>
                  </a:lnTo>
                  <a:lnTo>
                    <a:pt x="35750" y="244475"/>
                  </a:lnTo>
                  <a:lnTo>
                    <a:pt x="35814" y="244221"/>
                  </a:lnTo>
                  <a:lnTo>
                    <a:pt x="38354" y="243459"/>
                  </a:lnTo>
                  <a:lnTo>
                    <a:pt x="39878" y="240792"/>
                  </a:lnTo>
                  <a:lnTo>
                    <a:pt x="39268" y="238252"/>
                  </a:lnTo>
                  <a:lnTo>
                    <a:pt x="39116" y="237744"/>
                  </a:lnTo>
                  <a:lnTo>
                    <a:pt x="38989" y="237490"/>
                  </a:lnTo>
                  <a:lnTo>
                    <a:pt x="41021" y="234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4054728" y="3566667"/>
              <a:ext cx="41275" cy="248920"/>
            </a:xfrm>
            <a:custGeom>
              <a:avLst/>
              <a:gdLst/>
              <a:ahLst/>
              <a:cxnLst/>
              <a:rect l="l" t="t" r="r" b="b"/>
              <a:pathLst>
                <a:path w="41275" h="248920">
                  <a:moveTo>
                    <a:pt x="4191" y="238252"/>
                  </a:moveTo>
                  <a:lnTo>
                    <a:pt x="3810" y="241681"/>
                  </a:lnTo>
                  <a:lnTo>
                    <a:pt x="6096" y="244729"/>
                  </a:lnTo>
                  <a:lnTo>
                    <a:pt x="9525" y="245237"/>
                  </a:lnTo>
                  <a:lnTo>
                    <a:pt x="10922" y="245364"/>
                  </a:lnTo>
                  <a:lnTo>
                    <a:pt x="12319" y="245110"/>
                  </a:lnTo>
                  <a:lnTo>
                    <a:pt x="13462" y="244475"/>
                  </a:lnTo>
                  <a:lnTo>
                    <a:pt x="14732" y="246761"/>
                  </a:lnTo>
                  <a:lnTo>
                    <a:pt x="17653" y="247650"/>
                  </a:lnTo>
                  <a:lnTo>
                    <a:pt x="20066" y="246380"/>
                  </a:lnTo>
                  <a:lnTo>
                    <a:pt x="20574" y="246253"/>
                  </a:lnTo>
                  <a:lnTo>
                    <a:pt x="20955" y="245872"/>
                  </a:lnTo>
                  <a:lnTo>
                    <a:pt x="21209" y="245618"/>
                  </a:lnTo>
                  <a:lnTo>
                    <a:pt x="22225" y="247523"/>
                  </a:lnTo>
                  <a:lnTo>
                    <a:pt x="24637" y="248412"/>
                  </a:lnTo>
                  <a:lnTo>
                    <a:pt x="26543" y="247396"/>
                  </a:lnTo>
                  <a:lnTo>
                    <a:pt x="27178" y="247142"/>
                  </a:lnTo>
                  <a:lnTo>
                    <a:pt x="27686" y="246761"/>
                  </a:lnTo>
                  <a:lnTo>
                    <a:pt x="27940" y="246253"/>
                  </a:lnTo>
                  <a:lnTo>
                    <a:pt x="29591" y="248158"/>
                  </a:lnTo>
                  <a:lnTo>
                    <a:pt x="35813" y="244221"/>
                  </a:lnTo>
                  <a:lnTo>
                    <a:pt x="38354" y="243459"/>
                  </a:lnTo>
                  <a:lnTo>
                    <a:pt x="39878" y="240792"/>
                  </a:lnTo>
                  <a:lnTo>
                    <a:pt x="39243" y="238125"/>
                  </a:lnTo>
                  <a:lnTo>
                    <a:pt x="39116" y="237744"/>
                  </a:lnTo>
                  <a:lnTo>
                    <a:pt x="38988" y="237490"/>
                  </a:lnTo>
                  <a:lnTo>
                    <a:pt x="41021" y="234823"/>
                  </a:lnTo>
                  <a:lnTo>
                    <a:pt x="40512" y="231013"/>
                  </a:lnTo>
                  <a:lnTo>
                    <a:pt x="37846" y="228854"/>
                  </a:lnTo>
                  <a:lnTo>
                    <a:pt x="36957" y="228219"/>
                  </a:lnTo>
                  <a:lnTo>
                    <a:pt x="35941" y="227838"/>
                  </a:lnTo>
                  <a:lnTo>
                    <a:pt x="34925" y="227711"/>
                  </a:lnTo>
                  <a:lnTo>
                    <a:pt x="34925" y="224790"/>
                  </a:lnTo>
                  <a:lnTo>
                    <a:pt x="32512" y="222377"/>
                  </a:lnTo>
                  <a:lnTo>
                    <a:pt x="29591" y="222377"/>
                  </a:lnTo>
                  <a:lnTo>
                    <a:pt x="28575" y="222377"/>
                  </a:lnTo>
                  <a:lnTo>
                    <a:pt x="27686" y="222758"/>
                  </a:lnTo>
                  <a:lnTo>
                    <a:pt x="26797" y="223266"/>
                  </a:lnTo>
                  <a:lnTo>
                    <a:pt x="25781" y="219964"/>
                  </a:lnTo>
                  <a:lnTo>
                    <a:pt x="22351" y="218059"/>
                  </a:lnTo>
                  <a:lnTo>
                    <a:pt x="19050" y="219075"/>
                  </a:lnTo>
                  <a:lnTo>
                    <a:pt x="17780" y="219583"/>
                  </a:lnTo>
                  <a:lnTo>
                    <a:pt x="16510" y="220345"/>
                  </a:lnTo>
                  <a:lnTo>
                    <a:pt x="15748" y="221615"/>
                  </a:lnTo>
                  <a:lnTo>
                    <a:pt x="12446" y="219583"/>
                  </a:lnTo>
                  <a:lnTo>
                    <a:pt x="8000" y="220599"/>
                  </a:lnTo>
                  <a:lnTo>
                    <a:pt x="6096" y="224028"/>
                  </a:lnTo>
                  <a:lnTo>
                    <a:pt x="5969" y="224155"/>
                  </a:lnTo>
                  <a:lnTo>
                    <a:pt x="3810" y="223901"/>
                  </a:lnTo>
                  <a:lnTo>
                    <a:pt x="1778" y="225425"/>
                  </a:lnTo>
                  <a:lnTo>
                    <a:pt x="1524" y="227584"/>
                  </a:lnTo>
                  <a:lnTo>
                    <a:pt x="1397" y="228727"/>
                  </a:lnTo>
                  <a:lnTo>
                    <a:pt x="1778" y="229870"/>
                  </a:lnTo>
                  <a:lnTo>
                    <a:pt x="2540" y="230759"/>
                  </a:lnTo>
                  <a:lnTo>
                    <a:pt x="635" y="231902"/>
                  </a:lnTo>
                  <a:lnTo>
                    <a:pt x="0" y="234315"/>
                  </a:lnTo>
                  <a:lnTo>
                    <a:pt x="1143" y="236220"/>
                  </a:lnTo>
                  <a:lnTo>
                    <a:pt x="1778" y="237363"/>
                  </a:lnTo>
                  <a:lnTo>
                    <a:pt x="2921" y="237998"/>
                  </a:lnTo>
                  <a:lnTo>
                    <a:pt x="4191" y="238125"/>
                  </a:lnTo>
                  <a:close/>
                </a:path>
                <a:path w="41275" h="248920">
                  <a:moveTo>
                    <a:pt x="23622" y="889"/>
                  </a:moveTo>
                  <a:lnTo>
                    <a:pt x="23622" y="381"/>
                  </a:lnTo>
                  <a:lnTo>
                    <a:pt x="23241" y="0"/>
                  </a:lnTo>
                  <a:lnTo>
                    <a:pt x="22860" y="0"/>
                  </a:lnTo>
                  <a:lnTo>
                    <a:pt x="22351" y="0"/>
                  </a:lnTo>
                  <a:lnTo>
                    <a:pt x="21971" y="381"/>
                  </a:lnTo>
                  <a:lnTo>
                    <a:pt x="21971" y="889"/>
                  </a:lnTo>
                  <a:lnTo>
                    <a:pt x="21971" y="1270"/>
                  </a:lnTo>
                  <a:lnTo>
                    <a:pt x="22351" y="1651"/>
                  </a:lnTo>
                  <a:lnTo>
                    <a:pt x="22860" y="1651"/>
                  </a:lnTo>
                  <a:lnTo>
                    <a:pt x="23241" y="1651"/>
                  </a:lnTo>
                  <a:lnTo>
                    <a:pt x="23622" y="1270"/>
                  </a:lnTo>
                  <a:lnTo>
                    <a:pt x="23622" y="889"/>
                  </a:lnTo>
                  <a:close/>
                </a:path>
                <a:path w="41275" h="248920">
                  <a:moveTo>
                    <a:pt x="23622" y="73025"/>
                  </a:moveTo>
                  <a:lnTo>
                    <a:pt x="23622" y="72136"/>
                  </a:lnTo>
                  <a:lnTo>
                    <a:pt x="22987" y="71374"/>
                  </a:lnTo>
                  <a:lnTo>
                    <a:pt x="22098" y="71374"/>
                  </a:lnTo>
                  <a:lnTo>
                    <a:pt x="21209" y="71374"/>
                  </a:lnTo>
                  <a:lnTo>
                    <a:pt x="20447" y="72136"/>
                  </a:lnTo>
                  <a:lnTo>
                    <a:pt x="20447" y="73025"/>
                  </a:lnTo>
                  <a:lnTo>
                    <a:pt x="20447" y="73914"/>
                  </a:lnTo>
                  <a:lnTo>
                    <a:pt x="21209" y="74676"/>
                  </a:lnTo>
                  <a:lnTo>
                    <a:pt x="22098" y="74676"/>
                  </a:lnTo>
                  <a:lnTo>
                    <a:pt x="22987" y="74676"/>
                  </a:lnTo>
                  <a:lnTo>
                    <a:pt x="23622" y="73914"/>
                  </a:lnTo>
                  <a:lnTo>
                    <a:pt x="23622" y="73025"/>
                  </a:lnTo>
                  <a:close/>
                </a:path>
                <a:path w="41275" h="248920">
                  <a:moveTo>
                    <a:pt x="23749" y="146812"/>
                  </a:moveTo>
                  <a:lnTo>
                    <a:pt x="23749" y="145415"/>
                  </a:lnTo>
                  <a:lnTo>
                    <a:pt x="22606" y="144399"/>
                  </a:lnTo>
                  <a:lnTo>
                    <a:pt x="21336" y="144399"/>
                  </a:lnTo>
                  <a:lnTo>
                    <a:pt x="19938" y="144399"/>
                  </a:lnTo>
                  <a:lnTo>
                    <a:pt x="18923" y="145415"/>
                  </a:lnTo>
                  <a:lnTo>
                    <a:pt x="18923" y="146812"/>
                  </a:lnTo>
                  <a:lnTo>
                    <a:pt x="18923" y="148082"/>
                  </a:lnTo>
                  <a:lnTo>
                    <a:pt x="19938" y="149225"/>
                  </a:lnTo>
                  <a:lnTo>
                    <a:pt x="21336" y="149225"/>
                  </a:lnTo>
                  <a:lnTo>
                    <a:pt x="22606" y="149225"/>
                  </a:lnTo>
                  <a:lnTo>
                    <a:pt x="23749" y="148082"/>
                  </a:lnTo>
                  <a:lnTo>
                    <a:pt x="23749" y="146812"/>
                  </a:lnTo>
                  <a:close/>
                </a:path>
                <a:path w="41275" h="248920">
                  <a:moveTo>
                    <a:pt x="4953" y="230378"/>
                  </a:moveTo>
                  <a:lnTo>
                    <a:pt x="4191" y="230251"/>
                  </a:lnTo>
                  <a:lnTo>
                    <a:pt x="3301" y="230505"/>
                  </a:lnTo>
                  <a:lnTo>
                    <a:pt x="2667" y="230886"/>
                  </a:lnTo>
                </a:path>
                <a:path w="41275" h="248920">
                  <a:moveTo>
                    <a:pt x="6985" y="224536"/>
                  </a:moveTo>
                  <a:lnTo>
                    <a:pt x="6604" y="224409"/>
                  </a:lnTo>
                  <a:lnTo>
                    <a:pt x="6350" y="224282"/>
                  </a:lnTo>
                  <a:lnTo>
                    <a:pt x="5969" y="224282"/>
                  </a:lnTo>
                </a:path>
                <a:path w="41275" h="248920">
                  <a:moveTo>
                    <a:pt x="15748" y="221742"/>
                  </a:moveTo>
                  <a:lnTo>
                    <a:pt x="15494" y="222123"/>
                  </a:lnTo>
                  <a:lnTo>
                    <a:pt x="15240" y="222504"/>
                  </a:lnTo>
                  <a:lnTo>
                    <a:pt x="15112" y="222885"/>
                  </a:lnTo>
                </a:path>
                <a:path w="41275" h="248920">
                  <a:moveTo>
                    <a:pt x="27050" y="224663"/>
                  </a:moveTo>
                  <a:lnTo>
                    <a:pt x="27050" y="224155"/>
                  </a:lnTo>
                  <a:lnTo>
                    <a:pt x="26924" y="223774"/>
                  </a:lnTo>
                  <a:lnTo>
                    <a:pt x="26797" y="223393"/>
                  </a:lnTo>
                </a:path>
                <a:path w="41275" h="248920">
                  <a:moveTo>
                    <a:pt x="31876" y="232537"/>
                  </a:moveTo>
                  <a:lnTo>
                    <a:pt x="33782" y="231648"/>
                  </a:lnTo>
                  <a:lnTo>
                    <a:pt x="34925" y="229743"/>
                  </a:lnTo>
                  <a:lnTo>
                    <a:pt x="34925" y="227711"/>
                  </a:lnTo>
                </a:path>
                <a:path w="41275" h="248920">
                  <a:moveTo>
                    <a:pt x="38988" y="237617"/>
                  </a:moveTo>
                  <a:lnTo>
                    <a:pt x="38735" y="236982"/>
                  </a:lnTo>
                  <a:lnTo>
                    <a:pt x="38226" y="236347"/>
                  </a:lnTo>
                  <a:lnTo>
                    <a:pt x="37592" y="235839"/>
                  </a:lnTo>
                </a:path>
                <a:path w="41275" h="248920">
                  <a:moveTo>
                    <a:pt x="35813" y="244221"/>
                  </a:moveTo>
                  <a:lnTo>
                    <a:pt x="35813" y="243967"/>
                  </a:lnTo>
                  <a:lnTo>
                    <a:pt x="35813" y="243713"/>
                  </a:lnTo>
                  <a:lnTo>
                    <a:pt x="35813" y="243459"/>
                  </a:lnTo>
                </a:path>
                <a:path w="41275" h="248920">
                  <a:moveTo>
                    <a:pt x="27305" y="245237"/>
                  </a:moveTo>
                  <a:lnTo>
                    <a:pt x="27432" y="245618"/>
                  </a:lnTo>
                  <a:lnTo>
                    <a:pt x="27686" y="245999"/>
                  </a:lnTo>
                  <a:lnTo>
                    <a:pt x="27940" y="246380"/>
                  </a:lnTo>
                </a:path>
                <a:path w="41275" h="248920">
                  <a:moveTo>
                    <a:pt x="20955" y="244729"/>
                  </a:moveTo>
                  <a:lnTo>
                    <a:pt x="20955" y="245110"/>
                  </a:lnTo>
                  <a:lnTo>
                    <a:pt x="21082" y="245364"/>
                  </a:lnTo>
                  <a:lnTo>
                    <a:pt x="21336" y="245618"/>
                  </a:lnTo>
                </a:path>
                <a:path w="41275" h="248920">
                  <a:moveTo>
                    <a:pt x="13462" y="244475"/>
                  </a:moveTo>
                  <a:lnTo>
                    <a:pt x="13970" y="244221"/>
                  </a:lnTo>
                  <a:lnTo>
                    <a:pt x="14350" y="243840"/>
                  </a:lnTo>
                  <a:lnTo>
                    <a:pt x="14605" y="243459"/>
                  </a:lnTo>
                </a:path>
                <a:path w="41275" h="248920">
                  <a:moveTo>
                    <a:pt x="4445" y="237363"/>
                  </a:moveTo>
                  <a:lnTo>
                    <a:pt x="4318" y="237617"/>
                  </a:lnTo>
                  <a:lnTo>
                    <a:pt x="4318" y="237998"/>
                  </a:lnTo>
                  <a:lnTo>
                    <a:pt x="4191" y="238252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4100449" y="3465448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4" h="235585">
                  <a:moveTo>
                    <a:pt x="22733" y="68326"/>
                  </a:moveTo>
                  <a:lnTo>
                    <a:pt x="22098" y="67564"/>
                  </a:lnTo>
                  <a:lnTo>
                    <a:pt x="20447" y="67564"/>
                  </a:lnTo>
                  <a:lnTo>
                    <a:pt x="19685" y="68326"/>
                  </a:lnTo>
                  <a:lnTo>
                    <a:pt x="19685" y="69977"/>
                  </a:lnTo>
                  <a:lnTo>
                    <a:pt x="20447" y="70612"/>
                  </a:lnTo>
                  <a:lnTo>
                    <a:pt x="22098" y="70612"/>
                  </a:lnTo>
                  <a:lnTo>
                    <a:pt x="22733" y="69977"/>
                  </a:lnTo>
                  <a:lnTo>
                    <a:pt x="22733" y="69088"/>
                  </a:lnTo>
                  <a:lnTo>
                    <a:pt x="22733" y="68326"/>
                  </a:lnTo>
                  <a:close/>
                </a:path>
                <a:path w="40004" h="235585">
                  <a:moveTo>
                    <a:pt x="22733" y="381"/>
                  </a:moveTo>
                  <a:lnTo>
                    <a:pt x="22352" y="0"/>
                  </a:lnTo>
                  <a:lnTo>
                    <a:pt x="21590" y="0"/>
                  </a:lnTo>
                  <a:lnTo>
                    <a:pt x="21209" y="381"/>
                  </a:lnTo>
                  <a:lnTo>
                    <a:pt x="21209" y="1143"/>
                  </a:lnTo>
                  <a:lnTo>
                    <a:pt x="21590" y="1524"/>
                  </a:lnTo>
                  <a:lnTo>
                    <a:pt x="22352" y="1524"/>
                  </a:lnTo>
                  <a:lnTo>
                    <a:pt x="22733" y="1143"/>
                  </a:lnTo>
                  <a:lnTo>
                    <a:pt x="22733" y="762"/>
                  </a:lnTo>
                  <a:lnTo>
                    <a:pt x="22733" y="381"/>
                  </a:lnTo>
                  <a:close/>
                </a:path>
                <a:path w="40004" h="235585">
                  <a:moveTo>
                    <a:pt x="22860" y="137807"/>
                  </a:moveTo>
                  <a:lnTo>
                    <a:pt x="21844" y="136779"/>
                  </a:lnTo>
                  <a:lnTo>
                    <a:pt x="19304" y="136779"/>
                  </a:lnTo>
                  <a:lnTo>
                    <a:pt x="18288" y="137807"/>
                  </a:lnTo>
                  <a:lnTo>
                    <a:pt x="18288" y="140347"/>
                  </a:lnTo>
                  <a:lnTo>
                    <a:pt x="19304" y="141351"/>
                  </a:lnTo>
                  <a:lnTo>
                    <a:pt x="21844" y="141351"/>
                  </a:lnTo>
                  <a:lnTo>
                    <a:pt x="22860" y="140347"/>
                  </a:lnTo>
                  <a:lnTo>
                    <a:pt x="22860" y="139065"/>
                  </a:lnTo>
                  <a:lnTo>
                    <a:pt x="22860" y="137807"/>
                  </a:lnTo>
                  <a:close/>
                </a:path>
                <a:path w="40004" h="235585">
                  <a:moveTo>
                    <a:pt x="39497" y="222504"/>
                  </a:moveTo>
                  <a:lnTo>
                    <a:pt x="39103" y="219710"/>
                  </a:lnTo>
                  <a:lnTo>
                    <a:pt x="38989" y="218821"/>
                  </a:lnTo>
                  <a:lnTo>
                    <a:pt x="36449" y="216789"/>
                  </a:lnTo>
                  <a:lnTo>
                    <a:pt x="35560" y="216154"/>
                  </a:lnTo>
                  <a:lnTo>
                    <a:pt x="34671" y="215773"/>
                  </a:lnTo>
                  <a:lnTo>
                    <a:pt x="33655" y="215646"/>
                  </a:lnTo>
                  <a:lnTo>
                    <a:pt x="33655" y="212852"/>
                  </a:lnTo>
                  <a:lnTo>
                    <a:pt x="32943" y="212217"/>
                  </a:lnTo>
                  <a:lnTo>
                    <a:pt x="32092" y="211455"/>
                  </a:lnTo>
                  <a:lnTo>
                    <a:pt x="31242" y="210693"/>
                  </a:lnTo>
                  <a:lnTo>
                    <a:pt x="27559" y="210693"/>
                  </a:lnTo>
                  <a:lnTo>
                    <a:pt x="26670" y="210947"/>
                  </a:lnTo>
                  <a:lnTo>
                    <a:pt x="25781" y="211455"/>
                  </a:lnTo>
                  <a:lnTo>
                    <a:pt x="25336" y="209931"/>
                  </a:lnTo>
                  <a:lnTo>
                    <a:pt x="25069" y="209042"/>
                  </a:lnTo>
                  <a:lnTo>
                    <a:pt x="24993" y="208788"/>
                  </a:lnTo>
                  <a:lnTo>
                    <a:pt x="24892" y="208407"/>
                  </a:lnTo>
                  <a:lnTo>
                    <a:pt x="21590" y="206629"/>
                  </a:lnTo>
                  <a:lnTo>
                    <a:pt x="16560" y="208026"/>
                  </a:lnTo>
                  <a:lnTo>
                    <a:pt x="16852" y="208026"/>
                  </a:lnTo>
                  <a:lnTo>
                    <a:pt x="15875" y="208788"/>
                  </a:lnTo>
                  <a:lnTo>
                    <a:pt x="15113" y="209931"/>
                  </a:lnTo>
                  <a:lnTo>
                    <a:pt x="11938" y="208026"/>
                  </a:lnTo>
                  <a:lnTo>
                    <a:pt x="7747" y="209042"/>
                  </a:lnTo>
                  <a:lnTo>
                    <a:pt x="5918" y="212090"/>
                  </a:lnTo>
                  <a:lnTo>
                    <a:pt x="5842" y="212217"/>
                  </a:lnTo>
                  <a:lnTo>
                    <a:pt x="3683" y="212090"/>
                  </a:lnTo>
                  <a:lnTo>
                    <a:pt x="1778" y="213487"/>
                  </a:lnTo>
                  <a:lnTo>
                    <a:pt x="1524" y="215646"/>
                  </a:lnTo>
                  <a:lnTo>
                    <a:pt x="1435" y="216789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778" y="224790"/>
                  </a:lnTo>
                  <a:lnTo>
                    <a:pt x="2794" y="225564"/>
                  </a:lnTo>
                  <a:lnTo>
                    <a:pt x="4051" y="225564"/>
                  </a:lnTo>
                  <a:lnTo>
                    <a:pt x="3759" y="228092"/>
                  </a:lnTo>
                  <a:lnTo>
                    <a:pt x="3683" y="228854"/>
                  </a:lnTo>
                  <a:lnTo>
                    <a:pt x="5969" y="231775"/>
                  </a:lnTo>
                  <a:lnTo>
                    <a:pt x="9931" y="232410"/>
                  </a:lnTo>
                  <a:lnTo>
                    <a:pt x="11353" y="232410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6"/>
                  </a:lnTo>
                  <a:lnTo>
                    <a:pt x="20447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6162" y="234061"/>
                  </a:lnTo>
                  <a:lnTo>
                    <a:pt x="26797" y="233426"/>
                  </a:lnTo>
                  <a:lnTo>
                    <a:pt x="27038" y="233426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324" y="233426"/>
                  </a:lnTo>
                  <a:lnTo>
                    <a:pt x="33782" y="233045"/>
                  </a:lnTo>
                  <a:lnTo>
                    <a:pt x="34023" y="232664"/>
                  </a:lnTo>
                  <a:lnTo>
                    <a:pt x="34201" y="232410"/>
                  </a:lnTo>
                  <a:lnTo>
                    <a:pt x="34353" y="231775"/>
                  </a:lnTo>
                  <a:lnTo>
                    <a:pt x="34378" y="231521"/>
                  </a:lnTo>
                  <a:lnTo>
                    <a:pt x="34417" y="231267"/>
                  </a:lnTo>
                  <a:lnTo>
                    <a:pt x="36957" y="230632"/>
                  </a:lnTo>
                  <a:lnTo>
                    <a:pt x="38354" y="228092"/>
                  </a:lnTo>
                  <a:lnTo>
                    <a:pt x="37719" y="225564"/>
                  </a:lnTo>
                  <a:lnTo>
                    <a:pt x="37592" y="225171"/>
                  </a:lnTo>
                  <a:lnTo>
                    <a:pt x="39497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4100448" y="3465448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4" h="235585">
                  <a:moveTo>
                    <a:pt x="4063" y="225678"/>
                  </a:moveTo>
                  <a:lnTo>
                    <a:pt x="3683" y="228853"/>
                  </a:lnTo>
                  <a:lnTo>
                    <a:pt x="5968" y="231775"/>
                  </a:lnTo>
                  <a:lnTo>
                    <a:pt x="9143" y="232282"/>
                  </a:lnTo>
                  <a:lnTo>
                    <a:pt x="10540" y="232409"/>
                  </a:lnTo>
                  <a:lnTo>
                    <a:pt x="11811" y="232156"/>
                  </a:lnTo>
                  <a:lnTo>
                    <a:pt x="12953" y="231520"/>
                  </a:lnTo>
                  <a:lnTo>
                    <a:pt x="14224" y="233806"/>
                  </a:lnTo>
                  <a:lnTo>
                    <a:pt x="17017" y="234569"/>
                  </a:lnTo>
                  <a:lnTo>
                    <a:pt x="19303" y="233425"/>
                  </a:lnTo>
                  <a:lnTo>
                    <a:pt x="19685" y="233171"/>
                  </a:lnTo>
                  <a:lnTo>
                    <a:pt x="20065" y="232918"/>
                  </a:lnTo>
                  <a:lnTo>
                    <a:pt x="20447" y="232663"/>
                  </a:lnTo>
                  <a:lnTo>
                    <a:pt x="21336" y="234569"/>
                  </a:lnTo>
                  <a:lnTo>
                    <a:pt x="23749" y="235203"/>
                  </a:lnTo>
                  <a:lnTo>
                    <a:pt x="25653" y="234314"/>
                  </a:lnTo>
                  <a:lnTo>
                    <a:pt x="26162" y="234061"/>
                  </a:lnTo>
                  <a:lnTo>
                    <a:pt x="26542" y="233680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1" y="235203"/>
                  </a:lnTo>
                  <a:lnTo>
                    <a:pt x="33020" y="233680"/>
                  </a:lnTo>
                  <a:lnTo>
                    <a:pt x="33781" y="233044"/>
                  </a:lnTo>
                  <a:lnTo>
                    <a:pt x="34289" y="232282"/>
                  </a:lnTo>
                  <a:lnTo>
                    <a:pt x="34416" y="231267"/>
                  </a:lnTo>
                  <a:lnTo>
                    <a:pt x="36956" y="230631"/>
                  </a:lnTo>
                  <a:lnTo>
                    <a:pt x="38353" y="228092"/>
                  </a:lnTo>
                  <a:lnTo>
                    <a:pt x="37718" y="225551"/>
                  </a:lnTo>
                  <a:lnTo>
                    <a:pt x="37591" y="225170"/>
                  </a:lnTo>
                  <a:lnTo>
                    <a:pt x="39497" y="222503"/>
                  </a:lnTo>
                  <a:lnTo>
                    <a:pt x="33654" y="215645"/>
                  </a:lnTo>
                  <a:lnTo>
                    <a:pt x="33654" y="212851"/>
                  </a:lnTo>
                  <a:lnTo>
                    <a:pt x="31241" y="210693"/>
                  </a:lnTo>
                  <a:lnTo>
                    <a:pt x="28448" y="210693"/>
                  </a:lnTo>
                  <a:lnTo>
                    <a:pt x="27559" y="210693"/>
                  </a:lnTo>
                  <a:lnTo>
                    <a:pt x="26670" y="210946"/>
                  </a:lnTo>
                  <a:lnTo>
                    <a:pt x="25780" y="211455"/>
                  </a:lnTo>
                  <a:lnTo>
                    <a:pt x="24891" y="208406"/>
                  </a:lnTo>
                  <a:lnTo>
                    <a:pt x="21589" y="206628"/>
                  </a:lnTo>
                  <a:lnTo>
                    <a:pt x="18414" y="207518"/>
                  </a:lnTo>
                  <a:lnTo>
                    <a:pt x="17017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7" y="209042"/>
                  </a:lnTo>
                  <a:lnTo>
                    <a:pt x="5841" y="212217"/>
                  </a:lnTo>
                  <a:lnTo>
                    <a:pt x="3683" y="212089"/>
                  </a:lnTo>
                  <a:lnTo>
                    <a:pt x="1777" y="213487"/>
                  </a:lnTo>
                  <a:lnTo>
                    <a:pt x="1524" y="215645"/>
                  </a:lnTo>
                  <a:lnTo>
                    <a:pt x="1397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5" y="219709"/>
                  </a:lnTo>
                  <a:lnTo>
                    <a:pt x="0" y="221995"/>
                  </a:lnTo>
                  <a:lnTo>
                    <a:pt x="1142" y="223774"/>
                  </a:lnTo>
                  <a:lnTo>
                    <a:pt x="1777" y="224789"/>
                  </a:lnTo>
                  <a:lnTo>
                    <a:pt x="2793" y="225551"/>
                  </a:lnTo>
                  <a:lnTo>
                    <a:pt x="4063" y="225551"/>
                  </a:lnTo>
                  <a:close/>
                </a:path>
                <a:path w="40004" h="235585">
                  <a:moveTo>
                    <a:pt x="22733" y="762"/>
                  </a:moveTo>
                  <a:lnTo>
                    <a:pt x="22733" y="380"/>
                  </a:lnTo>
                  <a:lnTo>
                    <a:pt x="22351" y="0"/>
                  </a:lnTo>
                  <a:lnTo>
                    <a:pt x="21971" y="0"/>
                  </a:lnTo>
                  <a:lnTo>
                    <a:pt x="21589" y="0"/>
                  </a:lnTo>
                  <a:lnTo>
                    <a:pt x="21209" y="380"/>
                  </a:lnTo>
                  <a:lnTo>
                    <a:pt x="21209" y="762"/>
                  </a:lnTo>
                  <a:lnTo>
                    <a:pt x="21209" y="1142"/>
                  </a:lnTo>
                  <a:lnTo>
                    <a:pt x="21589" y="1524"/>
                  </a:lnTo>
                  <a:lnTo>
                    <a:pt x="21971" y="1524"/>
                  </a:lnTo>
                  <a:lnTo>
                    <a:pt x="22351" y="1524"/>
                  </a:lnTo>
                  <a:lnTo>
                    <a:pt x="22733" y="1142"/>
                  </a:lnTo>
                  <a:lnTo>
                    <a:pt x="22733" y="762"/>
                  </a:lnTo>
                  <a:close/>
                </a:path>
                <a:path w="40004" h="235585">
                  <a:moveTo>
                    <a:pt x="22733" y="69087"/>
                  </a:moveTo>
                  <a:lnTo>
                    <a:pt x="22733" y="68325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447" y="67563"/>
                  </a:lnTo>
                  <a:lnTo>
                    <a:pt x="19685" y="68325"/>
                  </a:lnTo>
                  <a:lnTo>
                    <a:pt x="19685" y="69087"/>
                  </a:lnTo>
                  <a:lnTo>
                    <a:pt x="19685" y="69976"/>
                  </a:lnTo>
                  <a:lnTo>
                    <a:pt x="20447" y="70612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733" y="69976"/>
                  </a:lnTo>
                  <a:lnTo>
                    <a:pt x="22733" y="69087"/>
                  </a:lnTo>
                  <a:close/>
                </a:path>
                <a:path w="40004" h="235585">
                  <a:moveTo>
                    <a:pt x="22860" y="139064"/>
                  </a:moveTo>
                  <a:lnTo>
                    <a:pt x="22860" y="137795"/>
                  </a:lnTo>
                  <a:lnTo>
                    <a:pt x="21843" y="136778"/>
                  </a:lnTo>
                  <a:lnTo>
                    <a:pt x="20574" y="136778"/>
                  </a:lnTo>
                  <a:lnTo>
                    <a:pt x="19303" y="136778"/>
                  </a:lnTo>
                  <a:lnTo>
                    <a:pt x="18287" y="137795"/>
                  </a:lnTo>
                  <a:lnTo>
                    <a:pt x="18287" y="139064"/>
                  </a:lnTo>
                  <a:lnTo>
                    <a:pt x="18287" y="140335"/>
                  </a:lnTo>
                  <a:lnTo>
                    <a:pt x="19303" y="141350"/>
                  </a:lnTo>
                  <a:lnTo>
                    <a:pt x="20574" y="141350"/>
                  </a:lnTo>
                  <a:lnTo>
                    <a:pt x="21843" y="141350"/>
                  </a:lnTo>
                  <a:lnTo>
                    <a:pt x="22860" y="140335"/>
                  </a:lnTo>
                  <a:lnTo>
                    <a:pt x="22860" y="139064"/>
                  </a:lnTo>
                  <a:close/>
                </a:path>
                <a:path w="40004" h="235585">
                  <a:moveTo>
                    <a:pt x="4825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39" y="218694"/>
                  </a:lnTo>
                </a:path>
                <a:path w="40004" h="235585">
                  <a:moveTo>
                    <a:pt x="6730" y="212725"/>
                  </a:moveTo>
                  <a:lnTo>
                    <a:pt x="6476" y="212598"/>
                  </a:lnTo>
                  <a:lnTo>
                    <a:pt x="6096" y="212470"/>
                  </a:lnTo>
                  <a:lnTo>
                    <a:pt x="5714" y="212470"/>
                  </a:lnTo>
                </a:path>
                <a:path w="40004" h="235585">
                  <a:moveTo>
                    <a:pt x="15112" y="210057"/>
                  </a:moveTo>
                  <a:lnTo>
                    <a:pt x="14986" y="210312"/>
                  </a:lnTo>
                  <a:lnTo>
                    <a:pt x="14731" y="210693"/>
                  </a:lnTo>
                  <a:lnTo>
                    <a:pt x="14604" y="211074"/>
                  </a:lnTo>
                </a:path>
                <a:path w="40004" h="235585">
                  <a:moveTo>
                    <a:pt x="26035" y="212725"/>
                  </a:moveTo>
                  <a:lnTo>
                    <a:pt x="26035" y="212344"/>
                  </a:lnTo>
                  <a:lnTo>
                    <a:pt x="25908" y="211962"/>
                  </a:lnTo>
                  <a:lnTo>
                    <a:pt x="25780" y="211581"/>
                  </a:lnTo>
                </a:path>
                <a:path w="40004" h="235585">
                  <a:moveTo>
                    <a:pt x="30734" y="220218"/>
                  </a:moveTo>
                  <a:lnTo>
                    <a:pt x="32512" y="219456"/>
                  </a:lnTo>
                  <a:lnTo>
                    <a:pt x="33654" y="217677"/>
                  </a:lnTo>
                  <a:lnTo>
                    <a:pt x="33654" y="215773"/>
                  </a:lnTo>
                </a:path>
                <a:path w="40004" h="235585">
                  <a:moveTo>
                    <a:pt x="37464" y="225044"/>
                  </a:moveTo>
                  <a:lnTo>
                    <a:pt x="37211" y="224408"/>
                  </a:lnTo>
                  <a:lnTo>
                    <a:pt x="36829" y="223774"/>
                  </a:lnTo>
                  <a:lnTo>
                    <a:pt x="36195" y="223393"/>
                  </a:lnTo>
                </a:path>
                <a:path w="40004" h="235585">
                  <a:moveTo>
                    <a:pt x="34416" y="231394"/>
                  </a:moveTo>
                  <a:lnTo>
                    <a:pt x="34543" y="231139"/>
                  </a:lnTo>
                  <a:lnTo>
                    <a:pt x="34543" y="230886"/>
                  </a:lnTo>
                  <a:lnTo>
                    <a:pt x="34543" y="230631"/>
                  </a:lnTo>
                </a:path>
                <a:path w="40004" h="235585">
                  <a:moveTo>
                    <a:pt x="26288" y="232282"/>
                  </a:moveTo>
                  <a:lnTo>
                    <a:pt x="26415" y="232663"/>
                  </a:lnTo>
                  <a:lnTo>
                    <a:pt x="26670" y="233044"/>
                  </a:lnTo>
                  <a:lnTo>
                    <a:pt x="26924" y="233299"/>
                  </a:lnTo>
                </a:path>
                <a:path w="40004" h="235585">
                  <a:moveTo>
                    <a:pt x="20192" y="231775"/>
                  </a:moveTo>
                  <a:lnTo>
                    <a:pt x="20192" y="232156"/>
                  </a:lnTo>
                  <a:lnTo>
                    <a:pt x="20320" y="232409"/>
                  </a:lnTo>
                  <a:lnTo>
                    <a:pt x="20447" y="232663"/>
                  </a:lnTo>
                </a:path>
                <a:path w="40004" h="235585">
                  <a:moveTo>
                    <a:pt x="12953" y="231520"/>
                  </a:moveTo>
                  <a:lnTo>
                    <a:pt x="13335" y="231267"/>
                  </a:lnTo>
                  <a:lnTo>
                    <a:pt x="13842" y="231012"/>
                  </a:lnTo>
                  <a:lnTo>
                    <a:pt x="14097" y="230631"/>
                  </a:lnTo>
                </a:path>
                <a:path w="40004" h="235585">
                  <a:moveTo>
                    <a:pt x="4317" y="224789"/>
                  </a:moveTo>
                  <a:lnTo>
                    <a:pt x="4190" y="225044"/>
                  </a:lnTo>
                  <a:lnTo>
                    <a:pt x="4063" y="225425"/>
                  </a:lnTo>
                  <a:lnTo>
                    <a:pt x="406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4117213" y="3412362"/>
              <a:ext cx="41275" cy="104139"/>
            </a:xfrm>
            <a:custGeom>
              <a:avLst/>
              <a:gdLst/>
              <a:ahLst/>
              <a:cxnLst/>
              <a:rect l="l" t="t" r="r" b="b"/>
              <a:pathLst>
                <a:path w="41275" h="104139">
                  <a:moveTo>
                    <a:pt x="23749" y="1016"/>
                  </a:moveTo>
                  <a:lnTo>
                    <a:pt x="22606" y="0"/>
                  </a:lnTo>
                  <a:lnTo>
                    <a:pt x="19939" y="0"/>
                  </a:lnTo>
                  <a:lnTo>
                    <a:pt x="18923" y="1016"/>
                  </a:lnTo>
                  <a:lnTo>
                    <a:pt x="18923" y="3683"/>
                  </a:lnTo>
                  <a:lnTo>
                    <a:pt x="19939" y="4826"/>
                  </a:lnTo>
                  <a:lnTo>
                    <a:pt x="22606" y="4826"/>
                  </a:lnTo>
                  <a:lnTo>
                    <a:pt x="23749" y="3683"/>
                  </a:lnTo>
                  <a:lnTo>
                    <a:pt x="23749" y="2413"/>
                  </a:lnTo>
                  <a:lnTo>
                    <a:pt x="23749" y="1016"/>
                  </a:lnTo>
                  <a:close/>
                </a:path>
                <a:path w="41275" h="104139">
                  <a:moveTo>
                    <a:pt x="39878" y="96393"/>
                  </a:moveTo>
                  <a:lnTo>
                    <a:pt x="39268" y="93853"/>
                  </a:lnTo>
                  <a:lnTo>
                    <a:pt x="5448" y="93853"/>
                  </a:lnTo>
                  <a:lnTo>
                    <a:pt x="2908" y="93599"/>
                  </a:lnTo>
                  <a:lnTo>
                    <a:pt x="3365" y="93853"/>
                  </a:lnTo>
                  <a:lnTo>
                    <a:pt x="4191" y="93853"/>
                  </a:lnTo>
                  <a:lnTo>
                    <a:pt x="3898" y="96393"/>
                  </a:lnTo>
                  <a:lnTo>
                    <a:pt x="3810" y="97282"/>
                  </a:lnTo>
                  <a:lnTo>
                    <a:pt x="6096" y="100330"/>
                  </a:lnTo>
                  <a:lnTo>
                    <a:pt x="10375" y="100965"/>
                  </a:lnTo>
                  <a:lnTo>
                    <a:pt x="11861" y="100965"/>
                  </a:lnTo>
                  <a:lnTo>
                    <a:pt x="13462" y="100076"/>
                  </a:lnTo>
                  <a:lnTo>
                    <a:pt x="14732" y="102362"/>
                  </a:lnTo>
                  <a:lnTo>
                    <a:pt x="17653" y="103251"/>
                  </a:lnTo>
                  <a:lnTo>
                    <a:pt x="20066" y="101981"/>
                  </a:lnTo>
                  <a:lnTo>
                    <a:pt x="20574" y="101854"/>
                  </a:lnTo>
                  <a:lnTo>
                    <a:pt x="21209" y="101219"/>
                  </a:lnTo>
                  <a:lnTo>
                    <a:pt x="22288" y="103251"/>
                  </a:lnTo>
                  <a:lnTo>
                    <a:pt x="22567" y="103251"/>
                  </a:lnTo>
                  <a:lnTo>
                    <a:pt x="24638" y="104013"/>
                  </a:lnTo>
                  <a:lnTo>
                    <a:pt x="26060" y="103251"/>
                  </a:lnTo>
                  <a:lnTo>
                    <a:pt x="25908" y="103251"/>
                  </a:lnTo>
                  <a:lnTo>
                    <a:pt x="27178" y="102743"/>
                  </a:lnTo>
                  <a:lnTo>
                    <a:pt x="27686" y="102362"/>
                  </a:lnTo>
                  <a:lnTo>
                    <a:pt x="27876" y="101981"/>
                  </a:lnTo>
                  <a:lnTo>
                    <a:pt x="27940" y="101854"/>
                  </a:lnTo>
                  <a:lnTo>
                    <a:pt x="29806" y="104013"/>
                  </a:lnTo>
                  <a:lnTo>
                    <a:pt x="32219" y="104013"/>
                  </a:lnTo>
                  <a:lnTo>
                    <a:pt x="34899" y="101854"/>
                  </a:lnTo>
                  <a:lnTo>
                    <a:pt x="35331" y="101219"/>
                  </a:lnTo>
                  <a:lnTo>
                    <a:pt x="35483" y="100965"/>
                  </a:lnTo>
                  <a:lnTo>
                    <a:pt x="35687" y="100330"/>
                  </a:lnTo>
                  <a:lnTo>
                    <a:pt x="35750" y="100076"/>
                  </a:lnTo>
                  <a:lnTo>
                    <a:pt x="35814" y="99822"/>
                  </a:lnTo>
                  <a:lnTo>
                    <a:pt x="38354" y="99060"/>
                  </a:lnTo>
                  <a:lnTo>
                    <a:pt x="39878" y="96393"/>
                  </a:lnTo>
                  <a:close/>
                </a:path>
                <a:path w="41275" h="104139">
                  <a:moveTo>
                    <a:pt x="41021" y="90424"/>
                  </a:moveTo>
                  <a:lnTo>
                    <a:pt x="40627" y="87503"/>
                  </a:lnTo>
                  <a:lnTo>
                    <a:pt x="40513" y="86614"/>
                  </a:lnTo>
                  <a:lnTo>
                    <a:pt x="37846" y="84455"/>
                  </a:lnTo>
                  <a:lnTo>
                    <a:pt x="36957" y="83820"/>
                  </a:lnTo>
                  <a:lnTo>
                    <a:pt x="35941" y="83439"/>
                  </a:lnTo>
                  <a:lnTo>
                    <a:pt x="34925" y="83439"/>
                  </a:lnTo>
                  <a:lnTo>
                    <a:pt x="34925" y="80391"/>
                  </a:lnTo>
                  <a:lnTo>
                    <a:pt x="34290" y="79756"/>
                  </a:lnTo>
                  <a:lnTo>
                    <a:pt x="33401" y="78867"/>
                  </a:lnTo>
                  <a:lnTo>
                    <a:pt x="32512" y="77978"/>
                  </a:lnTo>
                  <a:lnTo>
                    <a:pt x="28575" y="77978"/>
                  </a:lnTo>
                  <a:lnTo>
                    <a:pt x="27686" y="78359"/>
                  </a:lnTo>
                  <a:lnTo>
                    <a:pt x="26797" y="78867"/>
                  </a:lnTo>
                  <a:lnTo>
                    <a:pt x="26289" y="77216"/>
                  </a:lnTo>
                  <a:lnTo>
                    <a:pt x="25971" y="76200"/>
                  </a:lnTo>
                  <a:lnTo>
                    <a:pt x="25895" y="75946"/>
                  </a:lnTo>
                  <a:lnTo>
                    <a:pt x="25781" y="75565"/>
                  </a:lnTo>
                  <a:lnTo>
                    <a:pt x="22352" y="73660"/>
                  </a:lnTo>
                  <a:lnTo>
                    <a:pt x="19050" y="74676"/>
                  </a:lnTo>
                  <a:lnTo>
                    <a:pt x="17780" y="75184"/>
                  </a:lnTo>
                  <a:lnTo>
                    <a:pt x="16510" y="75946"/>
                  </a:lnTo>
                  <a:lnTo>
                    <a:pt x="15748" y="77216"/>
                  </a:lnTo>
                  <a:lnTo>
                    <a:pt x="12446" y="75184"/>
                  </a:lnTo>
                  <a:lnTo>
                    <a:pt x="8001" y="76200"/>
                  </a:lnTo>
                  <a:lnTo>
                    <a:pt x="6096" y="79629"/>
                  </a:lnTo>
                  <a:lnTo>
                    <a:pt x="5969" y="79756"/>
                  </a:lnTo>
                  <a:lnTo>
                    <a:pt x="4876" y="79629"/>
                  </a:lnTo>
                  <a:lnTo>
                    <a:pt x="3632" y="79629"/>
                  </a:lnTo>
                  <a:lnTo>
                    <a:pt x="1778" y="81026"/>
                  </a:lnTo>
                  <a:lnTo>
                    <a:pt x="1485" y="83439"/>
                  </a:lnTo>
                  <a:lnTo>
                    <a:pt x="1435" y="84455"/>
                  </a:lnTo>
                  <a:lnTo>
                    <a:pt x="1778" y="85471"/>
                  </a:lnTo>
                  <a:lnTo>
                    <a:pt x="2540" y="86360"/>
                  </a:lnTo>
                  <a:lnTo>
                    <a:pt x="635" y="87503"/>
                  </a:lnTo>
                  <a:lnTo>
                    <a:pt x="0" y="89916"/>
                  </a:lnTo>
                  <a:lnTo>
                    <a:pt x="1143" y="91821"/>
                  </a:lnTo>
                  <a:lnTo>
                    <a:pt x="1841" y="93091"/>
                  </a:lnTo>
                  <a:lnTo>
                    <a:pt x="1993" y="93091"/>
                  </a:lnTo>
                  <a:lnTo>
                    <a:pt x="2463" y="93345"/>
                  </a:lnTo>
                  <a:lnTo>
                    <a:pt x="39116" y="93345"/>
                  </a:lnTo>
                  <a:lnTo>
                    <a:pt x="38989" y="93091"/>
                  </a:lnTo>
                  <a:lnTo>
                    <a:pt x="41021" y="90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4117212" y="3267963"/>
              <a:ext cx="41275" cy="248920"/>
            </a:xfrm>
            <a:custGeom>
              <a:avLst/>
              <a:gdLst/>
              <a:ahLst/>
              <a:cxnLst/>
              <a:rect l="l" t="t" r="r" b="b"/>
              <a:pathLst>
                <a:path w="41275" h="248920">
                  <a:moveTo>
                    <a:pt x="4190" y="238251"/>
                  </a:moveTo>
                  <a:lnTo>
                    <a:pt x="3810" y="241681"/>
                  </a:lnTo>
                  <a:lnTo>
                    <a:pt x="6096" y="244728"/>
                  </a:lnTo>
                  <a:lnTo>
                    <a:pt x="9525" y="245237"/>
                  </a:lnTo>
                  <a:lnTo>
                    <a:pt x="10922" y="245363"/>
                  </a:lnTo>
                  <a:lnTo>
                    <a:pt x="12319" y="245110"/>
                  </a:lnTo>
                  <a:lnTo>
                    <a:pt x="13462" y="244475"/>
                  </a:lnTo>
                  <a:lnTo>
                    <a:pt x="14732" y="246761"/>
                  </a:lnTo>
                  <a:lnTo>
                    <a:pt x="17652" y="247650"/>
                  </a:lnTo>
                  <a:lnTo>
                    <a:pt x="20065" y="246380"/>
                  </a:lnTo>
                  <a:lnTo>
                    <a:pt x="20574" y="246252"/>
                  </a:lnTo>
                  <a:lnTo>
                    <a:pt x="20954" y="245872"/>
                  </a:lnTo>
                  <a:lnTo>
                    <a:pt x="21209" y="245618"/>
                  </a:lnTo>
                  <a:lnTo>
                    <a:pt x="22225" y="247523"/>
                  </a:lnTo>
                  <a:lnTo>
                    <a:pt x="24637" y="248412"/>
                  </a:lnTo>
                  <a:lnTo>
                    <a:pt x="26542" y="247396"/>
                  </a:lnTo>
                  <a:lnTo>
                    <a:pt x="27177" y="247141"/>
                  </a:lnTo>
                  <a:lnTo>
                    <a:pt x="27686" y="246761"/>
                  </a:lnTo>
                  <a:lnTo>
                    <a:pt x="27939" y="246252"/>
                  </a:lnTo>
                  <a:lnTo>
                    <a:pt x="29590" y="248158"/>
                  </a:lnTo>
                  <a:lnTo>
                    <a:pt x="32385" y="248285"/>
                  </a:lnTo>
                  <a:lnTo>
                    <a:pt x="34289" y="246761"/>
                  </a:lnTo>
                  <a:lnTo>
                    <a:pt x="35051" y="246125"/>
                  </a:lnTo>
                  <a:lnTo>
                    <a:pt x="35560" y="245237"/>
                  </a:lnTo>
                  <a:lnTo>
                    <a:pt x="35813" y="244221"/>
                  </a:lnTo>
                  <a:lnTo>
                    <a:pt x="38353" y="243459"/>
                  </a:lnTo>
                  <a:lnTo>
                    <a:pt x="39877" y="240791"/>
                  </a:lnTo>
                  <a:lnTo>
                    <a:pt x="39242" y="238125"/>
                  </a:lnTo>
                  <a:lnTo>
                    <a:pt x="39115" y="237744"/>
                  </a:lnTo>
                  <a:lnTo>
                    <a:pt x="38988" y="237489"/>
                  </a:lnTo>
                  <a:lnTo>
                    <a:pt x="41021" y="234823"/>
                  </a:lnTo>
                  <a:lnTo>
                    <a:pt x="40512" y="231012"/>
                  </a:lnTo>
                  <a:lnTo>
                    <a:pt x="37846" y="228853"/>
                  </a:lnTo>
                  <a:lnTo>
                    <a:pt x="36957" y="228219"/>
                  </a:lnTo>
                  <a:lnTo>
                    <a:pt x="35940" y="227837"/>
                  </a:lnTo>
                  <a:lnTo>
                    <a:pt x="34925" y="227711"/>
                  </a:lnTo>
                  <a:lnTo>
                    <a:pt x="34925" y="224789"/>
                  </a:lnTo>
                  <a:lnTo>
                    <a:pt x="32512" y="222376"/>
                  </a:lnTo>
                  <a:lnTo>
                    <a:pt x="29590" y="222376"/>
                  </a:lnTo>
                  <a:lnTo>
                    <a:pt x="28575" y="222376"/>
                  </a:lnTo>
                  <a:lnTo>
                    <a:pt x="27686" y="222758"/>
                  </a:lnTo>
                  <a:lnTo>
                    <a:pt x="26797" y="223265"/>
                  </a:lnTo>
                  <a:lnTo>
                    <a:pt x="25781" y="219963"/>
                  </a:lnTo>
                  <a:lnTo>
                    <a:pt x="22351" y="218059"/>
                  </a:lnTo>
                  <a:lnTo>
                    <a:pt x="19050" y="219075"/>
                  </a:lnTo>
                  <a:lnTo>
                    <a:pt x="17779" y="219583"/>
                  </a:lnTo>
                  <a:lnTo>
                    <a:pt x="16510" y="220345"/>
                  </a:lnTo>
                  <a:lnTo>
                    <a:pt x="15748" y="221614"/>
                  </a:lnTo>
                  <a:lnTo>
                    <a:pt x="12446" y="219583"/>
                  </a:lnTo>
                  <a:lnTo>
                    <a:pt x="8000" y="220599"/>
                  </a:lnTo>
                  <a:lnTo>
                    <a:pt x="6096" y="224027"/>
                  </a:lnTo>
                  <a:lnTo>
                    <a:pt x="5969" y="224155"/>
                  </a:lnTo>
                  <a:lnTo>
                    <a:pt x="3810" y="223900"/>
                  </a:lnTo>
                  <a:lnTo>
                    <a:pt x="1777" y="225425"/>
                  </a:lnTo>
                  <a:lnTo>
                    <a:pt x="1524" y="227584"/>
                  </a:lnTo>
                  <a:lnTo>
                    <a:pt x="1397" y="228726"/>
                  </a:lnTo>
                  <a:lnTo>
                    <a:pt x="1777" y="229870"/>
                  </a:lnTo>
                  <a:lnTo>
                    <a:pt x="2539" y="230759"/>
                  </a:lnTo>
                  <a:lnTo>
                    <a:pt x="635" y="231901"/>
                  </a:lnTo>
                  <a:lnTo>
                    <a:pt x="0" y="234314"/>
                  </a:lnTo>
                  <a:lnTo>
                    <a:pt x="1142" y="236220"/>
                  </a:lnTo>
                  <a:lnTo>
                    <a:pt x="1777" y="237362"/>
                  </a:lnTo>
                  <a:lnTo>
                    <a:pt x="2921" y="237998"/>
                  </a:lnTo>
                  <a:lnTo>
                    <a:pt x="4190" y="238125"/>
                  </a:lnTo>
                  <a:close/>
                </a:path>
                <a:path w="41275" h="248920">
                  <a:moveTo>
                    <a:pt x="23622" y="888"/>
                  </a:moveTo>
                  <a:lnTo>
                    <a:pt x="23622" y="381"/>
                  </a:lnTo>
                  <a:lnTo>
                    <a:pt x="23240" y="0"/>
                  </a:lnTo>
                  <a:lnTo>
                    <a:pt x="22860" y="0"/>
                  </a:lnTo>
                  <a:lnTo>
                    <a:pt x="22351" y="0"/>
                  </a:lnTo>
                  <a:lnTo>
                    <a:pt x="21971" y="381"/>
                  </a:lnTo>
                  <a:lnTo>
                    <a:pt x="21971" y="888"/>
                  </a:lnTo>
                  <a:lnTo>
                    <a:pt x="21971" y="1270"/>
                  </a:lnTo>
                  <a:lnTo>
                    <a:pt x="22351" y="1650"/>
                  </a:lnTo>
                  <a:lnTo>
                    <a:pt x="22860" y="1650"/>
                  </a:lnTo>
                  <a:lnTo>
                    <a:pt x="23240" y="1650"/>
                  </a:lnTo>
                  <a:lnTo>
                    <a:pt x="23622" y="1270"/>
                  </a:lnTo>
                  <a:lnTo>
                    <a:pt x="23622" y="888"/>
                  </a:lnTo>
                  <a:close/>
                </a:path>
                <a:path w="41275" h="248920">
                  <a:moveTo>
                    <a:pt x="23622" y="73025"/>
                  </a:moveTo>
                  <a:lnTo>
                    <a:pt x="23622" y="72136"/>
                  </a:lnTo>
                  <a:lnTo>
                    <a:pt x="22987" y="71374"/>
                  </a:lnTo>
                  <a:lnTo>
                    <a:pt x="22098" y="71374"/>
                  </a:lnTo>
                  <a:lnTo>
                    <a:pt x="21209" y="71374"/>
                  </a:lnTo>
                  <a:lnTo>
                    <a:pt x="20447" y="72136"/>
                  </a:lnTo>
                  <a:lnTo>
                    <a:pt x="20447" y="73025"/>
                  </a:lnTo>
                  <a:lnTo>
                    <a:pt x="20447" y="73913"/>
                  </a:lnTo>
                  <a:lnTo>
                    <a:pt x="21209" y="74675"/>
                  </a:lnTo>
                  <a:lnTo>
                    <a:pt x="22098" y="74675"/>
                  </a:lnTo>
                  <a:lnTo>
                    <a:pt x="22987" y="74675"/>
                  </a:lnTo>
                  <a:lnTo>
                    <a:pt x="23622" y="73913"/>
                  </a:lnTo>
                  <a:lnTo>
                    <a:pt x="23622" y="73025"/>
                  </a:lnTo>
                  <a:close/>
                </a:path>
                <a:path w="41275" h="248920">
                  <a:moveTo>
                    <a:pt x="23749" y="146812"/>
                  </a:moveTo>
                  <a:lnTo>
                    <a:pt x="23749" y="145414"/>
                  </a:lnTo>
                  <a:lnTo>
                    <a:pt x="22606" y="144399"/>
                  </a:lnTo>
                  <a:lnTo>
                    <a:pt x="21336" y="144399"/>
                  </a:lnTo>
                  <a:lnTo>
                    <a:pt x="19938" y="144399"/>
                  </a:lnTo>
                  <a:lnTo>
                    <a:pt x="18923" y="145414"/>
                  </a:lnTo>
                  <a:lnTo>
                    <a:pt x="18923" y="146812"/>
                  </a:lnTo>
                  <a:lnTo>
                    <a:pt x="18923" y="148082"/>
                  </a:lnTo>
                  <a:lnTo>
                    <a:pt x="19938" y="149225"/>
                  </a:lnTo>
                  <a:lnTo>
                    <a:pt x="21336" y="149225"/>
                  </a:lnTo>
                  <a:lnTo>
                    <a:pt x="22606" y="149225"/>
                  </a:lnTo>
                  <a:lnTo>
                    <a:pt x="23749" y="148082"/>
                  </a:lnTo>
                  <a:lnTo>
                    <a:pt x="23749" y="146812"/>
                  </a:lnTo>
                  <a:close/>
                </a:path>
                <a:path w="41275" h="248920">
                  <a:moveTo>
                    <a:pt x="4952" y="230377"/>
                  </a:moveTo>
                  <a:lnTo>
                    <a:pt x="4190" y="230250"/>
                  </a:lnTo>
                  <a:lnTo>
                    <a:pt x="3301" y="230505"/>
                  </a:lnTo>
                  <a:lnTo>
                    <a:pt x="2666" y="230886"/>
                  </a:lnTo>
                </a:path>
                <a:path w="41275" h="248920">
                  <a:moveTo>
                    <a:pt x="6985" y="224536"/>
                  </a:moveTo>
                  <a:lnTo>
                    <a:pt x="6603" y="224409"/>
                  </a:lnTo>
                  <a:lnTo>
                    <a:pt x="6350" y="224282"/>
                  </a:lnTo>
                  <a:lnTo>
                    <a:pt x="5969" y="224282"/>
                  </a:lnTo>
                </a:path>
                <a:path w="41275" h="248920">
                  <a:moveTo>
                    <a:pt x="15748" y="221741"/>
                  </a:moveTo>
                  <a:lnTo>
                    <a:pt x="15494" y="222123"/>
                  </a:lnTo>
                  <a:lnTo>
                    <a:pt x="15239" y="222503"/>
                  </a:lnTo>
                  <a:lnTo>
                    <a:pt x="15112" y="222885"/>
                  </a:lnTo>
                </a:path>
                <a:path w="41275" h="248920">
                  <a:moveTo>
                    <a:pt x="27050" y="224662"/>
                  </a:moveTo>
                  <a:lnTo>
                    <a:pt x="27050" y="224155"/>
                  </a:lnTo>
                  <a:lnTo>
                    <a:pt x="26924" y="223774"/>
                  </a:lnTo>
                  <a:lnTo>
                    <a:pt x="26797" y="223393"/>
                  </a:lnTo>
                </a:path>
                <a:path w="41275" h="248920">
                  <a:moveTo>
                    <a:pt x="31876" y="232537"/>
                  </a:moveTo>
                  <a:lnTo>
                    <a:pt x="33782" y="231648"/>
                  </a:lnTo>
                  <a:lnTo>
                    <a:pt x="34925" y="229743"/>
                  </a:lnTo>
                  <a:lnTo>
                    <a:pt x="34925" y="227711"/>
                  </a:lnTo>
                </a:path>
                <a:path w="41275" h="248920">
                  <a:moveTo>
                    <a:pt x="38988" y="237616"/>
                  </a:moveTo>
                  <a:lnTo>
                    <a:pt x="38735" y="236982"/>
                  </a:lnTo>
                  <a:lnTo>
                    <a:pt x="38226" y="236347"/>
                  </a:lnTo>
                  <a:lnTo>
                    <a:pt x="37591" y="235838"/>
                  </a:lnTo>
                </a:path>
                <a:path w="41275" h="248920">
                  <a:moveTo>
                    <a:pt x="35813" y="244221"/>
                  </a:moveTo>
                  <a:lnTo>
                    <a:pt x="35813" y="243966"/>
                  </a:lnTo>
                  <a:lnTo>
                    <a:pt x="35813" y="243712"/>
                  </a:lnTo>
                  <a:lnTo>
                    <a:pt x="35813" y="243459"/>
                  </a:lnTo>
                </a:path>
                <a:path w="41275" h="248920">
                  <a:moveTo>
                    <a:pt x="27304" y="245237"/>
                  </a:moveTo>
                  <a:lnTo>
                    <a:pt x="27432" y="245618"/>
                  </a:lnTo>
                  <a:lnTo>
                    <a:pt x="27686" y="245999"/>
                  </a:lnTo>
                  <a:lnTo>
                    <a:pt x="27939" y="246380"/>
                  </a:lnTo>
                </a:path>
                <a:path w="41275" h="248920">
                  <a:moveTo>
                    <a:pt x="20954" y="244728"/>
                  </a:moveTo>
                  <a:lnTo>
                    <a:pt x="20954" y="245110"/>
                  </a:lnTo>
                  <a:lnTo>
                    <a:pt x="21082" y="245363"/>
                  </a:lnTo>
                  <a:lnTo>
                    <a:pt x="21336" y="245618"/>
                  </a:lnTo>
                </a:path>
                <a:path w="41275" h="248920">
                  <a:moveTo>
                    <a:pt x="13462" y="244475"/>
                  </a:moveTo>
                  <a:lnTo>
                    <a:pt x="13970" y="244221"/>
                  </a:lnTo>
                  <a:lnTo>
                    <a:pt x="14350" y="243839"/>
                  </a:lnTo>
                  <a:lnTo>
                    <a:pt x="14604" y="243459"/>
                  </a:lnTo>
                </a:path>
                <a:path w="41275" h="248920">
                  <a:moveTo>
                    <a:pt x="4445" y="237362"/>
                  </a:moveTo>
                  <a:lnTo>
                    <a:pt x="4317" y="237616"/>
                  </a:lnTo>
                  <a:lnTo>
                    <a:pt x="4317" y="237998"/>
                  </a:lnTo>
                  <a:lnTo>
                    <a:pt x="4190" y="23825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459226" y="3486022"/>
              <a:ext cx="81915" cy="30480"/>
            </a:xfrm>
            <a:custGeom>
              <a:avLst/>
              <a:gdLst/>
              <a:ahLst/>
              <a:cxnLst/>
              <a:rect l="l" t="t" r="r" b="b"/>
              <a:pathLst>
                <a:path w="81914" h="30479">
                  <a:moveTo>
                    <a:pt x="1651" y="19558"/>
                  </a:moveTo>
                  <a:lnTo>
                    <a:pt x="1270" y="19177"/>
                  </a:lnTo>
                  <a:lnTo>
                    <a:pt x="381" y="19177"/>
                  </a:lnTo>
                  <a:lnTo>
                    <a:pt x="0" y="19558"/>
                  </a:lnTo>
                  <a:lnTo>
                    <a:pt x="0" y="20447"/>
                  </a:lnTo>
                  <a:lnTo>
                    <a:pt x="381" y="20828"/>
                  </a:lnTo>
                  <a:lnTo>
                    <a:pt x="1270" y="20828"/>
                  </a:lnTo>
                  <a:lnTo>
                    <a:pt x="1651" y="20447"/>
                  </a:lnTo>
                  <a:lnTo>
                    <a:pt x="1651" y="19939"/>
                  </a:lnTo>
                  <a:lnTo>
                    <a:pt x="1651" y="19558"/>
                  </a:lnTo>
                  <a:close/>
                </a:path>
                <a:path w="81914" h="30479">
                  <a:moveTo>
                    <a:pt x="15494" y="18161"/>
                  </a:moveTo>
                  <a:lnTo>
                    <a:pt x="14732" y="17399"/>
                  </a:lnTo>
                  <a:lnTo>
                    <a:pt x="12954" y="17399"/>
                  </a:lnTo>
                  <a:lnTo>
                    <a:pt x="12192" y="18161"/>
                  </a:lnTo>
                  <a:lnTo>
                    <a:pt x="12192" y="19939"/>
                  </a:lnTo>
                  <a:lnTo>
                    <a:pt x="12954" y="20574"/>
                  </a:lnTo>
                  <a:lnTo>
                    <a:pt x="14732" y="20574"/>
                  </a:lnTo>
                  <a:lnTo>
                    <a:pt x="15494" y="19939"/>
                  </a:lnTo>
                  <a:lnTo>
                    <a:pt x="15494" y="19050"/>
                  </a:lnTo>
                  <a:lnTo>
                    <a:pt x="15494" y="18161"/>
                  </a:lnTo>
                  <a:close/>
                </a:path>
                <a:path w="81914" h="30479">
                  <a:moveTo>
                    <a:pt x="30861" y="16510"/>
                  </a:moveTo>
                  <a:lnTo>
                    <a:pt x="29845" y="15494"/>
                  </a:lnTo>
                  <a:lnTo>
                    <a:pt x="27178" y="15494"/>
                  </a:lnTo>
                  <a:lnTo>
                    <a:pt x="26035" y="16510"/>
                  </a:lnTo>
                  <a:lnTo>
                    <a:pt x="26035" y="19177"/>
                  </a:lnTo>
                  <a:lnTo>
                    <a:pt x="27178" y="20320"/>
                  </a:lnTo>
                  <a:lnTo>
                    <a:pt x="29845" y="20320"/>
                  </a:lnTo>
                  <a:lnTo>
                    <a:pt x="30861" y="19177"/>
                  </a:lnTo>
                  <a:lnTo>
                    <a:pt x="30861" y="17907"/>
                  </a:lnTo>
                  <a:lnTo>
                    <a:pt x="30861" y="16510"/>
                  </a:lnTo>
                  <a:close/>
                </a:path>
                <a:path w="81914" h="30479">
                  <a:moveTo>
                    <a:pt x="80645" y="22733"/>
                  </a:moveTo>
                  <a:lnTo>
                    <a:pt x="80035" y="20193"/>
                  </a:lnTo>
                  <a:lnTo>
                    <a:pt x="46228" y="20193"/>
                  </a:lnTo>
                  <a:lnTo>
                    <a:pt x="43675" y="19939"/>
                  </a:lnTo>
                  <a:lnTo>
                    <a:pt x="44132" y="20193"/>
                  </a:lnTo>
                  <a:lnTo>
                    <a:pt x="44958" y="20193"/>
                  </a:lnTo>
                  <a:lnTo>
                    <a:pt x="44665" y="22733"/>
                  </a:lnTo>
                  <a:lnTo>
                    <a:pt x="44577" y="23622"/>
                  </a:lnTo>
                  <a:lnTo>
                    <a:pt x="46863" y="26670"/>
                  </a:lnTo>
                  <a:lnTo>
                    <a:pt x="51142" y="27305"/>
                  </a:lnTo>
                  <a:lnTo>
                    <a:pt x="52628" y="27305"/>
                  </a:lnTo>
                  <a:lnTo>
                    <a:pt x="54229" y="26416"/>
                  </a:lnTo>
                  <a:lnTo>
                    <a:pt x="55499" y="28702"/>
                  </a:lnTo>
                  <a:lnTo>
                    <a:pt x="58420" y="29591"/>
                  </a:lnTo>
                  <a:lnTo>
                    <a:pt x="60833" y="28321"/>
                  </a:lnTo>
                  <a:lnTo>
                    <a:pt x="61341" y="28194"/>
                  </a:lnTo>
                  <a:lnTo>
                    <a:pt x="61976" y="27559"/>
                  </a:lnTo>
                  <a:lnTo>
                    <a:pt x="63055" y="29591"/>
                  </a:lnTo>
                  <a:lnTo>
                    <a:pt x="63334" y="29591"/>
                  </a:lnTo>
                  <a:lnTo>
                    <a:pt x="65405" y="30353"/>
                  </a:lnTo>
                  <a:lnTo>
                    <a:pt x="66827" y="29591"/>
                  </a:lnTo>
                  <a:lnTo>
                    <a:pt x="66675" y="29591"/>
                  </a:lnTo>
                  <a:lnTo>
                    <a:pt x="67945" y="29083"/>
                  </a:lnTo>
                  <a:lnTo>
                    <a:pt x="68453" y="28702"/>
                  </a:lnTo>
                  <a:lnTo>
                    <a:pt x="68630" y="28321"/>
                  </a:lnTo>
                  <a:lnTo>
                    <a:pt x="68707" y="28194"/>
                  </a:lnTo>
                  <a:lnTo>
                    <a:pt x="70573" y="30353"/>
                  </a:lnTo>
                  <a:lnTo>
                    <a:pt x="72986" y="30353"/>
                  </a:lnTo>
                  <a:lnTo>
                    <a:pt x="75666" y="28194"/>
                  </a:lnTo>
                  <a:lnTo>
                    <a:pt x="76098" y="27559"/>
                  </a:lnTo>
                  <a:lnTo>
                    <a:pt x="76250" y="27305"/>
                  </a:lnTo>
                  <a:lnTo>
                    <a:pt x="76454" y="26670"/>
                  </a:lnTo>
                  <a:lnTo>
                    <a:pt x="76517" y="26416"/>
                  </a:lnTo>
                  <a:lnTo>
                    <a:pt x="76581" y="26162"/>
                  </a:lnTo>
                  <a:lnTo>
                    <a:pt x="79121" y="25400"/>
                  </a:lnTo>
                  <a:lnTo>
                    <a:pt x="80645" y="22733"/>
                  </a:lnTo>
                  <a:close/>
                </a:path>
                <a:path w="81914" h="30479">
                  <a:moveTo>
                    <a:pt x="81788" y="16764"/>
                  </a:moveTo>
                  <a:lnTo>
                    <a:pt x="81394" y="13843"/>
                  </a:lnTo>
                  <a:lnTo>
                    <a:pt x="81280" y="12954"/>
                  </a:lnTo>
                  <a:lnTo>
                    <a:pt x="78613" y="10795"/>
                  </a:lnTo>
                  <a:lnTo>
                    <a:pt x="77724" y="10160"/>
                  </a:lnTo>
                  <a:lnTo>
                    <a:pt x="76708" y="9779"/>
                  </a:lnTo>
                  <a:lnTo>
                    <a:pt x="75692" y="9779"/>
                  </a:lnTo>
                  <a:lnTo>
                    <a:pt x="75692" y="6731"/>
                  </a:lnTo>
                  <a:lnTo>
                    <a:pt x="75057" y="6096"/>
                  </a:lnTo>
                  <a:lnTo>
                    <a:pt x="74155" y="5207"/>
                  </a:lnTo>
                  <a:lnTo>
                    <a:pt x="73279" y="4318"/>
                  </a:lnTo>
                  <a:lnTo>
                    <a:pt x="69342" y="4318"/>
                  </a:lnTo>
                  <a:lnTo>
                    <a:pt x="68453" y="4699"/>
                  </a:lnTo>
                  <a:lnTo>
                    <a:pt x="67564" y="5207"/>
                  </a:lnTo>
                  <a:lnTo>
                    <a:pt x="67043" y="3556"/>
                  </a:lnTo>
                  <a:lnTo>
                    <a:pt x="66738" y="2540"/>
                  </a:lnTo>
                  <a:lnTo>
                    <a:pt x="66662" y="2286"/>
                  </a:lnTo>
                  <a:lnTo>
                    <a:pt x="66548" y="1905"/>
                  </a:lnTo>
                  <a:lnTo>
                    <a:pt x="63119" y="0"/>
                  </a:lnTo>
                  <a:lnTo>
                    <a:pt x="59817" y="1016"/>
                  </a:lnTo>
                  <a:lnTo>
                    <a:pt x="58547" y="1524"/>
                  </a:lnTo>
                  <a:lnTo>
                    <a:pt x="57277" y="2286"/>
                  </a:lnTo>
                  <a:lnTo>
                    <a:pt x="56515" y="3556"/>
                  </a:lnTo>
                  <a:lnTo>
                    <a:pt x="53213" y="1524"/>
                  </a:lnTo>
                  <a:lnTo>
                    <a:pt x="48768" y="2540"/>
                  </a:lnTo>
                  <a:lnTo>
                    <a:pt x="46863" y="5969"/>
                  </a:lnTo>
                  <a:lnTo>
                    <a:pt x="46736" y="6096"/>
                  </a:lnTo>
                  <a:lnTo>
                    <a:pt x="45643" y="5969"/>
                  </a:lnTo>
                  <a:lnTo>
                    <a:pt x="44399" y="5969"/>
                  </a:lnTo>
                  <a:lnTo>
                    <a:pt x="42545" y="7366"/>
                  </a:lnTo>
                  <a:lnTo>
                    <a:pt x="42252" y="9779"/>
                  </a:lnTo>
                  <a:lnTo>
                    <a:pt x="42202" y="10795"/>
                  </a:lnTo>
                  <a:lnTo>
                    <a:pt x="42545" y="11811"/>
                  </a:lnTo>
                  <a:lnTo>
                    <a:pt x="43307" y="12700"/>
                  </a:lnTo>
                  <a:lnTo>
                    <a:pt x="41402" y="13843"/>
                  </a:lnTo>
                  <a:lnTo>
                    <a:pt x="40767" y="16256"/>
                  </a:lnTo>
                  <a:lnTo>
                    <a:pt x="41910" y="18161"/>
                  </a:lnTo>
                  <a:lnTo>
                    <a:pt x="42608" y="19431"/>
                  </a:lnTo>
                  <a:lnTo>
                    <a:pt x="42773" y="19431"/>
                  </a:lnTo>
                  <a:lnTo>
                    <a:pt x="43230" y="19685"/>
                  </a:lnTo>
                  <a:lnTo>
                    <a:pt x="79883" y="19685"/>
                  </a:lnTo>
                  <a:lnTo>
                    <a:pt x="79756" y="19431"/>
                  </a:lnTo>
                  <a:lnTo>
                    <a:pt x="81788" y="167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3459225" y="3486022"/>
              <a:ext cx="81915" cy="30480"/>
            </a:xfrm>
            <a:custGeom>
              <a:avLst/>
              <a:gdLst/>
              <a:ahLst/>
              <a:cxnLst/>
              <a:rect l="l" t="t" r="r" b="b"/>
              <a:pathLst>
                <a:path w="81914" h="30479">
                  <a:moveTo>
                    <a:pt x="44958" y="20192"/>
                  </a:moveTo>
                  <a:lnTo>
                    <a:pt x="44576" y="23622"/>
                  </a:lnTo>
                  <a:lnTo>
                    <a:pt x="46862" y="26669"/>
                  </a:lnTo>
                  <a:lnTo>
                    <a:pt x="50291" y="27177"/>
                  </a:lnTo>
                  <a:lnTo>
                    <a:pt x="51688" y="27304"/>
                  </a:lnTo>
                  <a:lnTo>
                    <a:pt x="53086" y="27050"/>
                  </a:lnTo>
                  <a:lnTo>
                    <a:pt x="54228" y="26415"/>
                  </a:lnTo>
                  <a:lnTo>
                    <a:pt x="55499" y="28701"/>
                  </a:lnTo>
                  <a:lnTo>
                    <a:pt x="58420" y="29590"/>
                  </a:lnTo>
                  <a:lnTo>
                    <a:pt x="60833" y="28321"/>
                  </a:lnTo>
                  <a:lnTo>
                    <a:pt x="61340" y="28193"/>
                  </a:lnTo>
                  <a:lnTo>
                    <a:pt x="61722" y="27812"/>
                  </a:lnTo>
                  <a:lnTo>
                    <a:pt x="61975" y="27559"/>
                  </a:lnTo>
                  <a:lnTo>
                    <a:pt x="62991" y="29463"/>
                  </a:lnTo>
                  <a:lnTo>
                    <a:pt x="65404" y="30352"/>
                  </a:lnTo>
                  <a:lnTo>
                    <a:pt x="67310" y="29337"/>
                  </a:lnTo>
                  <a:lnTo>
                    <a:pt x="67945" y="29082"/>
                  </a:lnTo>
                  <a:lnTo>
                    <a:pt x="68452" y="28701"/>
                  </a:lnTo>
                  <a:lnTo>
                    <a:pt x="68707" y="28193"/>
                  </a:lnTo>
                  <a:lnTo>
                    <a:pt x="70358" y="30099"/>
                  </a:lnTo>
                  <a:lnTo>
                    <a:pt x="76581" y="26162"/>
                  </a:lnTo>
                  <a:lnTo>
                    <a:pt x="79121" y="25400"/>
                  </a:lnTo>
                  <a:lnTo>
                    <a:pt x="80645" y="22732"/>
                  </a:lnTo>
                  <a:lnTo>
                    <a:pt x="80010" y="20065"/>
                  </a:lnTo>
                  <a:lnTo>
                    <a:pt x="79883" y="19685"/>
                  </a:lnTo>
                  <a:lnTo>
                    <a:pt x="79756" y="19430"/>
                  </a:lnTo>
                  <a:lnTo>
                    <a:pt x="81787" y="16763"/>
                  </a:lnTo>
                  <a:lnTo>
                    <a:pt x="81279" y="12953"/>
                  </a:lnTo>
                  <a:lnTo>
                    <a:pt x="78612" y="10794"/>
                  </a:lnTo>
                  <a:lnTo>
                    <a:pt x="77724" y="10160"/>
                  </a:lnTo>
                  <a:lnTo>
                    <a:pt x="76708" y="9778"/>
                  </a:lnTo>
                  <a:lnTo>
                    <a:pt x="75691" y="9651"/>
                  </a:lnTo>
                  <a:lnTo>
                    <a:pt x="75691" y="6730"/>
                  </a:lnTo>
                  <a:lnTo>
                    <a:pt x="73278" y="4317"/>
                  </a:lnTo>
                  <a:lnTo>
                    <a:pt x="70358" y="4317"/>
                  </a:lnTo>
                  <a:lnTo>
                    <a:pt x="69341" y="4317"/>
                  </a:lnTo>
                  <a:lnTo>
                    <a:pt x="68452" y="4699"/>
                  </a:lnTo>
                  <a:lnTo>
                    <a:pt x="67563" y="5206"/>
                  </a:lnTo>
                  <a:lnTo>
                    <a:pt x="66548" y="1904"/>
                  </a:lnTo>
                  <a:lnTo>
                    <a:pt x="63119" y="0"/>
                  </a:lnTo>
                  <a:lnTo>
                    <a:pt x="59816" y="1015"/>
                  </a:lnTo>
                  <a:lnTo>
                    <a:pt x="58547" y="1524"/>
                  </a:lnTo>
                  <a:lnTo>
                    <a:pt x="57276" y="2286"/>
                  </a:lnTo>
                  <a:lnTo>
                    <a:pt x="56514" y="3555"/>
                  </a:lnTo>
                  <a:lnTo>
                    <a:pt x="53212" y="1524"/>
                  </a:lnTo>
                  <a:lnTo>
                    <a:pt x="48768" y="2539"/>
                  </a:lnTo>
                  <a:lnTo>
                    <a:pt x="46862" y="5968"/>
                  </a:lnTo>
                  <a:lnTo>
                    <a:pt x="46736" y="6096"/>
                  </a:lnTo>
                  <a:lnTo>
                    <a:pt x="44576" y="5841"/>
                  </a:lnTo>
                  <a:lnTo>
                    <a:pt x="42545" y="7365"/>
                  </a:lnTo>
                  <a:lnTo>
                    <a:pt x="42290" y="9525"/>
                  </a:lnTo>
                  <a:lnTo>
                    <a:pt x="42163" y="10667"/>
                  </a:lnTo>
                  <a:lnTo>
                    <a:pt x="42545" y="11811"/>
                  </a:lnTo>
                  <a:lnTo>
                    <a:pt x="43307" y="12700"/>
                  </a:lnTo>
                  <a:lnTo>
                    <a:pt x="41401" y="13842"/>
                  </a:lnTo>
                  <a:lnTo>
                    <a:pt x="40766" y="16255"/>
                  </a:lnTo>
                  <a:lnTo>
                    <a:pt x="41910" y="18161"/>
                  </a:lnTo>
                  <a:lnTo>
                    <a:pt x="42545" y="19303"/>
                  </a:lnTo>
                  <a:lnTo>
                    <a:pt x="43687" y="19938"/>
                  </a:lnTo>
                  <a:lnTo>
                    <a:pt x="44958" y="20065"/>
                  </a:lnTo>
                  <a:close/>
                </a:path>
                <a:path w="81914" h="30479">
                  <a:moveTo>
                    <a:pt x="1650" y="19938"/>
                  </a:moveTo>
                  <a:lnTo>
                    <a:pt x="1650" y="19557"/>
                  </a:lnTo>
                  <a:lnTo>
                    <a:pt x="1270" y="19176"/>
                  </a:lnTo>
                  <a:lnTo>
                    <a:pt x="888" y="19176"/>
                  </a:lnTo>
                  <a:lnTo>
                    <a:pt x="381" y="19176"/>
                  </a:lnTo>
                  <a:lnTo>
                    <a:pt x="0" y="19557"/>
                  </a:lnTo>
                  <a:lnTo>
                    <a:pt x="0" y="19938"/>
                  </a:lnTo>
                  <a:lnTo>
                    <a:pt x="0" y="20447"/>
                  </a:lnTo>
                  <a:lnTo>
                    <a:pt x="381" y="20827"/>
                  </a:lnTo>
                  <a:lnTo>
                    <a:pt x="888" y="20827"/>
                  </a:lnTo>
                  <a:lnTo>
                    <a:pt x="1270" y="20827"/>
                  </a:lnTo>
                  <a:lnTo>
                    <a:pt x="1650" y="20447"/>
                  </a:lnTo>
                  <a:lnTo>
                    <a:pt x="1650" y="19938"/>
                  </a:lnTo>
                  <a:close/>
                </a:path>
                <a:path w="81914" h="30479">
                  <a:moveTo>
                    <a:pt x="15494" y="19050"/>
                  </a:moveTo>
                  <a:lnTo>
                    <a:pt x="15494" y="18161"/>
                  </a:lnTo>
                  <a:lnTo>
                    <a:pt x="14732" y="17399"/>
                  </a:lnTo>
                  <a:lnTo>
                    <a:pt x="13843" y="17399"/>
                  </a:lnTo>
                  <a:lnTo>
                    <a:pt x="12953" y="17399"/>
                  </a:lnTo>
                  <a:lnTo>
                    <a:pt x="12191" y="18161"/>
                  </a:lnTo>
                  <a:lnTo>
                    <a:pt x="12191" y="19050"/>
                  </a:lnTo>
                  <a:lnTo>
                    <a:pt x="12191" y="19938"/>
                  </a:lnTo>
                  <a:lnTo>
                    <a:pt x="12953" y="20574"/>
                  </a:lnTo>
                  <a:lnTo>
                    <a:pt x="13843" y="20574"/>
                  </a:lnTo>
                  <a:lnTo>
                    <a:pt x="14732" y="20574"/>
                  </a:lnTo>
                  <a:lnTo>
                    <a:pt x="15494" y="19938"/>
                  </a:lnTo>
                  <a:lnTo>
                    <a:pt x="15494" y="19050"/>
                  </a:lnTo>
                  <a:close/>
                </a:path>
                <a:path w="81914" h="30479">
                  <a:moveTo>
                    <a:pt x="30861" y="17906"/>
                  </a:moveTo>
                  <a:lnTo>
                    <a:pt x="30861" y="16510"/>
                  </a:lnTo>
                  <a:lnTo>
                    <a:pt x="29845" y="15493"/>
                  </a:lnTo>
                  <a:lnTo>
                    <a:pt x="28448" y="15493"/>
                  </a:lnTo>
                  <a:lnTo>
                    <a:pt x="27177" y="15493"/>
                  </a:lnTo>
                  <a:lnTo>
                    <a:pt x="26035" y="16510"/>
                  </a:lnTo>
                  <a:lnTo>
                    <a:pt x="26035" y="17906"/>
                  </a:lnTo>
                  <a:lnTo>
                    <a:pt x="26035" y="19176"/>
                  </a:lnTo>
                  <a:lnTo>
                    <a:pt x="27177" y="20319"/>
                  </a:lnTo>
                  <a:lnTo>
                    <a:pt x="28448" y="20319"/>
                  </a:lnTo>
                  <a:lnTo>
                    <a:pt x="29845" y="20319"/>
                  </a:lnTo>
                  <a:lnTo>
                    <a:pt x="30861" y="19176"/>
                  </a:lnTo>
                  <a:lnTo>
                    <a:pt x="30861" y="17906"/>
                  </a:lnTo>
                  <a:close/>
                </a:path>
                <a:path w="81914" h="30479">
                  <a:moveTo>
                    <a:pt x="45720" y="12318"/>
                  </a:moveTo>
                  <a:lnTo>
                    <a:pt x="44958" y="12191"/>
                  </a:lnTo>
                  <a:lnTo>
                    <a:pt x="44069" y="12446"/>
                  </a:lnTo>
                  <a:lnTo>
                    <a:pt x="43434" y="12826"/>
                  </a:lnTo>
                </a:path>
                <a:path w="81914" h="30479">
                  <a:moveTo>
                    <a:pt x="47751" y="6476"/>
                  </a:moveTo>
                  <a:lnTo>
                    <a:pt x="47371" y="6350"/>
                  </a:lnTo>
                  <a:lnTo>
                    <a:pt x="47116" y="6223"/>
                  </a:lnTo>
                  <a:lnTo>
                    <a:pt x="46736" y="6223"/>
                  </a:lnTo>
                </a:path>
                <a:path w="81914" h="30479">
                  <a:moveTo>
                    <a:pt x="56514" y="3682"/>
                  </a:moveTo>
                  <a:lnTo>
                    <a:pt x="56261" y="4063"/>
                  </a:lnTo>
                  <a:lnTo>
                    <a:pt x="56007" y="4444"/>
                  </a:lnTo>
                  <a:lnTo>
                    <a:pt x="55879" y="4825"/>
                  </a:lnTo>
                </a:path>
                <a:path w="81914" h="30479">
                  <a:moveTo>
                    <a:pt x="67818" y="6603"/>
                  </a:moveTo>
                  <a:lnTo>
                    <a:pt x="67818" y="6096"/>
                  </a:lnTo>
                  <a:lnTo>
                    <a:pt x="67690" y="5714"/>
                  </a:lnTo>
                  <a:lnTo>
                    <a:pt x="67563" y="5334"/>
                  </a:lnTo>
                </a:path>
                <a:path w="81914" h="30479">
                  <a:moveTo>
                    <a:pt x="72644" y="14477"/>
                  </a:moveTo>
                  <a:lnTo>
                    <a:pt x="74549" y="13588"/>
                  </a:lnTo>
                  <a:lnTo>
                    <a:pt x="75691" y="11684"/>
                  </a:lnTo>
                  <a:lnTo>
                    <a:pt x="75691" y="9651"/>
                  </a:lnTo>
                </a:path>
                <a:path w="81914" h="30479">
                  <a:moveTo>
                    <a:pt x="79756" y="19557"/>
                  </a:moveTo>
                  <a:lnTo>
                    <a:pt x="79501" y="18923"/>
                  </a:lnTo>
                  <a:lnTo>
                    <a:pt x="78994" y="18287"/>
                  </a:lnTo>
                  <a:lnTo>
                    <a:pt x="78359" y="17779"/>
                  </a:lnTo>
                </a:path>
                <a:path w="81914" h="30479">
                  <a:moveTo>
                    <a:pt x="61722" y="26669"/>
                  </a:moveTo>
                  <a:lnTo>
                    <a:pt x="61722" y="27050"/>
                  </a:lnTo>
                  <a:lnTo>
                    <a:pt x="61849" y="27304"/>
                  </a:lnTo>
                  <a:lnTo>
                    <a:pt x="62102" y="27559"/>
                  </a:lnTo>
                </a:path>
                <a:path w="81914" h="30479">
                  <a:moveTo>
                    <a:pt x="54228" y="26415"/>
                  </a:moveTo>
                  <a:lnTo>
                    <a:pt x="54737" y="26162"/>
                  </a:lnTo>
                  <a:lnTo>
                    <a:pt x="55118" y="25780"/>
                  </a:lnTo>
                  <a:lnTo>
                    <a:pt x="55372" y="25400"/>
                  </a:lnTo>
                </a:path>
                <a:path w="81914" h="30479">
                  <a:moveTo>
                    <a:pt x="45212" y="19303"/>
                  </a:moveTo>
                  <a:lnTo>
                    <a:pt x="45085" y="19557"/>
                  </a:lnTo>
                  <a:lnTo>
                    <a:pt x="45085" y="19938"/>
                  </a:lnTo>
                  <a:lnTo>
                    <a:pt x="44958" y="20192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3439033" y="3444112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23622" y="137807"/>
                  </a:moveTo>
                  <a:lnTo>
                    <a:pt x="22606" y="136779"/>
                  </a:lnTo>
                  <a:lnTo>
                    <a:pt x="20066" y="136779"/>
                  </a:lnTo>
                  <a:lnTo>
                    <a:pt x="19050" y="137807"/>
                  </a:lnTo>
                  <a:lnTo>
                    <a:pt x="19050" y="140335"/>
                  </a:lnTo>
                  <a:lnTo>
                    <a:pt x="20066" y="141351"/>
                  </a:lnTo>
                  <a:lnTo>
                    <a:pt x="22606" y="141351"/>
                  </a:lnTo>
                  <a:lnTo>
                    <a:pt x="23622" y="140335"/>
                  </a:lnTo>
                  <a:lnTo>
                    <a:pt x="23622" y="139065"/>
                  </a:lnTo>
                  <a:lnTo>
                    <a:pt x="23622" y="137807"/>
                  </a:lnTo>
                  <a:close/>
                </a:path>
                <a:path w="41275" h="235585">
                  <a:moveTo>
                    <a:pt x="23622" y="381"/>
                  </a:moveTo>
                  <a:lnTo>
                    <a:pt x="23241" y="0"/>
                  </a:lnTo>
                  <a:lnTo>
                    <a:pt x="22352" y="0"/>
                  </a:lnTo>
                  <a:lnTo>
                    <a:pt x="22098" y="381"/>
                  </a:lnTo>
                  <a:lnTo>
                    <a:pt x="22098" y="1143"/>
                  </a:lnTo>
                  <a:lnTo>
                    <a:pt x="22352" y="1524"/>
                  </a:lnTo>
                  <a:lnTo>
                    <a:pt x="23241" y="1524"/>
                  </a:lnTo>
                  <a:lnTo>
                    <a:pt x="23622" y="1143"/>
                  </a:lnTo>
                  <a:lnTo>
                    <a:pt x="23622" y="762"/>
                  </a:lnTo>
                  <a:lnTo>
                    <a:pt x="23622" y="381"/>
                  </a:lnTo>
                  <a:close/>
                </a:path>
                <a:path w="41275" h="235585">
                  <a:moveTo>
                    <a:pt x="27940" y="233299"/>
                  </a:moveTo>
                  <a:lnTo>
                    <a:pt x="21539" y="233299"/>
                  </a:lnTo>
                  <a:lnTo>
                    <a:pt x="22225" y="234569"/>
                  </a:lnTo>
                  <a:lnTo>
                    <a:pt x="24638" y="235204"/>
                  </a:lnTo>
                  <a:lnTo>
                    <a:pt x="26543" y="234315"/>
                  </a:lnTo>
                  <a:lnTo>
                    <a:pt x="27178" y="234061"/>
                  </a:lnTo>
                  <a:lnTo>
                    <a:pt x="27508" y="233807"/>
                  </a:lnTo>
                  <a:lnTo>
                    <a:pt x="27940" y="233299"/>
                  </a:lnTo>
                  <a:close/>
                </a:path>
                <a:path w="41275" h="235585">
                  <a:moveTo>
                    <a:pt x="34747" y="233299"/>
                  </a:moveTo>
                  <a:lnTo>
                    <a:pt x="27940" y="233299"/>
                  </a:lnTo>
                  <a:lnTo>
                    <a:pt x="29591" y="234950"/>
                  </a:lnTo>
                  <a:lnTo>
                    <a:pt x="32385" y="235204"/>
                  </a:lnTo>
                  <a:lnTo>
                    <a:pt x="34747" y="233299"/>
                  </a:lnTo>
                  <a:close/>
                </a:path>
                <a:path w="41275" h="235585">
                  <a:moveTo>
                    <a:pt x="41021" y="222504"/>
                  </a:moveTo>
                  <a:lnTo>
                    <a:pt x="40627" y="219710"/>
                  </a:lnTo>
                  <a:lnTo>
                    <a:pt x="40513" y="218821"/>
                  </a:lnTo>
                  <a:lnTo>
                    <a:pt x="37846" y="216789"/>
                  </a:lnTo>
                  <a:lnTo>
                    <a:pt x="36957" y="216154"/>
                  </a:lnTo>
                  <a:lnTo>
                    <a:pt x="35941" y="215773"/>
                  </a:lnTo>
                  <a:lnTo>
                    <a:pt x="34925" y="215646"/>
                  </a:lnTo>
                  <a:lnTo>
                    <a:pt x="34925" y="212852"/>
                  </a:lnTo>
                  <a:lnTo>
                    <a:pt x="34213" y="212217"/>
                  </a:lnTo>
                  <a:lnTo>
                    <a:pt x="33362" y="211455"/>
                  </a:lnTo>
                  <a:lnTo>
                    <a:pt x="32512" y="210693"/>
                  </a:lnTo>
                  <a:lnTo>
                    <a:pt x="28575" y="210693"/>
                  </a:lnTo>
                  <a:lnTo>
                    <a:pt x="27686" y="210947"/>
                  </a:lnTo>
                  <a:lnTo>
                    <a:pt x="26797" y="211455"/>
                  </a:lnTo>
                  <a:lnTo>
                    <a:pt x="26289" y="209931"/>
                  </a:lnTo>
                  <a:lnTo>
                    <a:pt x="25984" y="209042"/>
                  </a:lnTo>
                  <a:lnTo>
                    <a:pt x="25908" y="208788"/>
                  </a:lnTo>
                  <a:lnTo>
                    <a:pt x="25781" y="208407"/>
                  </a:lnTo>
                  <a:lnTo>
                    <a:pt x="22352" y="206629"/>
                  </a:lnTo>
                  <a:lnTo>
                    <a:pt x="19050" y="207518"/>
                  </a:lnTo>
                  <a:lnTo>
                    <a:pt x="17348" y="208026"/>
                  </a:lnTo>
                  <a:lnTo>
                    <a:pt x="17589" y="208026"/>
                  </a:lnTo>
                  <a:lnTo>
                    <a:pt x="16510" y="208788"/>
                  </a:lnTo>
                  <a:lnTo>
                    <a:pt x="15748" y="209931"/>
                  </a:lnTo>
                  <a:lnTo>
                    <a:pt x="12446" y="208026"/>
                  </a:lnTo>
                  <a:lnTo>
                    <a:pt x="8001" y="209042"/>
                  </a:lnTo>
                  <a:lnTo>
                    <a:pt x="6172" y="212090"/>
                  </a:lnTo>
                  <a:lnTo>
                    <a:pt x="6096" y="212217"/>
                  </a:lnTo>
                  <a:lnTo>
                    <a:pt x="3810" y="212090"/>
                  </a:lnTo>
                  <a:lnTo>
                    <a:pt x="1778" y="213487"/>
                  </a:lnTo>
                  <a:lnTo>
                    <a:pt x="1511" y="215646"/>
                  </a:lnTo>
                  <a:lnTo>
                    <a:pt x="1435" y="216789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778" y="224790"/>
                  </a:lnTo>
                  <a:lnTo>
                    <a:pt x="2921" y="225552"/>
                  </a:lnTo>
                  <a:lnTo>
                    <a:pt x="4191" y="225552"/>
                  </a:lnTo>
                  <a:lnTo>
                    <a:pt x="4191" y="225679"/>
                  </a:lnTo>
                  <a:lnTo>
                    <a:pt x="3898" y="228092"/>
                  </a:lnTo>
                  <a:lnTo>
                    <a:pt x="3810" y="228854"/>
                  </a:lnTo>
                  <a:lnTo>
                    <a:pt x="6096" y="231775"/>
                  </a:lnTo>
                  <a:lnTo>
                    <a:pt x="9525" y="232283"/>
                  </a:lnTo>
                  <a:lnTo>
                    <a:pt x="10922" y="232410"/>
                  </a:lnTo>
                  <a:lnTo>
                    <a:pt x="11620" y="232283"/>
                  </a:lnTo>
                  <a:lnTo>
                    <a:pt x="12090" y="232283"/>
                  </a:lnTo>
                  <a:lnTo>
                    <a:pt x="13462" y="231521"/>
                  </a:lnTo>
                  <a:lnTo>
                    <a:pt x="14732" y="233807"/>
                  </a:lnTo>
                  <a:lnTo>
                    <a:pt x="17653" y="234569"/>
                  </a:lnTo>
                  <a:lnTo>
                    <a:pt x="20599" y="233159"/>
                  </a:lnTo>
                  <a:lnTo>
                    <a:pt x="20383" y="233299"/>
                  </a:lnTo>
                  <a:lnTo>
                    <a:pt x="21539" y="233299"/>
                  </a:lnTo>
                  <a:lnTo>
                    <a:pt x="21412" y="233045"/>
                  </a:lnTo>
                  <a:lnTo>
                    <a:pt x="20828" y="233045"/>
                  </a:lnTo>
                  <a:lnTo>
                    <a:pt x="21209" y="232664"/>
                  </a:lnTo>
                  <a:lnTo>
                    <a:pt x="21412" y="233045"/>
                  </a:lnTo>
                  <a:lnTo>
                    <a:pt x="35052" y="233045"/>
                  </a:lnTo>
                  <a:lnTo>
                    <a:pt x="35306" y="232664"/>
                  </a:lnTo>
                  <a:lnTo>
                    <a:pt x="35471" y="232410"/>
                  </a:lnTo>
                  <a:lnTo>
                    <a:pt x="35560" y="232283"/>
                  </a:lnTo>
                  <a:lnTo>
                    <a:pt x="35687" y="231775"/>
                  </a:lnTo>
                  <a:lnTo>
                    <a:pt x="35750" y="231521"/>
                  </a:lnTo>
                  <a:lnTo>
                    <a:pt x="35814" y="231267"/>
                  </a:lnTo>
                  <a:lnTo>
                    <a:pt x="38354" y="230632"/>
                  </a:lnTo>
                  <a:lnTo>
                    <a:pt x="39878" y="228092"/>
                  </a:lnTo>
                  <a:lnTo>
                    <a:pt x="39268" y="225679"/>
                  </a:lnTo>
                  <a:lnTo>
                    <a:pt x="39243" y="225552"/>
                  </a:lnTo>
                  <a:lnTo>
                    <a:pt x="39116" y="225171"/>
                  </a:lnTo>
                  <a:lnTo>
                    <a:pt x="41021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3439033" y="3444112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9"/>
                  </a:moveTo>
                  <a:lnTo>
                    <a:pt x="3809" y="228854"/>
                  </a:lnTo>
                  <a:lnTo>
                    <a:pt x="6095" y="231775"/>
                  </a:lnTo>
                  <a:lnTo>
                    <a:pt x="9525" y="232282"/>
                  </a:lnTo>
                  <a:lnTo>
                    <a:pt x="10921" y="232410"/>
                  </a:lnTo>
                  <a:lnTo>
                    <a:pt x="12318" y="232156"/>
                  </a:lnTo>
                  <a:lnTo>
                    <a:pt x="13462" y="231520"/>
                  </a:lnTo>
                  <a:lnTo>
                    <a:pt x="14731" y="233806"/>
                  </a:lnTo>
                  <a:lnTo>
                    <a:pt x="21208" y="232663"/>
                  </a:lnTo>
                  <a:lnTo>
                    <a:pt x="22225" y="234569"/>
                  </a:lnTo>
                  <a:lnTo>
                    <a:pt x="24637" y="235204"/>
                  </a:lnTo>
                  <a:lnTo>
                    <a:pt x="26542" y="234314"/>
                  </a:lnTo>
                  <a:lnTo>
                    <a:pt x="27177" y="234061"/>
                  </a:lnTo>
                  <a:lnTo>
                    <a:pt x="27686" y="233680"/>
                  </a:lnTo>
                  <a:lnTo>
                    <a:pt x="27939" y="233299"/>
                  </a:lnTo>
                  <a:lnTo>
                    <a:pt x="29590" y="234950"/>
                  </a:lnTo>
                  <a:lnTo>
                    <a:pt x="35813" y="231267"/>
                  </a:lnTo>
                  <a:lnTo>
                    <a:pt x="38353" y="230631"/>
                  </a:lnTo>
                  <a:lnTo>
                    <a:pt x="39877" y="228092"/>
                  </a:lnTo>
                  <a:lnTo>
                    <a:pt x="39242" y="225551"/>
                  </a:lnTo>
                  <a:lnTo>
                    <a:pt x="39115" y="225170"/>
                  </a:lnTo>
                  <a:lnTo>
                    <a:pt x="41020" y="222504"/>
                  </a:lnTo>
                  <a:lnTo>
                    <a:pt x="40512" y="218820"/>
                  </a:lnTo>
                  <a:lnTo>
                    <a:pt x="37845" y="216788"/>
                  </a:lnTo>
                  <a:lnTo>
                    <a:pt x="36956" y="216154"/>
                  </a:lnTo>
                  <a:lnTo>
                    <a:pt x="35940" y="215773"/>
                  </a:lnTo>
                  <a:lnTo>
                    <a:pt x="34925" y="215645"/>
                  </a:lnTo>
                  <a:lnTo>
                    <a:pt x="34925" y="212851"/>
                  </a:lnTo>
                  <a:lnTo>
                    <a:pt x="32512" y="210693"/>
                  </a:lnTo>
                  <a:lnTo>
                    <a:pt x="29590" y="210693"/>
                  </a:lnTo>
                  <a:lnTo>
                    <a:pt x="28575" y="210693"/>
                  </a:lnTo>
                  <a:lnTo>
                    <a:pt x="27686" y="210947"/>
                  </a:lnTo>
                  <a:lnTo>
                    <a:pt x="26796" y="211455"/>
                  </a:lnTo>
                  <a:lnTo>
                    <a:pt x="25780" y="208406"/>
                  </a:lnTo>
                  <a:lnTo>
                    <a:pt x="22351" y="206629"/>
                  </a:lnTo>
                  <a:lnTo>
                    <a:pt x="19050" y="207518"/>
                  </a:lnTo>
                  <a:lnTo>
                    <a:pt x="17779" y="207899"/>
                  </a:lnTo>
                  <a:lnTo>
                    <a:pt x="16509" y="208787"/>
                  </a:lnTo>
                  <a:lnTo>
                    <a:pt x="15747" y="209931"/>
                  </a:lnTo>
                  <a:lnTo>
                    <a:pt x="12445" y="208025"/>
                  </a:lnTo>
                  <a:lnTo>
                    <a:pt x="8000" y="209042"/>
                  </a:lnTo>
                  <a:lnTo>
                    <a:pt x="6095" y="212217"/>
                  </a:lnTo>
                  <a:lnTo>
                    <a:pt x="3809" y="212089"/>
                  </a:lnTo>
                  <a:lnTo>
                    <a:pt x="1777" y="213487"/>
                  </a:lnTo>
                  <a:lnTo>
                    <a:pt x="1524" y="215645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5"/>
                  </a:lnTo>
                  <a:lnTo>
                    <a:pt x="1142" y="223774"/>
                  </a:lnTo>
                  <a:lnTo>
                    <a:pt x="1777" y="224789"/>
                  </a:lnTo>
                  <a:lnTo>
                    <a:pt x="2920" y="225551"/>
                  </a:lnTo>
                  <a:lnTo>
                    <a:pt x="4190" y="225551"/>
                  </a:lnTo>
                  <a:lnTo>
                    <a:pt x="4190" y="225679"/>
                  </a:lnTo>
                  <a:close/>
                </a:path>
                <a:path w="41275" h="235585">
                  <a:moveTo>
                    <a:pt x="23621" y="762"/>
                  </a:moveTo>
                  <a:lnTo>
                    <a:pt x="23621" y="381"/>
                  </a:lnTo>
                  <a:lnTo>
                    <a:pt x="23240" y="0"/>
                  </a:lnTo>
                  <a:lnTo>
                    <a:pt x="22859" y="0"/>
                  </a:lnTo>
                  <a:lnTo>
                    <a:pt x="22351" y="0"/>
                  </a:lnTo>
                  <a:lnTo>
                    <a:pt x="22097" y="381"/>
                  </a:lnTo>
                  <a:lnTo>
                    <a:pt x="22097" y="762"/>
                  </a:lnTo>
                  <a:lnTo>
                    <a:pt x="22097" y="1142"/>
                  </a:lnTo>
                  <a:lnTo>
                    <a:pt x="22351" y="1524"/>
                  </a:lnTo>
                  <a:lnTo>
                    <a:pt x="22859" y="1524"/>
                  </a:lnTo>
                  <a:lnTo>
                    <a:pt x="23240" y="1524"/>
                  </a:lnTo>
                  <a:lnTo>
                    <a:pt x="23621" y="1142"/>
                  </a:lnTo>
                  <a:lnTo>
                    <a:pt x="23621" y="762"/>
                  </a:lnTo>
                  <a:close/>
                </a:path>
                <a:path w="41275" h="235585">
                  <a:moveTo>
                    <a:pt x="23621" y="69087"/>
                  </a:moveTo>
                  <a:lnTo>
                    <a:pt x="23621" y="68325"/>
                  </a:lnTo>
                  <a:lnTo>
                    <a:pt x="22859" y="67563"/>
                  </a:lnTo>
                  <a:lnTo>
                    <a:pt x="22097" y="67563"/>
                  </a:lnTo>
                  <a:lnTo>
                    <a:pt x="21208" y="67563"/>
                  </a:lnTo>
                  <a:lnTo>
                    <a:pt x="20574" y="68325"/>
                  </a:lnTo>
                  <a:lnTo>
                    <a:pt x="20574" y="69087"/>
                  </a:lnTo>
                  <a:lnTo>
                    <a:pt x="20574" y="69976"/>
                  </a:lnTo>
                  <a:lnTo>
                    <a:pt x="21208" y="70612"/>
                  </a:lnTo>
                  <a:lnTo>
                    <a:pt x="22097" y="70612"/>
                  </a:lnTo>
                  <a:lnTo>
                    <a:pt x="22859" y="70612"/>
                  </a:lnTo>
                  <a:lnTo>
                    <a:pt x="23621" y="69976"/>
                  </a:lnTo>
                  <a:lnTo>
                    <a:pt x="23621" y="69087"/>
                  </a:lnTo>
                  <a:close/>
                </a:path>
                <a:path w="41275" h="235585">
                  <a:moveTo>
                    <a:pt x="23621" y="139064"/>
                  </a:moveTo>
                  <a:lnTo>
                    <a:pt x="23621" y="137795"/>
                  </a:lnTo>
                  <a:lnTo>
                    <a:pt x="22605" y="136778"/>
                  </a:lnTo>
                  <a:lnTo>
                    <a:pt x="21336" y="136778"/>
                  </a:lnTo>
                  <a:lnTo>
                    <a:pt x="20065" y="136778"/>
                  </a:lnTo>
                  <a:lnTo>
                    <a:pt x="19050" y="137795"/>
                  </a:lnTo>
                  <a:lnTo>
                    <a:pt x="19050" y="139064"/>
                  </a:lnTo>
                  <a:lnTo>
                    <a:pt x="19050" y="140335"/>
                  </a:lnTo>
                  <a:lnTo>
                    <a:pt x="20065" y="141350"/>
                  </a:lnTo>
                  <a:lnTo>
                    <a:pt x="21336" y="141350"/>
                  </a:lnTo>
                  <a:lnTo>
                    <a:pt x="22605" y="141350"/>
                  </a:lnTo>
                  <a:lnTo>
                    <a:pt x="23621" y="140335"/>
                  </a:lnTo>
                  <a:lnTo>
                    <a:pt x="23621" y="139064"/>
                  </a:lnTo>
                  <a:close/>
                </a:path>
                <a:path w="41275" h="235585">
                  <a:moveTo>
                    <a:pt x="4952" y="218186"/>
                  </a:moveTo>
                  <a:lnTo>
                    <a:pt x="4190" y="218186"/>
                  </a:lnTo>
                  <a:lnTo>
                    <a:pt x="3301" y="218312"/>
                  </a:lnTo>
                  <a:lnTo>
                    <a:pt x="2666" y="218694"/>
                  </a:lnTo>
                </a:path>
                <a:path w="41275" h="235585">
                  <a:moveTo>
                    <a:pt x="6984" y="212725"/>
                  </a:moveTo>
                  <a:lnTo>
                    <a:pt x="6603" y="212598"/>
                  </a:lnTo>
                  <a:lnTo>
                    <a:pt x="6350" y="212470"/>
                  </a:lnTo>
                  <a:lnTo>
                    <a:pt x="5968" y="212470"/>
                  </a:lnTo>
                </a:path>
                <a:path w="41275" h="235585">
                  <a:moveTo>
                    <a:pt x="15747" y="210057"/>
                  </a:moveTo>
                  <a:lnTo>
                    <a:pt x="15493" y="210312"/>
                  </a:lnTo>
                  <a:lnTo>
                    <a:pt x="15239" y="210693"/>
                  </a:lnTo>
                  <a:lnTo>
                    <a:pt x="15112" y="211074"/>
                  </a:lnTo>
                </a:path>
                <a:path w="41275" h="235585">
                  <a:moveTo>
                    <a:pt x="27050" y="212725"/>
                  </a:moveTo>
                  <a:lnTo>
                    <a:pt x="27050" y="212344"/>
                  </a:lnTo>
                  <a:lnTo>
                    <a:pt x="26924" y="211962"/>
                  </a:lnTo>
                  <a:lnTo>
                    <a:pt x="26796" y="211581"/>
                  </a:lnTo>
                </a:path>
                <a:path w="41275" h="235585">
                  <a:moveTo>
                    <a:pt x="31876" y="220218"/>
                  </a:moveTo>
                  <a:lnTo>
                    <a:pt x="33781" y="219456"/>
                  </a:lnTo>
                  <a:lnTo>
                    <a:pt x="34925" y="217678"/>
                  </a:lnTo>
                  <a:lnTo>
                    <a:pt x="34925" y="215773"/>
                  </a:lnTo>
                </a:path>
                <a:path w="41275" h="235585">
                  <a:moveTo>
                    <a:pt x="38988" y="225044"/>
                  </a:moveTo>
                  <a:lnTo>
                    <a:pt x="38734" y="224409"/>
                  </a:lnTo>
                  <a:lnTo>
                    <a:pt x="38226" y="223774"/>
                  </a:lnTo>
                  <a:lnTo>
                    <a:pt x="37591" y="223393"/>
                  </a:lnTo>
                </a:path>
                <a:path w="41275" h="235585">
                  <a:moveTo>
                    <a:pt x="35813" y="231394"/>
                  </a:moveTo>
                  <a:lnTo>
                    <a:pt x="35813" y="231139"/>
                  </a:lnTo>
                  <a:lnTo>
                    <a:pt x="35813" y="230886"/>
                  </a:lnTo>
                  <a:lnTo>
                    <a:pt x="35813" y="230631"/>
                  </a:lnTo>
                </a:path>
                <a:path w="41275" h="235585">
                  <a:moveTo>
                    <a:pt x="27304" y="232282"/>
                  </a:moveTo>
                  <a:lnTo>
                    <a:pt x="27431" y="232663"/>
                  </a:lnTo>
                  <a:lnTo>
                    <a:pt x="27686" y="233044"/>
                  </a:lnTo>
                  <a:lnTo>
                    <a:pt x="27939" y="233299"/>
                  </a:lnTo>
                </a:path>
                <a:path w="41275" h="235585">
                  <a:moveTo>
                    <a:pt x="20954" y="231775"/>
                  </a:moveTo>
                  <a:lnTo>
                    <a:pt x="20954" y="232156"/>
                  </a:lnTo>
                  <a:lnTo>
                    <a:pt x="21081" y="232410"/>
                  </a:lnTo>
                  <a:lnTo>
                    <a:pt x="21336" y="232663"/>
                  </a:lnTo>
                </a:path>
                <a:path w="41275" h="235585">
                  <a:moveTo>
                    <a:pt x="13462" y="231520"/>
                  </a:moveTo>
                  <a:lnTo>
                    <a:pt x="13969" y="231267"/>
                  </a:lnTo>
                  <a:lnTo>
                    <a:pt x="14350" y="231012"/>
                  </a:lnTo>
                  <a:lnTo>
                    <a:pt x="14604" y="230631"/>
                  </a:lnTo>
                </a:path>
                <a:path w="41275" h="235585">
                  <a:moveTo>
                    <a:pt x="4444" y="224789"/>
                  </a:moveTo>
                  <a:lnTo>
                    <a:pt x="4317" y="225044"/>
                  </a:lnTo>
                  <a:lnTo>
                    <a:pt x="4317" y="225425"/>
                  </a:lnTo>
                  <a:lnTo>
                    <a:pt x="4190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364357" y="3618356"/>
              <a:ext cx="41275" cy="167640"/>
            </a:xfrm>
            <a:custGeom>
              <a:avLst/>
              <a:gdLst/>
              <a:ahLst/>
              <a:cxnLst/>
              <a:rect l="l" t="t" r="r" b="b"/>
              <a:pathLst>
                <a:path w="41275" h="167639">
                  <a:moveTo>
                    <a:pt x="23622" y="70231"/>
                  </a:moveTo>
                  <a:lnTo>
                    <a:pt x="22606" y="69215"/>
                  </a:lnTo>
                  <a:lnTo>
                    <a:pt x="20066" y="69215"/>
                  </a:lnTo>
                  <a:lnTo>
                    <a:pt x="19050" y="70231"/>
                  </a:lnTo>
                  <a:lnTo>
                    <a:pt x="19050" y="72771"/>
                  </a:lnTo>
                  <a:lnTo>
                    <a:pt x="20066" y="73787"/>
                  </a:lnTo>
                  <a:lnTo>
                    <a:pt x="22606" y="73787"/>
                  </a:lnTo>
                  <a:lnTo>
                    <a:pt x="23622" y="72771"/>
                  </a:lnTo>
                  <a:lnTo>
                    <a:pt x="23622" y="71501"/>
                  </a:lnTo>
                  <a:lnTo>
                    <a:pt x="23622" y="70231"/>
                  </a:lnTo>
                  <a:close/>
                </a:path>
                <a:path w="41275" h="167639">
                  <a:moveTo>
                    <a:pt x="23622" y="762"/>
                  </a:moveTo>
                  <a:lnTo>
                    <a:pt x="22860" y="0"/>
                  </a:lnTo>
                  <a:lnTo>
                    <a:pt x="21209" y="0"/>
                  </a:lnTo>
                  <a:lnTo>
                    <a:pt x="20574" y="762"/>
                  </a:lnTo>
                  <a:lnTo>
                    <a:pt x="20574" y="2413"/>
                  </a:lnTo>
                  <a:lnTo>
                    <a:pt x="21209" y="3048"/>
                  </a:lnTo>
                  <a:lnTo>
                    <a:pt x="22860" y="3048"/>
                  </a:lnTo>
                  <a:lnTo>
                    <a:pt x="23622" y="2413"/>
                  </a:lnTo>
                  <a:lnTo>
                    <a:pt x="23622" y="1524"/>
                  </a:lnTo>
                  <a:lnTo>
                    <a:pt x="23622" y="762"/>
                  </a:lnTo>
                  <a:close/>
                </a:path>
                <a:path w="41275" h="167639">
                  <a:moveTo>
                    <a:pt x="34899" y="165608"/>
                  </a:moveTo>
                  <a:lnTo>
                    <a:pt x="21475" y="165608"/>
                  </a:lnTo>
                  <a:lnTo>
                    <a:pt x="22225" y="167005"/>
                  </a:lnTo>
                  <a:lnTo>
                    <a:pt x="24638" y="167640"/>
                  </a:lnTo>
                  <a:lnTo>
                    <a:pt x="26543" y="166751"/>
                  </a:lnTo>
                  <a:lnTo>
                    <a:pt x="27178" y="166497"/>
                  </a:lnTo>
                  <a:lnTo>
                    <a:pt x="27508" y="166243"/>
                  </a:lnTo>
                  <a:lnTo>
                    <a:pt x="27940" y="165735"/>
                  </a:lnTo>
                  <a:lnTo>
                    <a:pt x="29591" y="167386"/>
                  </a:lnTo>
                  <a:lnTo>
                    <a:pt x="32385" y="167640"/>
                  </a:lnTo>
                  <a:lnTo>
                    <a:pt x="34747" y="165735"/>
                  </a:lnTo>
                  <a:lnTo>
                    <a:pt x="34899" y="165608"/>
                  </a:lnTo>
                  <a:close/>
                </a:path>
                <a:path w="41275" h="167639">
                  <a:moveTo>
                    <a:pt x="41021" y="154940"/>
                  </a:moveTo>
                  <a:lnTo>
                    <a:pt x="40627" y="152146"/>
                  </a:lnTo>
                  <a:lnTo>
                    <a:pt x="40513" y="151257"/>
                  </a:lnTo>
                  <a:lnTo>
                    <a:pt x="37846" y="149225"/>
                  </a:lnTo>
                  <a:lnTo>
                    <a:pt x="36957" y="148590"/>
                  </a:lnTo>
                  <a:lnTo>
                    <a:pt x="35941" y="148209"/>
                  </a:lnTo>
                  <a:lnTo>
                    <a:pt x="34925" y="148082"/>
                  </a:lnTo>
                  <a:lnTo>
                    <a:pt x="34925" y="145288"/>
                  </a:lnTo>
                  <a:lnTo>
                    <a:pt x="34213" y="144653"/>
                  </a:lnTo>
                  <a:lnTo>
                    <a:pt x="33362" y="143891"/>
                  </a:lnTo>
                  <a:lnTo>
                    <a:pt x="32512" y="143129"/>
                  </a:lnTo>
                  <a:lnTo>
                    <a:pt x="28575" y="143129"/>
                  </a:lnTo>
                  <a:lnTo>
                    <a:pt x="27686" y="143383"/>
                  </a:lnTo>
                  <a:lnTo>
                    <a:pt x="26797" y="143891"/>
                  </a:lnTo>
                  <a:lnTo>
                    <a:pt x="26289" y="142367"/>
                  </a:lnTo>
                  <a:lnTo>
                    <a:pt x="25984" y="141478"/>
                  </a:lnTo>
                  <a:lnTo>
                    <a:pt x="25908" y="141224"/>
                  </a:lnTo>
                  <a:lnTo>
                    <a:pt x="25781" y="140843"/>
                  </a:lnTo>
                  <a:lnTo>
                    <a:pt x="22352" y="139065"/>
                  </a:lnTo>
                  <a:lnTo>
                    <a:pt x="19050" y="139954"/>
                  </a:lnTo>
                  <a:lnTo>
                    <a:pt x="17348" y="140462"/>
                  </a:lnTo>
                  <a:lnTo>
                    <a:pt x="17589" y="140462"/>
                  </a:lnTo>
                  <a:lnTo>
                    <a:pt x="16510" y="141224"/>
                  </a:lnTo>
                  <a:lnTo>
                    <a:pt x="15748" y="142367"/>
                  </a:lnTo>
                  <a:lnTo>
                    <a:pt x="12446" y="140462"/>
                  </a:lnTo>
                  <a:lnTo>
                    <a:pt x="8001" y="141478"/>
                  </a:lnTo>
                  <a:lnTo>
                    <a:pt x="6172" y="144526"/>
                  </a:lnTo>
                  <a:lnTo>
                    <a:pt x="6096" y="144653"/>
                  </a:lnTo>
                  <a:lnTo>
                    <a:pt x="3810" y="144526"/>
                  </a:lnTo>
                  <a:lnTo>
                    <a:pt x="1778" y="145923"/>
                  </a:lnTo>
                  <a:lnTo>
                    <a:pt x="1524" y="148082"/>
                  </a:lnTo>
                  <a:lnTo>
                    <a:pt x="1435" y="149225"/>
                  </a:lnTo>
                  <a:lnTo>
                    <a:pt x="1778" y="150241"/>
                  </a:lnTo>
                  <a:lnTo>
                    <a:pt x="2540" y="151003"/>
                  </a:lnTo>
                  <a:lnTo>
                    <a:pt x="635" y="152146"/>
                  </a:lnTo>
                  <a:lnTo>
                    <a:pt x="0" y="154432"/>
                  </a:lnTo>
                  <a:lnTo>
                    <a:pt x="1778" y="157226"/>
                  </a:lnTo>
                  <a:lnTo>
                    <a:pt x="2921" y="157988"/>
                  </a:lnTo>
                  <a:lnTo>
                    <a:pt x="4191" y="157988"/>
                  </a:lnTo>
                  <a:lnTo>
                    <a:pt x="4191" y="158115"/>
                  </a:lnTo>
                  <a:lnTo>
                    <a:pt x="3898" y="160528"/>
                  </a:lnTo>
                  <a:lnTo>
                    <a:pt x="3810" y="161290"/>
                  </a:lnTo>
                  <a:lnTo>
                    <a:pt x="6096" y="164211"/>
                  </a:lnTo>
                  <a:lnTo>
                    <a:pt x="10375" y="164846"/>
                  </a:lnTo>
                  <a:lnTo>
                    <a:pt x="11861" y="164846"/>
                  </a:lnTo>
                  <a:lnTo>
                    <a:pt x="13462" y="163957"/>
                  </a:lnTo>
                  <a:lnTo>
                    <a:pt x="14732" y="166243"/>
                  </a:lnTo>
                  <a:lnTo>
                    <a:pt x="17653" y="167005"/>
                  </a:lnTo>
                  <a:lnTo>
                    <a:pt x="20574" y="165608"/>
                  </a:lnTo>
                  <a:lnTo>
                    <a:pt x="20701" y="165608"/>
                  </a:lnTo>
                  <a:lnTo>
                    <a:pt x="21475" y="165608"/>
                  </a:lnTo>
                  <a:lnTo>
                    <a:pt x="21234" y="165163"/>
                  </a:lnTo>
                  <a:lnTo>
                    <a:pt x="20955" y="165354"/>
                  </a:lnTo>
                  <a:lnTo>
                    <a:pt x="21209" y="165100"/>
                  </a:lnTo>
                  <a:lnTo>
                    <a:pt x="21336" y="165100"/>
                  </a:lnTo>
                  <a:lnTo>
                    <a:pt x="35306" y="165100"/>
                  </a:lnTo>
                  <a:lnTo>
                    <a:pt x="35471" y="164846"/>
                  </a:lnTo>
                  <a:lnTo>
                    <a:pt x="35687" y="164211"/>
                  </a:lnTo>
                  <a:lnTo>
                    <a:pt x="35750" y="163957"/>
                  </a:lnTo>
                  <a:lnTo>
                    <a:pt x="35814" y="163703"/>
                  </a:lnTo>
                  <a:lnTo>
                    <a:pt x="38354" y="163068"/>
                  </a:lnTo>
                  <a:lnTo>
                    <a:pt x="39878" y="160528"/>
                  </a:lnTo>
                  <a:lnTo>
                    <a:pt x="39268" y="158115"/>
                  </a:lnTo>
                  <a:lnTo>
                    <a:pt x="39243" y="157988"/>
                  </a:lnTo>
                  <a:lnTo>
                    <a:pt x="39116" y="157607"/>
                  </a:lnTo>
                  <a:lnTo>
                    <a:pt x="41021" y="154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364356" y="3618356"/>
              <a:ext cx="41275" cy="167640"/>
            </a:xfrm>
            <a:custGeom>
              <a:avLst/>
              <a:gdLst/>
              <a:ahLst/>
              <a:cxnLst/>
              <a:rect l="l" t="t" r="r" b="b"/>
              <a:pathLst>
                <a:path w="41275" h="167639">
                  <a:moveTo>
                    <a:pt x="4190" y="158115"/>
                  </a:moveTo>
                  <a:lnTo>
                    <a:pt x="3809" y="161290"/>
                  </a:lnTo>
                  <a:lnTo>
                    <a:pt x="6095" y="164211"/>
                  </a:lnTo>
                  <a:lnTo>
                    <a:pt x="9525" y="164719"/>
                  </a:lnTo>
                  <a:lnTo>
                    <a:pt x="10921" y="164846"/>
                  </a:lnTo>
                  <a:lnTo>
                    <a:pt x="12318" y="164592"/>
                  </a:lnTo>
                  <a:lnTo>
                    <a:pt x="13462" y="163957"/>
                  </a:lnTo>
                  <a:lnTo>
                    <a:pt x="14731" y="166243"/>
                  </a:lnTo>
                  <a:lnTo>
                    <a:pt x="21208" y="165100"/>
                  </a:lnTo>
                  <a:lnTo>
                    <a:pt x="22225" y="167005"/>
                  </a:lnTo>
                  <a:lnTo>
                    <a:pt x="24637" y="167640"/>
                  </a:lnTo>
                  <a:lnTo>
                    <a:pt x="26542" y="166751"/>
                  </a:lnTo>
                  <a:lnTo>
                    <a:pt x="27177" y="166497"/>
                  </a:lnTo>
                  <a:lnTo>
                    <a:pt x="27685" y="166116"/>
                  </a:lnTo>
                  <a:lnTo>
                    <a:pt x="27939" y="165735"/>
                  </a:lnTo>
                  <a:lnTo>
                    <a:pt x="29590" y="167386"/>
                  </a:lnTo>
                  <a:lnTo>
                    <a:pt x="35813" y="163703"/>
                  </a:lnTo>
                  <a:lnTo>
                    <a:pt x="38353" y="163068"/>
                  </a:lnTo>
                  <a:lnTo>
                    <a:pt x="39877" y="160528"/>
                  </a:lnTo>
                  <a:lnTo>
                    <a:pt x="39242" y="157988"/>
                  </a:lnTo>
                  <a:lnTo>
                    <a:pt x="39115" y="157607"/>
                  </a:lnTo>
                  <a:lnTo>
                    <a:pt x="41020" y="154940"/>
                  </a:lnTo>
                  <a:lnTo>
                    <a:pt x="40512" y="151257"/>
                  </a:lnTo>
                  <a:lnTo>
                    <a:pt x="37845" y="149225"/>
                  </a:lnTo>
                  <a:lnTo>
                    <a:pt x="36956" y="148590"/>
                  </a:lnTo>
                  <a:lnTo>
                    <a:pt x="35940" y="148209"/>
                  </a:lnTo>
                  <a:lnTo>
                    <a:pt x="34925" y="148082"/>
                  </a:lnTo>
                  <a:lnTo>
                    <a:pt x="34925" y="145288"/>
                  </a:lnTo>
                  <a:lnTo>
                    <a:pt x="32512" y="143129"/>
                  </a:lnTo>
                  <a:lnTo>
                    <a:pt x="29590" y="143129"/>
                  </a:lnTo>
                  <a:lnTo>
                    <a:pt x="28575" y="143129"/>
                  </a:lnTo>
                  <a:lnTo>
                    <a:pt x="27685" y="143383"/>
                  </a:lnTo>
                  <a:lnTo>
                    <a:pt x="26796" y="143891"/>
                  </a:lnTo>
                  <a:lnTo>
                    <a:pt x="25780" y="140843"/>
                  </a:lnTo>
                  <a:lnTo>
                    <a:pt x="22351" y="139065"/>
                  </a:lnTo>
                  <a:lnTo>
                    <a:pt x="19050" y="139954"/>
                  </a:lnTo>
                  <a:lnTo>
                    <a:pt x="17779" y="140335"/>
                  </a:lnTo>
                  <a:lnTo>
                    <a:pt x="16509" y="141224"/>
                  </a:lnTo>
                  <a:lnTo>
                    <a:pt x="15747" y="142367"/>
                  </a:lnTo>
                  <a:lnTo>
                    <a:pt x="12445" y="140462"/>
                  </a:lnTo>
                  <a:lnTo>
                    <a:pt x="8000" y="141478"/>
                  </a:lnTo>
                  <a:lnTo>
                    <a:pt x="6095" y="144653"/>
                  </a:lnTo>
                  <a:lnTo>
                    <a:pt x="3809" y="144526"/>
                  </a:lnTo>
                  <a:lnTo>
                    <a:pt x="1777" y="145923"/>
                  </a:lnTo>
                  <a:lnTo>
                    <a:pt x="1523" y="148082"/>
                  </a:lnTo>
                  <a:lnTo>
                    <a:pt x="1396" y="149098"/>
                  </a:lnTo>
                  <a:lnTo>
                    <a:pt x="1777" y="150241"/>
                  </a:lnTo>
                  <a:lnTo>
                    <a:pt x="2539" y="151003"/>
                  </a:lnTo>
                  <a:lnTo>
                    <a:pt x="634" y="152146"/>
                  </a:lnTo>
                  <a:lnTo>
                    <a:pt x="0" y="154432"/>
                  </a:lnTo>
                  <a:lnTo>
                    <a:pt x="1142" y="156210"/>
                  </a:lnTo>
                  <a:lnTo>
                    <a:pt x="1777" y="157226"/>
                  </a:lnTo>
                  <a:lnTo>
                    <a:pt x="2920" y="157988"/>
                  </a:lnTo>
                  <a:lnTo>
                    <a:pt x="4190" y="157988"/>
                  </a:lnTo>
                  <a:lnTo>
                    <a:pt x="4190" y="158115"/>
                  </a:lnTo>
                  <a:close/>
                </a:path>
                <a:path w="41275" h="167639">
                  <a:moveTo>
                    <a:pt x="23621" y="1524"/>
                  </a:moveTo>
                  <a:lnTo>
                    <a:pt x="23621" y="762"/>
                  </a:lnTo>
                  <a:lnTo>
                    <a:pt x="22859" y="0"/>
                  </a:lnTo>
                  <a:lnTo>
                    <a:pt x="22097" y="0"/>
                  </a:lnTo>
                  <a:lnTo>
                    <a:pt x="21208" y="0"/>
                  </a:lnTo>
                  <a:lnTo>
                    <a:pt x="20573" y="762"/>
                  </a:lnTo>
                  <a:lnTo>
                    <a:pt x="20573" y="1524"/>
                  </a:lnTo>
                  <a:lnTo>
                    <a:pt x="20573" y="2413"/>
                  </a:lnTo>
                  <a:lnTo>
                    <a:pt x="21208" y="3048"/>
                  </a:lnTo>
                  <a:lnTo>
                    <a:pt x="22097" y="3048"/>
                  </a:lnTo>
                  <a:lnTo>
                    <a:pt x="22859" y="3048"/>
                  </a:lnTo>
                  <a:lnTo>
                    <a:pt x="23621" y="2413"/>
                  </a:lnTo>
                  <a:lnTo>
                    <a:pt x="23621" y="1524"/>
                  </a:lnTo>
                  <a:close/>
                </a:path>
                <a:path w="41275" h="167639">
                  <a:moveTo>
                    <a:pt x="23621" y="71501"/>
                  </a:moveTo>
                  <a:lnTo>
                    <a:pt x="23621" y="70231"/>
                  </a:lnTo>
                  <a:lnTo>
                    <a:pt x="22605" y="69215"/>
                  </a:lnTo>
                  <a:lnTo>
                    <a:pt x="21335" y="69215"/>
                  </a:lnTo>
                  <a:lnTo>
                    <a:pt x="20065" y="69215"/>
                  </a:lnTo>
                  <a:lnTo>
                    <a:pt x="19050" y="70231"/>
                  </a:lnTo>
                  <a:lnTo>
                    <a:pt x="19050" y="71501"/>
                  </a:lnTo>
                  <a:lnTo>
                    <a:pt x="19050" y="72771"/>
                  </a:lnTo>
                  <a:lnTo>
                    <a:pt x="20065" y="73787"/>
                  </a:lnTo>
                  <a:lnTo>
                    <a:pt x="21335" y="73787"/>
                  </a:lnTo>
                  <a:lnTo>
                    <a:pt x="22605" y="73787"/>
                  </a:lnTo>
                  <a:lnTo>
                    <a:pt x="23621" y="72771"/>
                  </a:lnTo>
                  <a:lnTo>
                    <a:pt x="23621" y="71501"/>
                  </a:lnTo>
                  <a:close/>
                </a:path>
                <a:path w="41275" h="167639">
                  <a:moveTo>
                    <a:pt x="4952" y="150622"/>
                  </a:moveTo>
                  <a:lnTo>
                    <a:pt x="4190" y="150622"/>
                  </a:lnTo>
                  <a:lnTo>
                    <a:pt x="3301" y="150749"/>
                  </a:lnTo>
                  <a:lnTo>
                    <a:pt x="2666" y="151130"/>
                  </a:lnTo>
                </a:path>
                <a:path w="41275" h="167639">
                  <a:moveTo>
                    <a:pt x="6984" y="145161"/>
                  </a:moveTo>
                  <a:lnTo>
                    <a:pt x="6603" y="145034"/>
                  </a:lnTo>
                  <a:lnTo>
                    <a:pt x="6350" y="144907"/>
                  </a:lnTo>
                  <a:lnTo>
                    <a:pt x="5968" y="144907"/>
                  </a:lnTo>
                </a:path>
                <a:path w="41275" h="167639">
                  <a:moveTo>
                    <a:pt x="15747" y="142494"/>
                  </a:moveTo>
                  <a:lnTo>
                    <a:pt x="15493" y="142748"/>
                  </a:lnTo>
                  <a:lnTo>
                    <a:pt x="15239" y="143129"/>
                  </a:lnTo>
                  <a:lnTo>
                    <a:pt x="15112" y="143510"/>
                  </a:lnTo>
                </a:path>
                <a:path w="41275" h="167639">
                  <a:moveTo>
                    <a:pt x="27050" y="145161"/>
                  </a:moveTo>
                  <a:lnTo>
                    <a:pt x="27050" y="144780"/>
                  </a:lnTo>
                  <a:lnTo>
                    <a:pt x="26923" y="144399"/>
                  </a:lnTo>
                  <a:lnTo>
                    <a:pt x="26796" y="144018"/>
                  </a:lnTo>
                </a:path>
                <a:path w="41275" h="167639">
                  <a:moveTo>
                    <a:pt x="31876" y="152654"/>
                  </a:moveTo>
                  <a:lnTo>
                    <a:pt x="33781" y="151892"/>
                  </a:lnTo>
                  <a:lnTo>
                    <a:pt x="34925" y="150114"/>
                  </a:lnTo>
                  <a:lnTo>
                    <a:pt x="34925" y="148209"/>
                  </a:lnTo>
                </a:path>
                <a:path w="41275" h="167639">
                  <a:moveTo>
                    <a:pt x="38988" y="157480"/>
                  </a:moveTo>
                  <a:lnTo>
                    <a:pt x="38734" y="156845"/>
                  </a:lnTo>
                  <a:lnTo>
                    <a:pt x="38226" y="156210"/>
                  </a:lnTo>
                  <a:lnTo>
                    <a:pt x="37591" y="155829"/>
                  </a:lnTo>
                </a:path>
                <a:path w="41275" h="167639">
                  <a:moveTo>
                    <a:pt x="35813" y="163830"/>
                  </a:moveTo>
                  <a:lnTo>
                    <a:pt x="35813" y="163576"/>
                  </a:lnTo>
                  <a:lnTo>
                    <a:pt x="35813" y="163322"/>
                  </a:lnTo>
                  <a:lnTo>
                    <a:pt x="35813" y="163068"/>
                  </a:lnTo>
                </a:path>
                <a:path w="41275" h="167639">
                  <a:moveTo>
                    <a:pt x="27304" y="164719"/>
                  </a:moveTo>
                  <a:lnTo>
                    <a:pt x="27431" y="165100"/>
                  </a:lnTo>
                  <a:lnTo>
                    <a:pt x="27685" y="165481"/>
                  </a:lnTo>
                  <a:lnTo>
                    <a:pt x="27939" y="165735"/>
                  </a:lnTo>
                </a:path>
                <a:path w="41275" h="167639">
                  <a:moveTo>
                    <a:pt x="20954" y="164211"/>
                  </a:moveTo>
                  <a:lnTo>
                    <a:pt x="20954" y="164592"/>
                  </a:lnTo>
                  <a:lnTo>
                    <a:pt x="21081" y="164846"/>
                  </a:lnTo>
                  <a:lnTo>
                    <a:pt x="21335" y="165100"/>
                  </a:lnTo>
                </a:path>
                <a:path w="41275" h="167639">
                  <a:moveTo>
                    <a:pt x="13462" y="163957"/>
                  </a:moveTo>
                  <a:lnTo>
                    <a:pt x="13969" y="163703"/>
                  </a:lnTo>
                  <a:lnTo>
                    <a:pt x="14350" y="163449"/>
                  </a:lnTo>
                  <a:lnTo>
                    <a:pt x="14604" y="163068"/>
                  </a:lnTo>
                </a:path>
                <a:path w="41275" h="167639">
                  <a:moveTo>
                    <a:pt x="4444" y="157226"/>
                  </a:moveTo>
                  <a:lnTo>
                    <a:pt x="4317" y="157480"/>
                  </a:lnTo>
                  <a:lnTo>
                    <a:pt x="4317" y="157861"/>
                  </a:lnTo>
                  <a:lnTo>
                    <a:pt x="4190" y="158115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3591433" y="3447668"/>
              <a:ext cx="41275" cy="167640"/>
            </a:xfrm>
            <a:custGeom>
              <a:avLst/>
              <a:gdLst/>
              <a:ahLst/>
              <a:cxnLst/>
              <a:rect l="l" t="t" r="r" b="b"/>
              <a:pathLst>
                <a:path w="41275" h="167639">
                  <a:moveTo>
                    <a:pt x="23622" y="762"/>
                  </a:moveTo>
                  <a:lnTo>
                    <a:pt x="22860" y="0"/>
                  </a:lnTo>
                  <a:lnTo>
                    <a:pt x="21209" y="0"/>
                  </a:lnTo>
                  <a:lnTo>
                    <a:pt x="20574" y="762"/>
                  </a:lnTo>
                  <a:lnTo>
                    <a:pt x="20574" y="2413"/>
                  </a:lnTo>
                  <a:lnTo>
                    <a:pt x="21209" y="3048"/>
                  </a:lnTo>
                  <a:lnTo>
                    <a:pt x="22860" y="3048"/>
                  </a:lnTo>
                  <a:lnTo>
                    <a:pt x="23622" y="2413"/>
                  </a:lnTo>
                  <a:lnTo>
                    <a:pt x="23622" y="1524"/>
                  </a:lnTo>
                  <a:lnTo>
                    <a:pt x="23622" y="762"/>
                  </a:lnTo>
                  <a:close/>
                </a:path>
                <a:path w="41275" h="167639">
                  <a:moveTo>
                    <a:pt x="34899" y="165608"/>
                  </a:moveTo>
                  <a:lnTo>
                    <a:pt x="21475" y="165608"/>
                  </a:lnTo>
                  <a:lnTo>
                    <a:pt x="22225" y="167005"/>
                  </a:lnTo>
                  <a:lnTo>
                    <a:pt x="24638" y="167640"/>
                  </a:lnTo>
                  <a:lnTo>
                    <a:pt x="26543" y="166751"/>
                  </a:lnTo>
                  <a:lnTo>
                    <a:pt x="27178" y="166497"/>
                  </a:lnTo>
                  <a:lnTo>
                    <a:pt x="27508" y="166243"/>
                  </a:lnTo>
                  <a:lnTo>
                    <a:pt x="27940" y="165735"/>
                  </a:lnTo>
                  <a:lnTo>
                    <a:pt x="29591" y="167386"/>
                  </a:lnTo>
                  <a:lnTo>
                    <a:pt x="32385" y="167640"/>
                  </a:lnTo>
                  <a:lnTo>
                    <a:pt x="34747" y="165735"/>
                  </a:lnTo>
                  <a:lnTo>
                    <a:pt x="34899" y="165608"/>
                  </a:lnTo>
                  <a:close/>
                </a:path>
                <a:path w="41275" h="167639">
                  <a:moveTo>
                    <a:pt x="41021" y="154952"/>
                  </a:moveTo>
                  <a:lnTo>
                    <a:pt x="40627" y="152146"/>
                  </a:lnTo>
                  <a:lnTo>
                    <a:pt x="40513" y="151257"/>
                  </a:lnTo>
                  <a:lnTo>
                    <a:pt x="37846" y="149237"/>
                  </a:lnTo>
                  <a:lnTo>
                    <a:pt x="36957" y="148602"/>
                  </a:lnTo>
                  <a:lnTo>
                    <a:pt x="35941" y="148209"/>
                  </a:lnTo>
                  <a:lnTo>
                    <a:pt x="34925" y="148209"/>
                  </a:lnTo>
                  <a:lnTo>
                    <a:pt x="34925" y="145300"/>
                  </a:lnTo>
                  <a:lnTo>
                    <a:pt x="33362" y="143891"/>
                  </a:lnTo>
                  <a:lnTo>
                    <a:pt x="32512" y="143129"/>
                  </a:lnTo>
                  <a:lnTo>
                    <a:pt x="28575" y="143129"/>
                  </a:lnTo>
                  <a:lnTo>
                    <a:pt x="27686" y="143383"/>
                  </a:lnTo>
                  <a:lnTo>
                    <a:pt x="26797" y="143891"/>
                  </a:lnTo>
                  <a:lnTo>
                    <a:pt x="26289" y="142367"/>
                  </a:lnTo>
                  <a:lnTo>
                    <a:pt x="25984" y="141478"/>
                  </a:lnTo>
                  <a:lnTo>
                    <a:pt x="25908" y="141224"/>
                  </a:lnTo>
                  <a:lnTo>
                    <a:pt x="25781" y="140843"/>
                  </a:lnTo>
                  <a:lnTo>
                    <a:pt x="22352" y="139077"/>
                  </a:lnTo>
                  <a:lnTo>
                    <a:pt x="19050" y="139954"/>
                  </a:lnTo>
                  <a:lnTo>
                    <a:pt x="17348" y="140462"/>
                  </a:lnTo>
                  <a:lnTo>
                    <a:pt x="17589" y="140462"/>
                  </a:lnTo>
                  <a:lnTo>
                    <a:pt x="16510" y="141224"/>
                  </a:lnTo>
                  <a:lnTo>
                    <a:pt x="15748" y="142367"/>
                  </a:lnTo>
                  <a:lnTo>
                    <a:pt x="12446" y="140462"/>
                  </a:lnTo>
                  <a:lnTo>
                    <a:pt x="8001" y="141478"/>
                  </a:lnTo>
                  <a:lnTo>
                    <a:pt x="6096" y="144653"/>
                  </a:lnTo>
                  <a:lnTo>
                    <a:pt x="3619" y="144653"/>
                  </a:lnTo>
                  <a:lnTo>
                    <a:pt x="1778" y="145923"/>
                  </a:lnTo>
                  <a:lnTo>
                    <a:pt x="1498" y="148209"/>
                  </a:lnTo>
                  <a:lnTo>
                    <a:pt x="1435" y="149237"/>
                  </a:lnTo>
                  <a:lnTo>
                    <a:pt x="1778" y="150241"/>
                  </a:lnTo>
                  <a:lnTo>
                    <a:pt x="2540" y="151003"/>
                  </a:lnTo>
                  <a:lnTo>
                    <a:pt x="635" y="152146"/>
                  </a:lnTo>
                  <a:lnTo>
                    <a:pt x="0" y="154432"/>
                  </a:lnTo>
                  <a:lnTo>
                    <a:pt x="1778" y="157238"/>
                  </a:lnTo>
                  <a:lnTo>
                    <a:pt x="2921" y="158000"/>
                  </a:lnTo>
                  <a:lnTo>
                    <a:pt x="4178" y="158000"/>
                  </a:lnTo>
                  <a:lnTo>
                    <a:pt x="3886" y="160528"/>
                  </a:lnTo>
                  <a:lnTo>
                    <a:pt x="3810" y="161290"/>
                  </a:lnTo>
                  <a:lnTo>
                    <a:pt x="6096" y="164211"/>
                  </a:lnTo>
                  <a:lnTo>
                    <a:pt x="10375" y="164846"/>
                  </a:lnTo>
                  <a:lnTo>
                    <a:pt x="11861" y="164846"/>
                  </a:lnTo>
                  <a:lnTo>
                    <a:pt x="13462" y="163957"/>
                  </a:lnTo>
                  <a:lnTo>
                    <a:pt x="14732" y="166243"/>
                  </a:lnTo>
                  <a:lnTo>
                    <a:pt x="17653" y="167005"/>
                  </a:lnTo>
                  <a:lnTo>
                    <a:pt x="20574" y="165608"/>
                  </a:lnTo>
                  <a:lnTo>
                    <a:pt x="20701" y="165608"/>
                  </a:lnTo>
                  <a:lnTo>
                    <a:pt x="21475" y="165608"/>
                  </a:lnTo>
                  <a:lnTo>
                    <a:pt x="21234" y="165163"/>
                  </a:lnTo>
                  <a:lnTo>
                    <a:pt x="20955" y="165354"/>
                  </a:lnTo>
                  <a:lnTo>
                    <a:pt x="21209" y="165100"/>
                  </a:lnTo>
                  <a:lnTo>
                    <a:pt x="21336" y="165100"/>
                  </a:lnTo>
                  <a:lnTo>
                    <a:pt x="35306" y="165100"/>
                  </a:lnTo>
                  <a:lnTo>
                    <a:pt x="35471" y="164846"/>
                  </a:lnTo>
                  <a:lnTo>
                    <a:pt x="35687" y="164211"/>
                  </a:lnTo>
                  <a:lnTo>
                    <a:pt x="35750" y="163957"/>
                  </a:lnTo>
                  <a:lnTo>
                    <a:pt x="35814" y="163703"/>
                  </a:lnTo>
                  <a:lnTo>
                    <a:pt x="38354" y="163068"/>
                  </a:lnTo>
                  <a:lnTo>
                    <a:pt x="39878" y="160528"/>
                  </a:lnTo>
                  <a:lnTo>
                    <a:pt x="39243" y="158000"/>
                  </a:lnTo>
                  <a:lnTo>
                    <a:pt x="39116" y="157607"/>
                  </a:lnTo>
                  <a:lnTo>
                    <a:pt x="41021" y="1549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3591433" y="3380104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9"/>
                  </a:moveTo>
                  <a:lnTo>
                    <a:pt x="3809" y="228854"/>
                  </a:lnTo>
                  <a:lnTo>
                    <a:pt x="6095" y="231775"/>
                  </a:lnTo>
                  <a:lnTo>
                    <a:pt x="9525" y="232283"/>
                  </a:lnTo>
                  <a:lnTo>
                    <a:pt x="10921" y="232410"/>
                  </a:lnTo>
                  <a:lnTo>
                    <a:pt x="12318" y="232156"/>
                  </a:lnTo>
                  <a:lnTo>
                    <a:pt x="13462" y="231521"/>
                  </a:lnTo>
                  <a:lnTo>
                    <a:pt x="14731" y="233807"/>
                  </a:lnTo>
                  <a:lnTo>
                    <a:pt x="21208" y="232664"/>
                  </a:lnTo>
                  <a:lnTo>
                    <a:pt x="22225" y="234569"/>
                  </a:lnTo>
                  <a:lnTo>
                    <a:pt x="24637" y="235204"/>
                  </a:lnTo>
                  <a:lnTo>
                    <a:pt x="26542" y="234315"/>
                  </a:lnTo>
                  <a:lnTo>
                    <a:pt x="27177" y="234061"/>
                  </a:lnTo>
                  <a:lnTo>
                    <a:pt x="27686" y="233680"/>
                  </a:lnTo>
                  <a:lnTo>
                    <a:pt x="27939" y="233299"/>
                  </a:lnTo>
                  <a:lnTo>
                    <a:pt x="29590" y="234950"/>
                  </a:lnTo>
                  <a:lnTo>
                    <a:pt x="35813" y="231267"/>
                  </a:lnTo>
                  <a:lnTo>
                    <a:pt x="38353" y="230632"/>
                  </a:lnTo>
                  <a:lnTo>
                    <a:pt x="39877" y="228092"/>
                  </a:lnTo>
                  <a:lnTo>
                    <a:pt x="39242" y="225552"/>
                  </a:lnTo>
                  <a:lnTo>
                    <a:pt x="39115" y="225425"/>
                  </a:lnTo>
                  <a:lnTo>
                    <a:pt x="39115" y="225171"/>
                  </a:lnTo>
                  <a:lnTo>
                    <a:pt x="41020" y="222504"/>
                  </a:lnTo>
                  <a:lnTo>
                    <a:pt x="40512" y="218821"/>
                  </a:lnTo>
                  <a:lnTo>
                    <a:pt x="37845" y="216789"/>
                  </a:lnTo>
                  <a:lnTo>
                    <a:pt x="36956" y="216154"/>
                  </a:lnTo>
                  <a:lnTo>
                    <a:pt x="35940" y="215773"/>
                  </a:lnTo>
                  <a:lnTo>
                    <a:pt x="34925" y="215646"/>
                  </a:lnTo>
                  <a:lnTo>
                    <a:pt x="34925" y="212852"/>
                  </a:lnTo>
                  <a:lnTo>
                    <a:pt x="32512" y="210693"/>
                  </a:lnTo>
                  <a:lnTo>
                    <a:pt x="29590" y="210693"/>
                  </a:lnTo>
                  <a:lnTo>
                    <a:pt x="28575" y="210693"/>
                  </a:lnTo>
                  <a:lnTo>
                    <a:pt x="27686" y="210947"/>
                  </a:lnTo>
                  <a:lnTo>
                    <a:pt x="26796" y="211455"/>
                  </a:lnTo>
                  <a:lnTo>
                    <a:pt x="25780" y="208407"/>
                  </a:lnTo>
                  <a:lnTo>
                    <a:pt x="22351" y="206629"/>
                  </a:lnTo>
                  <a:lnTo>
                    <a:pt x="19050" y="207518"/>
                  </a:lnTo>
                  <a:lnTo>
                    <a:pt x="17779" y="207899"/>
                  </a:lnTo>
                  <a:lnTo>
                    <a:pt x="16509" y="208787"/>
                  </a:lnTo>
                  <a:lnTo>
                    <a:pt x="15747" y="209931"/>
                  </a:lnTo>
                  <a:lnTo>
                    <a:pt x="12445" y="208025"/>
                  </a:lnTo>
                  <a:lnTo>
                    <a:pt x="8000" y="209042"/>
                  </a:lnTo>
                  <a:lnTo>
                    <a:pt x="6095" y="212217"/>
                  </a:lnTo>
                  <a:lnTo>
                    <a:pt x="3809" y="212090"/>
                  </a:lnTo>
                  <a:lnTo>
                    <a:pt x="1777" y="213487"/>
                  </a:lnTo>
                  <a:lnTo>
                    <a:pt x="1524" y="215646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2" y="223774"/>
                  </a:lnTo>
                  <a:lnTo>
                    <a:pt x="1777" y="224790"/>
                  </a:lnTo>
                  <a:lnTo>
                    <a:pt x="2920" y="225552"/>
                  </a:lnTo>
                  <a:lnTo>
                    <a:pt x="4190" y="225552"/>
                  </a:lnTo>
                  <a:close/>
                </a:path>
                <a:path w="41275" h="235585">
                  <a:moveTo>
                    <a:pt x="23621" y="762"/>
                  </a:moveTo>
                  <a:lnTo>
                    <a:pt x="23621" y="381"/>
                  </a:lnTo>
                  <a:lnTo>
                    <a:pt x="23240" y="0"/>
                  </a:lnTo>
                  <a:lnTo>
                    <a:pt x="22859" y="0"/>
                  </a:lnTo>
                  <a:lnTo>
                    <a:pt x="22351" y="0"/>
                  </a:lnTo>
                  <a:lnTo>
                    <a:pt x="22097" y="381"/>
                  </a:lnTo>
                  <a:lnTo>
                    <a:pt x="22097" y="762"/>
                  </a:lnTo>
                  <a:lnTo>
                    <a:pt x="22097" y="1143"/>
                  </a:lnTo>
                  <a:lnTo>
                    <a:pt x="22351" y="1524"/>
                  </a:lnTo>
                  <a:lnTo>
                    <a:pt x="22859" y="1524"/>
                  </a:lnTo>
                  <a:lnTo>
                    <a:pt x="23240" y="1524"/>
                  </a:lnTo>
                  <a:lnTo>
                    <a:pt x="23621" y="1143"/>
                  </a:lnTo>
                  <a:lnTo>
                    <a:pt x="23621" y="762"/>
                  </a:lnTo>
                  <a:close/>
                </a:path>
                <a:path w="41275" h="235585">
                  <a:moveTo>
                    <a:pt x="23621" y="69087"/>
                  </a:moveTo>
                  <a:lnTo>
                    <a:pt x="23621" y="68325"/>
                  </a:lnTo>
                  <a:lnTo>
                    <a:pt x="22859" y="67564"/>
                  </a:lnTo>
                  <a:lnTo>
                    <a:pt x="22097" y="67564"/>
                  </a:lnTo>
                  <a:lnTo>
                    <a:pt x="21208" y="67564"/>
                  </a:lnTo>
                  <a:lnTo>
                    <a:pt x="20574" y="68325"/>
                  </a:lnTo>
                  <a:lnTo>
                    <a:pt x="20574" y="69087"/>
                  </a:lnTo>
                  <a:lnTo>
                    <a:pt x="20574" y="69977"/>
                  </a:lnTo>
                  <a:lnTo>
                    <a:pt x="21208" y="70612"/>
                  </a:lnTo>
                  <a:lnTo>
                    <a:pt x="22097" y="70612"/>
                  </a:lnTo>
                  <a:lnTo>
                    <a:pt x="22859" y="70612"/>
                  </a:lnTo>
                  <a:lnTo>
                    <a:pt x="23621" y="69977"/>
                  </a:lnTo>
                  <a:lnTo>
                    <a:pt x="23621" y="69087"/>
                  </a:lnTo>
                  <a:close/>
                </a:path>
                <a:path w="41275" h="235585">
                  <a:moveTo>
                    <a:pt x="4952" y="218186"/>
                  </a:moveTo>
                  <a:lnTo>
                    <a:pt x="4190" y="218186"/>
                  </a:lnTo>
                  <a:lnTo>
                    <a:pt x="3301" y="218312"/>
                  </a:lnTo>
                  <a:lnTo>
                    <a:pt x="2666" y="218694"/>
                  </a:lnTo>
                </a:path>
                <a:path w="41275" h="235585">
                  <a:moveTo>
                    <a:pt x="6984" y="212725"/>
                  </a:moveTo>
                  <a:lnTo>
                    <a:pt x="6603" y="212598"/>
                  </a:lnTo>
                  <a:lnTo>
                    <a:pt x="6350" y="212471"/>
                  </a:lnTo>
                  <a:lnTo>
                    <a:pt x="5968" y="212471"/>
                  </a:lnTo>
                </a:path>
                <a:path w="41275" h="235585">
                  <a:moveTo>
                    <a:pt x="15747" y="210058"/>
                  </a:moveTo>
                  <a:lnTo>
                    <a:pt x="15493" y="210312"/>
                  </a:lnTo>
                  <a:lnTo>
                    <a:pt x="15239" y="210693"/>
                  </a:lnTo>
                  <a:lnTo>
                    <a:pt x="15112" y="211074"/>
                  </a:lnTo>
                </a:path>
                <a:path w="41275" h="235585">
                  <a:moveTo>
                    <a:pt x="27050" y="212725"/>
                  </a:moveTo>
                  <a:lnTo>
                    <a:pt x="27050" y="212344"/>
                  </a:lnTo>
                  <a:lnTo>
                    <a:pt x="26924" y="211962"/>
                  </a:lnTo>
                  <a:lnTo>
                    <a:pt x="26796" y="211582"/>
                  </a:lnTo>
                </a:path>
                <a:path w="41275" h="235585">
                  <a:moveTo>
                    <a:pt x="31876" y="220218"/>
                  </a:moveTo>
                  <a:lnTo>
                    <a:pt x="33781" y="219456"/>
                  </a:lnTo>
                  <a:lnTo>
                    <a:pt x="34925" y="217678"/>
                  </a:lnTo>
                  <a:lnTo>
                    <a:pt x="34925" y="215773"/>
                  </a:lnTo>
                </a:path>
                <a:path w="41275" h="235585">
                  <a:moveTo>
                    <a:pt x="38988" y="225044"/>
                  </a:moveTo>
                  <a:lnTo>
                    <a:pt x="38734" y="224409"/>
                  </a:lnTo>
                  <a:lnTo>
                    <a:pt x="38226" y="223774"/>
                  </a:lnTo>
                  <a:lnTo>
                    <a:pt x="37591" y="223393"/>
                  </a:lnTo>
                </a:path>
                <a:path w="41275" h="235585">
                  <a:moveTo>
                    <a:pt x="35813" y="231394"/>
                  </a:moveTo>
                  <a:lnTo>
                    <a:pt x="35813" y="231140"/>
                  </a:lnTo>
                  <a:lnTo>
                    <a:pt x="35813" y="230886"/>
                  </a:lnTo>
                  <a:lnTo>
                    <a:pt x="35813" y="230632"/>
                  </a:lnTo>
                </a:path>
                <a:path w="41275" h="235585">
                  <a:moveTo>
                    <a:pt x="27304" y="232283"/>
                  </a:moveTo>
                  <a:lnTo>
                    <a:pt x="27431" y="232664"/>
                  </a:lnTo>
                  <a:lnTo>
                    <a:pt x="27686" y="233045"/>
                  </a:lnTo>
                  <a:lnTo>
                    <a:pt x="27939" y="233299"/>
                  </a:lnTo>
                </a:path>
                <a:path w="41275" h="235585">
                  <a:moveTo>
                    <a:pt x="20954" y="231775"/>
                  </a:moveTo>
                  <a:lnTo>
                    <a:pt x="20954" y="232156"/>
                  </a:lnTo>
                  <a:lnTo>
                    <a:pt x="21081" y="232410"/>
                  </a:lnTo>
                  <a:lnTo>
                    <a:pt x="21336" y="232664"/>
                  </a:lnTo>
                </a:path>
                <a:path w="41275" h="235585">
                  <a:moveTo>
                    <a:pt x="13462" y="231521"/>
                  </a:moveTo>
                  <a:lnTo>
                    <a:pt x="13969" y="231267"/>
                  </a:lnTo>
                  <a:lnTo>
                    <a:pt x="14350" y="231013"/>
                  </a:lnTo>
                  <a:lnTo>
                    <a:pt x="14604" y="230632"/>
                  </a:lnTo>
                </a:path>
                <a:path w="41275" h="235585">
                  <a:moveTo>
                    <a:pt x="4444" y="224790"/>
                  </a:moveTo>
                  <a:lnTo>
                    <a:pt x="4317" y="225044"/>
                  </a:lnTo>
                  <a:lnTo>
                    <a:pt x="4317" y="225425"/>
                  </a:lnTo>
                  <a:lnTo>
                    <a:pt x="4190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3539617" y="3610736"/>
              <a:ext cx="41275" cy="167640"/>
            </a:xfrm>
            <a:custGeom>
              <a:avLst/>
              <a:gdLst/>
              <a:ahLst/>
              <a:cxnLst/>
              <a:rect l="l" t="t" r="r" b="b"/>
              <a:pathLst>
                <a:path w="41275" h="167639">
                  <a:moveTo>
                    <a:pt x="23622" y="70231"/>
                  </a:moveTo>
                  <a:lnTo>
                    <a:pt x="22606" y="69215"/>
                  </a:lnTo>
                  <a:lnTo>
                    <a:pt x="20066" y="69215"/>
                  </a:lnTo>
                  <a:lnTo>
                    <a:pt x="19050" y="70231"/>
                  </a:lnTo>
                  <a:lnTo>
                    <a:pt x="19050" y="72771"/>
                  </a:lnTo>
                  <a:lnTo>
                    <a:pt x="20066" y="73787"/>
                  </a:lnTo>
                  <a:lnTo>
                    <a:pt x="22606" y="73787"/>
                  </a:lnTo>
                  <a:lnTo>
                    <a:pt x="23622" y="72771"/>
                  </a:lnTo>
                  <a:lnTo>
                    <a:pt x="23622" y="71501"/>
                  </a:lnTo>
                  <a:lnTo>
                    <a:pt x="23622" y="70231"/>
                  </a:lnTo>
                  <a:close/>
                </a:path>
                <a:path w="41275" h="167639">
                  <a:moveTo>
                    <a:pt x="23622" y="762"/>
                  </a:moveTo>
                  <a:lnTo>
                    <a:pt x="22860" y="0"/>
                  </a:lnTo>
                  <a:lnTo>
                    <a:pt x="21209" y="0"/>
                  </a:lnTo>
                  <a:lnTo>
                    <a:pt x="20574" y="762"/>
                  </a:lnTo>
                  <a:lnTo>
                    <a:pt x="20574" y="2413"/>
                  </a:lnTo>
                  <a:lnTo>
                    <a:pt x="21209" y="3048"/>
                  </a:lnTo>
                  <a:lnTo>
                    <a:pt x="22860" y="3048"/>
                  </a:lnTo>
                  <a:lnTo>
                    <a:pt x="23622" y="2413"/>
                  </a:lnTo>
                  <a:lnTo>
                    <a:pt x="23622" y="1524"/>
                  </a:lnTo>
                  <a:lnTo>
                    <a:pt x="23622" y="762"/>
                  </a:lnTo>
                  <a:close/>
                </a:path>
                <a:path w="41275" h="167639">
                  <a:moveTo>
                    <a:pt x="41021" y="154940"/>
                  </a:moveTo>
                  <a:lnTo>
                    <a:pt x="40627" y="152146"/>
                  </a:lnTo>
                  <a:lnTo>
                    <a:pt x="40513" y="151257"/>
                  </a:lnTo>
                  <a:lnTo>
                    <a:pt x="37846" y="149225"/>
                  </a:lnTo>
                  <a:lnTo>
                    <a:pt x="36957" y="148590"/>
                  </a:lnTo>
                  <a:lnTo>
                    <a:pt x="35941" y="148209"/>
                  </a:lnTo>
                  <a:lnTo>
                    <a:pt x="34925" y="148209"/>
                  </a:lnTo>
                  <a:lnTo>
                    <a:pt x="34925" y="145288"/>
                  </a:lnTo>
                  <a:lnTo>
                    <a:pt x="34353" y="144780"/>
                  </a:lnTo>
                  <a:lnTo>
                    <a:pt x="33362" y="143891"/>
                  </a:lnTo>
                  <a:lnTo>
                    <a:pt x="32512" y="143129"/>
                  </a:lnTo>
                  <a:lnTo>
                    <a:pt x="28575" y="143129"/>
                  </a:lnTo>
                  <a:lnTo>
                    <a:pt x="27686" y="143383"/>
                  </a:lnTo>
                  <a:lnTo>
                    <a:pt x="26797" y="143891"/>
                  </a:lnTo>
                  <a:lnTo>
                    <a:pt x="26289" y="142367"/>
                  </a:lnTo>
                  <a:lnTo>
                    <a:pt x="25984" y="141478"/>
                  </a:lnTo>
                  <a:lnTo>
                    <a:pt x="25908" y="141224"/>
                  </a:lnTo>
                  <a:lnTo>
                    <a:pt x="25781" y="140843"/>
                  </a:lnTo>
                  <a:lnTo>
                    <a:pt x="22352" y="139065"/>
                  </a:lnTo>
                  <a:lnTo>
                    <a:pt x="19050" y="139954"/>
                  </a:lnTo>
                  <a:lnTo>
                    <a:pt x="17348" y="140462"/>
                  </a:lnTo>
                  <a:lnTo>
                    <a:pt x="17589" y="140462"/>
                  </a:lnTo>
                  <a:lnTo>
                    <a:pt x="16510" y="141224"/>
                  </a:lnTo>
                  <a:lnTo>
                    <a:pt x="15748" y="142367"/>
                  </a:lnTo>
                  <a:lnTo>
                    <a:pt x="12446" y="140462"/>
                  </a:lnTo>
                  <a:lnTo>
                    <a:pt x="8001" y="141478"/>
                  </a:lnTo>
                  <a:lnTo>
                    <a:pt x="6096" y="144653"/>
                  </a:lnTo>
                  <a:lnTo>
                    <a:pt x="5969" y="144780"/>
                  </a:lnTo>
                  <a:lnTo>
                    <a:pt x="4876" y="144653"/>
                  </a:lnTo>
                  <a:lnTo>
                    <a:pt x="3619" y="144653"/>
                  </a:lnTo>
                  <a:lnTo>
                    <a:pt x="1778" y="145923"/>
                  </a:lnTo>
                  <a:lnTo>
                    <a:pt x="1498" y="148209"/>
                  </a:lnTo>
                  <a:lnTo>
                    <a:pt x="1435" y="149225"/>
                  </a:lnTo>
                  <a:lnTo>
                    <a:pt x="1778" y="150241"/>
                  </a:lnTo>
                  <a:lnTo>
                    <a:pt x="2540" y="151003"/>
                  </a:lnTo>
                  <a:lnTo>
                    <a:pt x="635" y="152146"/>
                  </a:lnTo>
                  <a:lnTo>
                    <a:pt x="0" y="154432"/>
                  </a:lnTo>
                  <a:lnTo>
                    <a:pt x="1778" y="157226"/>
                  </a:lnTo>
                  <a:lnTo>
                    <a:pt x="2921" y="158000"/>
                  </a:lnTo>
                  <a:lnTo>
                    <a:pt x="4178" y="158000"/>
                  </a:lnTo>
                  <a:lnTo>
                    <a:pt x="3886" y="160528"/>
                  </a:lnTo>
                  <a:lnTo>
                    <a:pt x="3810" y="161290"/>
                  </a:lnTo>
                  <a:lnTo>
                    <a:pt x="6096" y="164211"/>
                  </a:lnTo>
                  <a:lnTo>
                    <a:pt x="10375" y="164846"/>
                  </a:lnTo>
                  <a:lnTo>
                    <a:pt x="11861" y="164846"/>
                  </a:lnTo>
                  <a:lnTo>
                    <a:pt x="13462" y="163957"/>
                  </a:lnTo>
                  <a:lnTo>
                    <a:pt x="14655" y="166116"/>
                  </a:lnTo>
                  <a:lnTo>
                    <a:pt x="14732" y="166243"/>
                  </a:lnTo>
                  <a:lnTo>
                    <a:pt x="17653" y="167005"/>
                  </a:lnTo>
                  <a:lnTo>
                    <a:pt x="20574" y="165608"/>
                  </a:lnTo>
                  <a:lnTo>
                    <a:pt x="20701" y="165608"/>
                  </a:lnTo>
                  <a:lnTo>
                    <a:pt x="21209" y="165100"/>
                  </a:lnTo>
                  <a:lnTo>
                    <a:pt x="22225" y="167005"/>
                  </a:lnTo>
                  <a:lnTo>
                    <a:pt x="24638" y="167640"/>
                  </a:lnTo>
                  <a:lnTo>
                    <a:pt x="26543" y="166751"/>
                  </a:lnTo>
                  <a:lnTo>
                    <a:pt x="27178" y="166497"/>
                  </a:lnTo>
                  <a:lnTo>
                    <a:pt x="27686" y="166116"/>
                  </a:lnTo>
                  <a:lnTo>
                    <a:pt x="27940" y="165735"/>
                  </a:lnTo>
                  <a:lnTo>
                    <a:pt x="29591" y="167386"/>
                  </a:lnTo>
                  <a:lnTo>
                    <a:pt x="32385" y="167640"/>
                  </a:lnTo>
                  <a:lnTo>
                    <a:pt x="35750" y="163957"/>
                  </a:lnTo>
                  <a:lnTo>
                    <a:pt x="35814" y="163703"/>
                  </a:lnTo>
                  <a:lnTo>
                    <a:pt x="38354" y="163068"/>
                  </a:lnTo>
                  <a:lnTo>
                    <a:pt x="39878" y="160528"/>
                  </a:lnTo>
                  <a:lnTo>
                    <a:pt x="39243" y="158000"/>
                  </a:lnTo>
                  <a:lnTo>
                    <a:pt x="39116" y="157607"/>
                  </a:lnTo>
                  <a:lnTo>
                    <a:pt x="38887" y="157607"/>
                  </a:lnTo>
                  <a:lnTo>
                    <a:pt x="41021" y="1549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3539616" y="3610736"/>
              <a:ext cx="41275" cy="167640"/>
            </a:xfrm>
            <a:custGeom>
              <a:avLst/>
              <a:gdLst/>
              <a:ahLst/>
              <a:cxnLst/>
              <a:rect l="l" t="t" r="r" b="b"/>
              <a:pathLst>
                <a:path w="41275" h="167639">
                  <a:moveTo>
                    <a:pt x="4191" y="158114"/>
                  </a:moveTo>
                  <a:lnTo>
                    <a:pt x="3810" y="161289"/>
                  </a:lnTo>
                  <a:lnTo>
                    <a:pt x="6096" y="164211"/>
                  </a:lnTo>
                  <a:lnTo>
                    <a:pt x="9525" y="164719"/>
                  </a:lnTo>
                  <a:lnTo>
                    <a:pt x="10922" y="164845"/>
                  </a:lnTo>
                  <a:lnTo>
                    <a:pt x="12319" y="164592"/>
                  </a:lnTo>
                  <a:lnTo>
                    <a:pt x="13462" y="163956"/>
                  </a:lnTo>
                  <a:lnTo>
                    <a:pt x="14732" y="166243"/>
                  </a:lnTo>
                  <a:lnTo>
                    <a:pt x="21209" y="165100"/>
                  </a:lnTo>
                  <a:lnTo>
                    <a:pt x="22225" y="167005"/>
                  </a:lnTo>
                  <a:lnTo>
                    <a:pt x="24637" y="167639"/>
                  </a:lnTo>
                  <a:lnTo>
                    <a:pt x="26543" y="166750"/>
                  </a:lnTo>
                  <a:lnTo>
                    <a:pt x="27178" y="166496"/>
                  </a:lnTo>
                  <a:lnTo>
                    <a:pt x="27686" y="166115"/>
                  </a:lnTo>
                  <a:lnTo>
                    <a:pt x="27940" y="165735"/>
                  </a:lnTo>
                  <a:lnTo>
                    <a:pt x="29591" y="167386"/>
                  </a:lnTo>
                  <a:lnTo>
                    <a:pt x="35813" y="163702"/>
                  </a:lnTo>
                  <a:lnTo>
                    <a:pt x="38354" y="163068"/>
                  </a:lnTo>
                  <a:lnTo>
                    <a:pt x="39878" y="160527"/>
                  </a:lnTo>
                  <a:lnTo>
                    <a:pt x="39243" y="157987"/>
                  </a:lnTo>
                  <a:lnTo>
                    <a:pt x="39116" y="157606"/>
                  </a:lnTo>
                  <a:lnTo>
                    <a:pt x="38988" y="157480"/>
                  </a:lnTo>
                  <a:lnTo>
                    <a:pt x="41021" y="154939"/>
                  </a:lnTo>
                  <a:lnTo>
                    <a:pt x="40512" y="151256"/>
                  </a:lnTo>
                  <a:lnTo>
                    <a:pt x="37846" y="149225"/>
                  </a:lnTo>
                  <a:lnTo>
                    <a:pt x="36957" y="148589"/>
                  </a:lnTo>
                  <a:lnTo>
                    <a:pt x="35941" y="148208"/>
                  </a:lnTo>
                  <a:lnTo>
                    <a:pt x="34925" y="148081"/>
                  </a:lnTo>
                  <a:lnTo>
                    <a:pt x="34925" y="145287"/>
                  </a:lnTo>
                  <a:lnTo>
                    <a:pt x="32512" y="143129"/>
                  </a:lnTo>
                  <a:lnTo>
                    <a:pt x="29591" y="143129"/>
                  </a:lnTo>
                  <a:lnTo>
                    <a:pt x="28575" y="143129"/>
                  </a:lnTo>
                  <a:lnTo>
                    <a:pt x="27686" y="143382"/>
                  </a:lnTo>
                  <a:lnTo>
                    <a:pt x="26797" y="143890"/>
                  </a:lnTo>
                  <a:lnTo>
                    <a:pt x="25781" y="140843"/>
                  </a:lnTo>
                  <a:lnTo>
                    <a:pt x="22352" y="139064"/>
                  </a:lnTo>
                  <a:lnTo>
                    <a:pt x="19050" y="139954"/>
                  </a:lnTo>
                  <a:lnTo>
                    <a:pt x="17780" y="140335"/>
                  </a:lnTo>
                  <a:lnTo>
                    <a:pt x="16510" y="141224"/>
                  </a:lnTo>
                  <a:lnTo>
                    <a:pt x="15748" y="142367"/>
                  </a:lnTo>
                  <a:lnTo>
                    <a:pt x="12446" y="140462"/>
                  </a:lnTo>
                  <a:lnTo>
                    <a:pt x="8000" y="141477"/>
                  </a:lnTo>
                  <a:lnTo>
                    <a:pt x="6096" y="144652"/>
                  </a:lnTo>
                  <a:lnTo>
                    <a:pt x="5969" y="144780"/>
                  </a:lnTo>
                  <a:lnTo>
                    <a:pt x="3810" y="144525"/>
                  </a:lnTo>
                  <a:lnTo>
                    <a:pt x="1778" y="145923"/>
                  </a:lnTo>
                  <a:lnTo>
                    <a:pt x="1524" y="148081"/>
                  </a:lnTo>
                  <a:lnTo>
                    <a:pt x="1397" y="149098"/>
                  </a:lnTo>
                  <a:lnTo>
                    <a:pt x="1778" y="150240"/>
                  </a:lnTo>
                  <a:lnTo>
                    <a:pt x="2540" y="151002"/>
                  </a:lnTo>
                  <a:lnTo>
                    <a:pt x="635" y="152145"/>
                  </a:lnTo>
                  <a:lnTo>
                    <a:pt x="0" y="154431"/>
                  </a:lnTo>
                  <a:lnTo>
                    <a:pt x="1143" y="156210"/>
                  </a:lnTo>
                  <a:lnTo>
                    <a:pt x="1778" y="157225"/>
                  </a:lnTo>
                  <a:lnTo>
                    <a:pt x="2921" y="157987"/>
                  </a:lnTo>
                  <a:lnTo>
                    <a:pt x="4191" y="157987"/>
                  </a:lnTo>
                  <a:close/>
                </a:path>
                <a:path w="41275" h="167639">
                  <a:moveTo>
                    <a:pt x="23622" y="1524"/>
                  </a:moveTo>
                  <a:lnTo>
                    <a:pt x="23622" y="762"/>
                  </a:lnTo>
                  <a:lnTo>
                    <a:pt x="22860" y="0"/>
                  </a:lnTo>
                  <a:lnTo>
                    <a:pt x="22098" y="0"/>
                  </a:lnTo>
                  <a:lnTo>
                    <a:pt x="21209" y="0"/>
                  </a:lnTo>
                  <a:lnTo>
                    <a:pt x="20574" y="762"/>
                  </a:lnTo>
                  <a:lnTo>
                    <a:pt x="20574" y="1524"/>
                  </a:lnTo>
                  <a:lnTo>
                    <a:pt x="20574" y="2412"/>
                  </a:lnTo>
                  <a:lnTo>
                    <a:pt x="21209" y="3048"/>
                  </a:lnTo>
                  <a:lnTo>
                    <a:pt x="22098" y="3048"/>
                  </a:lnTo>
                  <a:lnTo>
                    <a:pt x="22860" y="3048"/>
                  </a:lnTo>
                  <a:lnTo>
                    <a:pt x="23622" y="2412"/>
                  </a:lnTo>
                  <a:lnTo>
                    <a:pt x="23622" y="1524"/>
                  </a:lnTo>
                  <a:close/>
                </a:path>
                <a:path w="41275" h="167639">
                  <a:moveTo>
                    <a:pt x="23622" y="71500"/>
                  </a:moveTo>
                  <a:lnTo>
                    <a:pt x="23622" y="70231"/>
                  </a:lnTo>
                  <a:lnTo>
                    <a:pt x="22606" y="69214"/>
                  </a:lnTo>
                  <a:lnTo>
                    <a:pt x="21336" y="69214"/>
                  </a:lnTo>
                  <a:lnTo>
                    <a:pt x="20066" y="69214"/>
                  </a:lnTo>
                  <a:lnTo>
                    <a:pt x="19050" y="70231"/>
                  </a:lnTo>
                  <a:lnTo>
                    <a:pt x="19050" y="71500"/>
                  </a:lnTo>
                  <a:lnTo>
                    <a:pt x="19050" y="72770"/>
                  </a:lnTo>
                  <a:lnTo>
                    <a:pt x="20066" y="73787"/>
                  </a:lnTo>
                  <a:lnTo>
                    <a:pt x="21336" y="73787"/>
                  </a:lnTo>
                  <a:lnTo>
                    <a:pt x="22606" y="73787"/>
                  </a:lnTo>
                  <a:lnTo>
                    <a:pt x="23622" y="72770"/>
                  </a:lnTo>
                  <a:lnTo>
                    <a:pt x="23622" y="71500"/>
                  </a:lnTo>
                  <a:close/>
                </a:path>
                <a:path w="41275" h="167639">
                  <a:moveTo>
                    <a:pt x="4953" y="150621"/>
                  </a:moveTo>
                  <a:lnTo>
                    <a:pt x="4191" y="150621"/>
                  </a:lnTo>
                  <a:lnTo>
                    <a:pt x="3302" y="150749"/>
                  </a:lnTo>
                  <a:lnTo>
                    <a:pt x="2667" y="151130"/>
                  </a:lnTo>
                </a:path>
                <a:path w="41275" h="167639">
                  <a:moveTo>
                    <a:pt x="6985" y="145161"/>
                  </a:moveTo>
                  <a:lnTo>
                    <a:pt x="6604" y="145033"/>
                  </a:lnTo>
                  <a:lnTo>
                    <a:pt x="6350" y="144906"/>
                  </a:lnTo>
                  <a:lnTo>
                    <a:pt x="5969" y="144906"/>
                  </a:lnTo>
                </a:path>
                <a:path w="41275" h="167639">
                  <a:moveTo>
                    <a:pt x="15748" y="142494"/>
                  </a:moveTo>
                  <a:lnTo>
                    <a:pt x="15494" y="142748"/>
                  </a:lnTo>
                  <a:lnTo>
                    <a:pt x="15240" y="143129"/>
                  </a:lnTo>
                  <a:lnTo>
                    <a:pt x="15112" y="143510"/>
                  </a:lnTo>
                </a:path>
                <a:path w="41275" h="167639">
                  <a:moveTo>
                    <a:pt x="27050" y="145161"/>
                  </a:moveTo>
                  <a:lnTo>
                    <a:pt x="27050" y="144780"/>
                  </a:lnTo>
                  <a:lnTo>
                    <a:pt x="26924" y="144399"/>
                  </a:lnTo>
                  <a:lnTo>
                    <a:pt x="26797" y="144018"/>
                  </a:lnTo>
                </a:path>
                <a:path w="41275" h="167639">
                  <a:moveTo>
                    <a:pt x="31877" y="152654"/>
                  </a:moveTo>
                  <a:lnTo>
                    <a:pt x="33782" y="151892"/>
                  </a:lnTo>
                  <a:lnTo>
                    <a:pt x="34925" y="150113"/>
                  </a:lnTo>
                  <a:lnTo>
                    <a:pt x="34925" y="148208"/>
                  </a:lnTo>
                </a:path>
                <a:path w="41275" h="167639">
                  <a:moveTo>
                    <a:pt x="38988" y="157480"/>
                  </a:moveTo>
                  <a:lnTo>
                    <a:pt x="38735" y="156844"/>
                  </a:lnTo>
                  <a:lnTo>
                    <a:pt x="38227" y="156210"/>
                  </a:lnTo>
                  <a:lnTo>
                    <a:pt x="37592" y="155829"/>
                  </a:lnTo>
                </a:path>
                <a:path w="41275" h="167639">
                  <a:moveTo>
                    <a:pt x="35813" y="163830"/>
                  </a:moveTo>
                  <a:lnTo>
                    <a:pt x="35813" y="163575"/>
                  </a:lnTo>
                  <a:lnTo>
                    <a:pt x="35813" y="163321"/>
                  </a:lnTo>
                  <a:lnTo>
                    <a:pt x="35813" y="163068"/>
                  </a:lnTo>
                </a:path>
                <a:path w="41275" h="167639">
                  <a:moveTo>
                    <a:pt x="27305" y="164719"/>
                  </a:moveTo>
                  <a:lnTo>
                    <a:pt x="27432" y="165100"/>
                  </a:lnTo>
                  <a:lnTo>
                    <a:pt x="27686" y="165481"/>
                  </a:lnTo>
                  <a:lnTo>
                    <a:pt x="27940" y="165735"/>
                  </a:lnTo>
                </a:path>
                <a:path w="41275" h="167639">
                  <a:moveTo>
                    <a:pt x="20955" y="164211"/>
                  </a:moveTo>
                  <a:lnTo>
                    <a:pt x="20955" y="164592"/>
                  </a:lnTo>
                  <a:lnTo>
                    <a:pt x="21082" y="164845"/>
                  </a:lnTo>
                  <a:lnTo>
                    <a:pt x="21336" y="165100"/>
                  </a:lnTo>
                </a:path>
                <a:path w="41275" h="167639">
                  <a:moveTo>
                    <a:pt x="13462" y="163956"/>
                  </a:moveTo>
                  <a:lnTo>
                    <a:pt x="13970" y="163702"/>
                  </a:lnTo>
                  <a:lnTo>
                    <a:pt x="14350" y="163449"/>
                  </a:lnTo>
                  <a:lnTo>
                    <a:pt x="14605" y="163068"/>
                  </a:lnTo>
                </a:path>
                <a:path w="41275" h="167639">
                  <a:moveTo>
                    <a:pt x="4445" y="157225"/>
                  </a:moveTo>
                  <a:lnTo>
                    <a:pt x="4318" y="157480"/>
                  </a:lnTo>
                  <a:lnTo>
                    <a:pt x="4318" y="157861"/>
                  </a:lnTo>
                  <a:lnTo>
                    <a:pt x="4191" y="158114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3686810" y="3635374"/>
              <a:ext cx="48260" cy="154305"/>
            </a:xfrm>
            <a:custGeom>
              <a:avLst/>
              <a:gdLst/>
              <a:ahLst/>
              <a:cxnLst/>
              <a:rect l="l" t="t" r="r" b="b"/>
              <a:pathLst>
                <a:path w="48260" h="154304">
                  <a:moveTo>
                    <a:pt x="1524" y="152654"/>
                  </a:moveTo>
                  <a:lnTo>
                    <a:pt x="1143" y="152273"/>
                  </a:lnTo>
                  <a:lnTo>
                    <a:pt x="254" y="152273"/>
                  </a:lnTo>
                  <a:lnTo>
                    <a:pt x="0" y="152654"/>
                  </a:lnTo>
                  <a:lnTo>
                    <a:pt x="0" y="153543"/>
                  </a:lnTo>
                  <a:lnTo>
                    <a:pt x="254" y="153924"/>
                  </a:lnTo>
                  <a:lnTo>
                    <a:pt x="1143" y="153924"/>
                  </a:lnTo>
                  <a:lnTo>
                    <a:pt x="1524" y="153543"/>
                  </a:lnTo>
                  <a:lnTo>
                    <a:pt x="1524" y="153035"/>
                  </a:lnTo>
                  <a:lnTo>
                    <a:pt x="1524" y="152654"/>
                  </a:lnTo>
                  <a:close/>
                </a:path>
                <a:path w="48260" h="154304">
                  <a:moveTo>
                    <a:pt x="10160" y="111633"/>
                  </a:moveTo>
                  <a:lnTo>
                    <a:pt x="9398" y="110871"/>
                  </a:lnTo>
                  <a:lnTo>
                    <a:pt x="7620" y="110871"/>
                  </a:lnTo>
                  <a:lnTo>
                    <a:pt x="6985" y="111633"/>
                  </a:lnTo>
                  <a:lnTo>
                    <a:pt x="6985" y="113411"/>
                  </a:lnTo>
                  <a:lnTo>
                    <a:pt x="7620" y="114046"/>
                  </a:lnTo>
                  <a:lnTo>
                    <a:pt x="9398" y="114046"/>
                  </a:lnTo>
                  <a:lnTo>
                    <a:pt x="10160" y="113411"/>
                  </a:lnTo>
                  <a:lnTo>
                    <a:pt x="10160" y="112522"/>
                  </a:lnTo>
                  <a:lnTo>
                    <a:pt x="10160" y="111633"/>
                  </a:lnTo>
                  <a:close/>
                </a:path>
                <a:path w="48260" h="154304">
                  <a:moveTo>
                    <a:pt x="19050" y="68961"/>
                  </a:moveTo>
                  <a:lnTo>
                    <a:pt x="18034" y="67945"/>
                  </a:lnTo>
                  <a:lnTo>
                    <a:pt x="15367" y="67945"/>
                  </a:lnTo>
                  <a:lnTo>
                    <a:pt x="14224" y="68961"/>
                  </a:lnTo>
                  <a:lnTo>
                    <a:pt x="14224" y="71628"/>
                  </a:lnTo>
                  <a:lnTo>
                    <a:pt x="15367" y="72771"/>
                  </a:lnTo>
                  <a:lnTo>
                    <a:pt x="18034" y="72771"/>
                  </a:lnTo>
                  <a:lnTo>
                    <a:pt x="19050" y="71628"/>
                  </a:lnTo>
                  <a:lnTo>
                    <a:pt x="19050" y="70358"/>
                  </a:lnTo>
                  <a:lnTo>
                    <a:pt x="19050" y="68961"/>
                  </a:lnTo>
                  <a:close/>
                </a:path>
                <a:path w="48260" h="154304">
                  <a:moveTo>
                    <a:pt x="47752" y="16764"/>
                  </a:moveTo>
                  <a:lnTo>
                    <a:pt x="47358" y="13843"/>
                  </a:lnTo>
                  <a:lnTo>
                    <a:pt x="47244" y="12954"/>
                  </a:lnTo>
                  <a:lnTo>
                    <a:pt x="44577" y="10795"/>
                  </a:lnTo>
                  <a:lnTo>
                    <a:pt x="43688" y="10160"/>
                  </a:lnTo>
                  <a:lnTo>
                    <a:pt x="42672" y="9779"/>
                  </a:lnTo>
                  <a:lnTo>
                    <a:pt x="41656" y="9652"/>
                  </a:lnTo>
                  <a:lnTo>
                    <a:pt x="41656" y="6731"/>
                  </a:lnTo>
                  <a:lnTo>
                    <a:pt x="40132" y="5207"/>
                  </a:lnTo>
                  <a:lnTo>
                    <a:pt x="39243" y="4318"/>
                  </a:lnTo>
                  <a:lnTo>
                    <a:pt x="35306" y="4318"/>
                  </a:lnTo>
                  <a:lnTo>
                    <a:pt x="34417" y="4699"/>
                  </a:lnTo>
                  <a:lnTo>
                    <a:pt x="33528" y="5207"/>
                  </a:lnTo>
                  <a:lnTo>
                    <a:pt x="33020" y="3556"/>
                  </a:lnTo>
                  <a:lnTo>
                    <a:pt x="32702" y="2540"/>
                  </a:lnTo>
                  <a:lnTo>
                    <a:pt x="32626" y="2286"/>
                  </a:lnTo>
                  <a:lnTo>
                    <a:pt x="32512" y="1905"/>
                  </a:lnTo>
                  <a:lnTo>
                    <a:pt x="29083" y="0"/>
                  </a:lnTo>
                  <a:lnTo>
                    <a:pt x="25781" y="1016"/>
                  </a:lnTo>
                  <a:lnTo>
                    <a:pt x="24511" y="1524"/>
                  </a:lnTo>
                  <a:lnTo>
                    <a:pt x="23241" y="2286"/>
                  </a:lnTo>
                  <a:lnTo>
                    <a:pt x="22479" y="3556"/>
                  </a:lnTo>
                  <a:lnTo>
                    <a:pt x="19177" y="1524"/>
                  </a:lnTo>
                  <a:lnTo>
                    <a:pt x="14732" y="2540"/>
                  </a:lnTo>
                  <a:lnTo>
                    <a:pt x="12827" y="5969"/>
                  </a:lnTo>
                  <a:lnTo>
                    <a:pt x="10363" y="5969"/>
                  </a:lnTo>
                  <a:lnTo>
                    <a:pt x="8509" y="7366"/>
                  </a:lnTo>
                  <a:lnTo>
                    <a:pt x="8229" y="9652"/>
                  </a:lnTo>
                  <a:lnTo>
                    <a:pt x="8166" y="10795"/>
                  </a:lnTo>
                  <a:lnTo>
                    <a:pt x="8509" y="11811"/>
                  </a:lnTo>
                  <a:lnTo>
                    <a:pt x="9271" y="12700"/>
                  </a:lnTo>
                  <a:lnTo>
                    <a:pt x="7366" y="13843"/>
                  </a:lnTo>
                  <a:lnTo>
                    <a:pt x="6731" y="16256"/>
                  </a:lnTo>
                  <a:lnTo>
                    <a:pt x="7874" y="18161"/>
                  </a:lnTo>
                  <a:lnTo>
                    <a:pt x="8572" y="19431"/>
                  </a:lnTo>
                  <a:lnTo>
                    <a:pt x="8737" y="19431"/>
                  </a:lnTo>
                  <a:lnTo>
                    <a:pt x="9652" y="19939"/>
                  </a:lnTo>
                  <a:lnTo>
                    <a:pt x="12179" y="20193"/>
                  </a:lnTo>
                  <a:lnTo>
                    <a:pt x="10922" y="20193"/>
                  </a:lnTo>
                  <a:lnTo>
                    <a:pt x="10629" y="22733"/>
                  </a:lnTo>
                  <a:lnTo>
                    <a:pt x="10541" y="23622"/>
                  </a:lnTo>
                  <a:lnTo>
                    <a:pt x="12827" y="26670"/>
                  </a:lnTo>
                  <a:lnTo>
                    <a:pt x="16256" y="27178"/>
                  </a:lnTo>
                  <a:lnTo>
                    <a:pt x="17653" y="27305"/>
                  </a:lnTo>
                  <a:lnTo>
                    <a:pt x="18351" y="27178"/>
                  </a:lnTo>
                  <a:lnTo>
                    <a:pt x="18821" y="27178"/>
                  </a:lnTo>
                  <a:lnTo>
                    <a:pt x="20193" y="26416"/>
                  </a:lnTo>
                  <a:lnTo>
                    <a:pt x="21463" y="28702"/>
                  </a:lnTo>
                  <a:lnTo>
                    <a:pt x="24384" y="29591"/>
                  </a:lnTo>
                  <a:lnTo>
                    <a:pt x="26797" y="28321"/>
                  </a:lnTo>
                  <a:lnTo>
                    <a:pt x="27178" y="28321"/>
                  </a:lnTo>
                  <a:lnTo>
                    <a:pt x="27940" y="27559"/>
                  </a:lnTo>
                  <a:lnTo>
                    <a:pt x="28956" y="29464"/>
                  </a:lnTo>
                  <a:lnTo>
                    <a:pt x="31369" y="30353"/>
                  </a:lnTo>
                  <a:lnTo>
                    <a:pt x="33032" y="29464"/>
                  </a:lnTo>
                  <a:lnTo>
                    <a:pt x="33909" y="29083"/>
                  </a:lnTo>
                  <a:lnTo>
                    <a:pt x="34417" y="28702"/>
                  </a:lnTo>
                  <a:lnTo>
                    <a:pt x="34607" y="28321"/>
                  </a:lnTo>
                  <a:lnTo>
                    <a:pt x="34772" y="28321"/>
                  </a:lnTo>
                  <a:lnTo>
                    <a:pt x="36537" y="30353"/>
                  </a:lnTo>
                  <a:lnTo>
                    <a:pt x="38950" y="30353"/>
                  </a:lnTo>
                  <a:lnTo>
                    <a:pt x="41478" y="28321"/>
                  </a:lnTo>
                  <a:lnTo>
                    <a:pt x="41630" y="28321"/>
                  </a:lnTo>
                  <a:lnTo>
                    <a:pt x="42062" y="27559"/>
                  </a:lnTo>
                  <a:lnTo>
                    <a:pt x="42214" y="27305"/>
                  </a:lnTo>
                  <a:lnTo>
                    <a:pt x="42291" y="27178"/>
                  </a:lnTo>
                  <a:lnTo>
                    <a:pt x="42418" y="26670"/>
                  </a:lnTo>
                  <a:lnTo>
                    <a:pt x="42481" y="26416"/>
                  </a:lnTo>
                  <a:lnTo>
                    <a:pt x="42545" y="26162"/>
                  </a:lnTo>
                  <a:lnTo>
                    <a:pt x="45085" y="25400"/>
                  </a:lnTo>
                  <a:lnTo>
                    <a:pt x="46609" y="22733"/>
                  </a:lnTo>
                  <a:lnTo>
                    <a:pt x="45999" y="20193"/>
                  </a:lnTo>
                  <a:lnTo>
                    <a:pt x="45923" y="19939"/>
                  </a:lnTo>
                  <a:lnTo>
                    <a:pt x="45847" y="19685"/>
                  </a:lnTo>
                  <a:lnTo>
                    <a:pt x="45720" y="19431"/>
                  </a:lnTo>
                  <a:lnTo>
                    <a:pt x="47752" y="167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3686809" y="3635374"/>
              <a:ext cx="48260" cy="154305"/>
            </a:xfrm>
            <a:custGeom>
              <a:avLst/>
              <a:gdLst/>
              <a:ahLst/>
              <a:cxnLst/>
              <a:rect l="l" t="t" r="r" b="b"/>
              <a:pathLst>
                <a:path w="48260" h="154304">
                  <a:moveTo>
                    <a:pt x="10922" y="20193"/>
                  </a:moveTo>
                  <a:lnTo>
                    <a:pt x="10540" y="23622"/>
                  </a:lnTo>
                  <a:lnTo>
                    <a:pt x="12826" y="26669"/>
                  </a:lnTo>
                  <a:lnTo>
                    <a:pt x="16255" y="27177"/>
                  </a:lnTo>
                  <a:lnTo>
                    <a:pt x="17652" y="27305"/>
                  </a:lnTo>
                  <a:lnTo>
                    <a:pt x="19050" y="27050"/>
                  </a:lnTo>
                  <a:lnTo>
                    <a:pt x="20192" y="26416"/>
                  </a:lnTo>
                  <a:lnTo>
                    <a:pt x="21462" y="28701"/>
                  </a:lnTo>
                  <a:lnTo>
                    <a:pt x="24384" y="29591"/>
                  </a:lnTo>
                  <a:lnTo>
                    <a:pt x="26797" y="28320"/>
                  </a:lnTo>
                  <a:lnTo>
                    <a:pt x="27304" y="28193"/>
                  </a:lnTo>
                  <a:lnTo>
                    <a:pt x="27686" y="27812"/>
                  </a:lnTo>
                  <a:lnTo>
                    <a:pt x="27939" y="27558"/>
                  </a:lnTo>
                  <a:lnTo>
                    <a:pt x="28955" y="29463"/>
                  </a:lnTo>
                  <a:lnTo>
                    <a:pt x="31368" y="30352"/>
                  </a:lnTo>
                  <a:lnTo>
                    <a:pt x="33274" y="29337"/>
                  </a:lnTo>
                  <a:lnTo>
                    <a:pt x="33909" y="29082"/>
                  </a:lnTo>
                  <a:lnTo>
                    <a:pt x="34416" y="28701"/>
                  </a:lnTo>
                  <a:lnTo>
                    <a:pt x="34670" y="28193"/>
                  </a:lnTo>
                  <a:lnTo>
                    <a:pt x="36322" y="30099"/>
                  </a:lnTo>
                  <a:lnTo>
                    <a:pt x="42544" y="26162"/>
                  </a:lnTo>
                  <a:lnTo>
                    <a:pt x="45085" y="25400"/>
                  </a:lnTo>
                  <a:lnTo>
                    <a:pt x="46609" y="22732"/>
                  </a:lnTo>
                  <a:lnTo>
                    <a:pt x="45974" y="20066"/>
                  </a:lnTo>
                  <a:lnTo>
                    <a:pt x="45847" y="19938"/>
                  </a:lnTo>
                  <a:lnTo>
                    <a:pt x="45847" y="19685"/>
                  </a:lnTo>
                  <a:lnTo>
                    <a:pt x="45719" y="19431"/>
                  </a:lnTo>
                  <a:lnTo>
                    <a:pt x="47751" y="16763"/>
                  </a:lnTo>
                  <a:lnTo>
                    <a:pt x="47243" y="12954"/>
                  </a:lnTo>
                  <a:lnTo>
                    <a:pt x="44576" y="10794"/>
                  </a:lnTo>
                  <a:lnTo>
                    <a:pt x="43687" y="10160"/>
                  </a:lnTo>
                  <a:lnTo>
                    <a:pt x="42672" y="9779"/>
                  </a:lnTo>
                  <a:lnTo>
                    <a:pt x="41655" y="9651"/>
                  </a:lnTo>
                  <a:lnTo>
                    <a:pt x="41655" y="6731"/>
                  </a:lnTo>
                  <a:lnTo>
                    <a:pt x="39242" y="4318"/>
                  </a:lnTo>
                  <a:lnTo>
                    <a:pt x="36322" y="4318"/>
                  </a:lnTo>
                  <a:lnTo>
                    <a:pt x="35305" y="4318"/>
                  </a:lnTo>
                  <a:lnTo>
                    <a:pt x="34416" y="4699"/>
                  </a:lnTo>
                  <a:lnTo>
                    <a:pt x="33527" y="5206"/>
                  </a:lnTo>
                  <a:lnTo>
                    <a:pt x="32512" y="1905"/>
                  </a:lnTo>
                  <a:lnTo>
                    <a:pt x="29082" y="0"/>
                  </a:lnTo>
                  <a:lnTo>
                    <a:pt x="25780" y="1016"/>
                  </a:lnTo>
                  <a:lnTo>
                    <a:pt x="24511" y="1524"/>
                  </a:lnTo>
                  <a:lnTo>
                    <a:pt x="23240" y="2286"/>
                  </a:lnTo>
                  <a:lnTo>
                    <a:pt x="22478" y="3556"/>
                  </a:lnTo>
                  <a:lnTo>
                    <a:pt x="19176" y="1524"/>
                  </a:lnTo>
                  <a:lnTo>
                    <a:pt x="14731" y="2539"/>
                  </a:lnTo>
                  <a:lnTo>
                    <a:pt x="12826" y="5968"/>
                  </a:lnTo>
                  <a:lnTo>
                    <a:pt x="10540" y="5842"/>
                  </a:lnTo>
                  <a:lnTo>
                    <a:pt x="8509" y="7366"/>
                  </a:lnTo>
                  <a:lnTo>
                    <a:pt x="8254" y="9525"/>
                  </a:lnTo>
                  <a:lnTo>
                    <a:pt x="8127" y="10668"/>
                  </a:lnTo>
                  <a:lnTo>
                    <a:pt x="8509" y="11811"/>
                  </a:lnTo>
                  <a:lnTo>
                    <a:pt x="9270" y="12700"/>
                  </a:lnTo>
                  <a:lnTo>
                    <a:pt x="7365" y="13843"/>
                  </a:lnTo>
                  <a:lnTo>
                    <a:pt x="6730" y="16256"/>
                  </a:lnTo>
                  <a:lnTo>
                    <a:pt x="7874" y="18161"/>
                  </a:lnTo>
                  <a:lnTo>
                    <a:pt x="8509" y="19304"/>
                  </a:lnTo>
                  <a:lnTo>
                    <a:pt x="9651" y="19938"/>
                  </a:lnTo>
                  <a:lnTo>
                    <a:pt x="10922" y="20066"/>
                  </a:lnTo>
                  <a:close/>
                </a:path>
                <a:path w="48260" h="154304">
                  <a:moveTo>
                    <a:pt x="1524" y="153035"/>
                  </a:moveTo>
                  <a:lnTo>
                    <a:pt x="1524" y="152654"/>
                  </a:lnTo>
                  <a:lnTo>
                    <a:pt x="1142" y="152273"/>
                  </a:lnTo>
                  <a:lnTo>
                    <a:pt x="762" y="152273"/>
                  </a:lnTo>
                  <a:lnTo>
                    <a:pt x="253" y="152273"/>
                  </a:lnTo>
                  <a:lnTo>
                    <a:pt x="0" y="152654"/>
                  </a:lnTo>
                  <a:lnTo>
                    <a:pt x="0" y="153035"/>
                  </a:lnTo>
                  <a:lnTo>
                    <a:pt x="0" y="153543"/>
                  </a:lnTo>
                  <a:lnTo>
                    <a:pt x="253" y="153924"/>
                  </a:lnTo>
                  <a:lnTo>
                    <a:pt x="762" y="153924"/>
                  </a:lnTo>
                  <a:lnTo>
                    <a:pt x="1142" y="153924"/>
                  </a:lnTo>
                  <a:lnTo>
                    <a:pt x="1524" y="153543"/>
                  </a:lnTo>
                  <a:lnTo>
                    <a:pt x="1524" y="153035"/>
                  </a:lnTo>
                  <a:close/>
                </a:path>
                <a:path w="48260" h="154304">
                  <a:moveTo>
                    <a:pt x="10160" y="112522"/>
                  </a:moveTo>
                  <a:lnTo>
                    <a:pt x="10160" y="111632"/>
                  </a:lnTo>
                  <a:lnTo>
                    <a:pt x="9398" y="110870"/>
                  </a:lnTo>
                  <a:lnTo>
                    <a:pt x="8509" y="110870"/>
                  </a:lnTo>
                  <a:lnTo>
                    <a:pt x="7619" y="110870"/>
                  </a:lnTo>
                  <a:lnTo>
                    <a:pt x="6985" y="111632"/>
                  </a:lnTo>
                  <a:lnTo>
                    <a:pt x="6985" y="112522"/>
                  </a:lnTo>
                  <a:lnTo>
                    <a:pt x="6985" y="113411"/>
                  </a:lnTo>
                  <a:lnTo>
                    <a:pt x="7619" y="114045"/>
                  </a:lnTo>
                  <a:lnTo>
                    <a:pt x="8509" y="114045"/>
                  </a:lnTo>
                  <a:lnTo>
                    <a:pt x="9398" y="114045"/>
                  </a:lnTo>
                  <a:lnTo>
                    <a:pt x="10160" y="113411"/>
                  </a:lnTo>
                  <a:lnTo>
                    <a:pt x="10160" y="112522"/>
                  </a:lnTo>
                  <a:close/>
                </a:path>
                <a:path w="48260" h="154304">
                  <a:moveTo>
                    <a:pt x="19050" y="70357"/>
                  </a:moveTo>
                  <a:lnTo>
                    <a:pt x="19050" y="68961"/>
                  </a:lnTo>
                  <a:lnTo>
                    <a:pt x="18034" y="67944"/>
                  </a:lnTo>
                  <a:lnTo>
                    <a:pt x="16637" y="67944"/>
                  </a:lnTo>
                  <a:lnTo>
                    <a:pt x="15366" y="67944"/>
                  </a:lnTo>
                  <a:lnTo>
                    <a:pt x="14224" y="68961"/>
                  </a:lnTo>
                  <a:lnTo>
                    <a:pt x="14224" y="70357"/>
                  </a:lnTo>
                  <a:lnTo>
                    <a:pt x="14224" y="71627"/>
                  </a:lnTo>
                  <a:lnTo>
                    <a:pt x="15366" y="72770"/>
                  </a:lnTo>
                  <a:lnTo>
                    <a:pt x="16637" y="72770"/>
                  </a:lnTo>
                  <a:lnTo>
                    <a:pt x="18034" y="72770"/>
                  </a:lnTo>
                  <a:lnTo>
                    <a:pt x="19050" y="71627"/>
                  </a:lnTo>
                  <a:lnTo>
                    <a:pt x="19050" y="70357"/>
                  </a:lnTo>
                  <a:close/>
                </a:path>
                <a:path w="48260" h="154304">
                  <a:moveTo>
                    <a:pt x="11684" y="12318"/>
                  </a:moveTo>
                  <a:lnTo>
                    <a:pt x="10922" y="12192"/>
                  </a:lnTo>
                  <a:lnTo>
                    <a:pt x="10032" y="12445"/>
                  </a:lnTo>
                  <a:lnTo>
                    <a:pt x="9398" y="12826"/>
                  </a:lnTo>
                </a:path>
                <a:path w="48260" h="154304">
                  <a:moveTo>
                    <a:pt x="13715" y="6476"/>
                  </a:moveTo>
                  <a:lnTo>
                    <a:pt x="13335" y="6350"/>
                  </a:lnTo>
                  <a:lnTo>
                    <a:pt x="13080" y="6223"/>
                  </a:lnTo>
                  <a:lnTo>
                    <a:pt x="12700" y="6223"/>
                  </a:lnTo>
                </a:path>
                <a:path w="48260" h="154304">
                  <a:moveTo>
                    <a:pt x="22478" y="3682"/>
                  </a:moveTo>
                  <a:lnTo>
                    <a:pt x="22225" y="4063"/>
                  </a:lnTo>
                  <a:lnTo>
                    <a:pt x="21970" y="4444"/>
                  </a:lnTo>
                  <a:lnTo>
                    <a:pt x="21843" y="4825"/>
                  </a:lnTo>
                </a:path>
                <a:path w="48260" h="154304">
                  <a:moveTo>
                    <a:pt x="33781" y="6604"/>
                  </a:moveTo>
                  <a:lnTo>
                    <a:pt x="33781" y="6095"/>
                  </a:lnTo>
                  <a:lnTo>
                    <a:pt x="33654" y="5714"/>
                  </a:lnTo>
                  <a:lnTo>
                    <a:pt x="33527" y="5333"/>
                  </a:lnTo>
                </a:path>
                <a:path w="48260" h="154304">
                  <a:moveTo>
                    <a:pt x="38607" y="14477"/>
                  </a:moveTo>
                  <a:lnTo>
                    <a:pt x="40512" y="13588"/>
                  </a:lnTo>
                  <a:lnTo>
                    <a:pt x="41655" y="11683"/>
                  </a:lnTo>
                  <a:lnTo>
                    <a:pt x="41655" y="9651"/>
                  </a:lnTo>
                </a:path>
                <a:path w="48260" h="154304">
                  <a:moveTo>
                    <a:pt x="45719" y="19557"/>
                  </a:moveTo>
                  <a:lnTo>
                    <a:pt x="45465" y="18923"/>
                  </a:lnTo>
                  <a:lnTo>
                    <a:pt x="44957" y="18287"/>
                  </a:lnTo>
                  <a:lnTo>
                    <a:pt x="44323" y="17780"/>
                  </a:lnTo>
                </a:path>
                <a:path w="48260" h="154304">
                  <a:moveTo>
                    <a:pt x="42544" y="26162"/>
                  </a:moveTo>
                  <a:lnTo>
                    <a:pt x="42544" y="25907"/>
                  </a:lnTo>
                  <a:lnTo>
                    <a:pt x="42544" y="25654"/>
                  </a:lnTo>
                  <a:lnTo>
                    <a:pt x="42544" y="25400"/>
                  </a:lnTo>
                </a:path>
                <a:path w="48260" h="154304">
                  <a:moveTo>
                    <a:pt x="34036" y="27177"/>
                  </a:moveTo>
                  <a:lnTo>
                    <a:pt x="34162" y="27558"/>
                  </a:lnTo>
                  <a:lnTo>
                    <a:pt x="34416" y="27939"/>
                  </a:lnTo>
                  <a:lnTo>
                    <a:pt x="34670" y="28320"/>
                  </a:lnTo>
                </a:path>
                <a:path w="48260" h="154304">
                  <a:moveTo>
                    <a:pt x="27686" y="26669"/>
                  </a:moveTo>
                  <a:lnTo>
                    <a:pt x="27686" y="27050"/>
                  </a:lnTo>
                  <a:lnTo>
                    <a:pt x="27812" y="27305"/>
                  </a:lnTo>
                  <a:lnTo>
                    <a:pt x="28066" y="27558"/>
                  </a:lnTo>
                </a:path>
                <a:path w="48260" h="154304">
                  <a:moveTo>
                    <a:pt x="20192" y="26416"/>
                  </a:moveTo>
                  <a:lnTo>
                    <a:pt x="20700" y="26162"/>
                  </a:lnTo>
                  <a:lnTo>
                    <a:pt x="21081" y="25781"/>
                  </a:lnTo>
                  <a:lnTo>
                    <a:pt x="21336" y="25400"/>
                  </a:lnTo>
                </a:path>
                <a:path w="48260" h="154304">
                  <a:moveTo>
                    <a:pt x="11175" y="19304"/>
                  </a:moveTo>
                  <a:lnTo>
                    <a:pt x="11049" y="19557"/>
                  </a:lnTo>
                  <a:lnTo>
                    <a:pt x="11049" y="19938"/>
                  </a:lnTo>
                  <a:lnTo>
                    <a:pt x="10922" y="20193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3733165" y="3585857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4" h="235585">
                  <a:moveTo>
                    <a:pt x="22733" y="68313"/>
                  </a:moveTo>
                  <a:lnTo>
                    <a:pt x="22098" y="67551"/>
                  </a:lnTo>
                  <a:lnTo>
                    <a:pt x="20447" y="67551"/>
                  </a:lnTo>
                  <a:lnTo>
                    <a:pt x="19685" y="68313"/>
                  </a:lnTo>
                  <a:lnTo>
                    <a:pt x="19685" y="69964"/>
                  </a:lnTo>
                  <a:lnTo>
                    <a:pt x="20447" y="70599"/>
                  </a:lnTo>
                  <a:lnTo>
                    <a:pt x="22098" y="70599"/>
                  </a:lnTo>
                  <a:lnTo>
                    <a:pt x="22733" y="69964"/>
                  </a:lnTo>
                  <a:lnTo>
                    <a:pt x="22733" y="69075"/>
                  </a:lnTo>
                  <a:lnTo>
                    <a:pt x="22733" y="68313"/>
                  </a:lnTo>
                  <a:close/>
                </a:path>
                <a:path w="40004" h="235585">
                  <a:moveTo>
                    <a:pt x="22733" y="368"/>
                  </a:moveTo>
                  <a:lnTo>
                    <a:pt x="22352" y="0"/>
                  </a:lnTo>
                  <a:lnTo>
                    <a:pt x="21590" y="0"/>
                  </a:lnTo>
                  <a:lnTo>
                    <a:pt x="21209" y="368"/>
                  </a:lnTo>
                  <a:lnTo>
                    <a:pt x="21209" y="1130"/>
                  </a:lnTo>
                  <a:lnTo>
                    <a:pt x="21590" y="1524"/>
                  </a:lnTo>
                  <a:lnTo>
                    <a:pt x="22352" y="1524"/>
                  </a:lnTo>
                  <a:lnTo>
                    <a:pt x="22733" y="1130"/>
                  </a:lnTo>
                  <a:lnTo>
                    <a:pt x="22733" y="762"/>
                  </a:lnTo>
                  <a:lnTo>
                    <a:pt x="22733" y="368"/>
                  </a:lnTo>
                  <a:close/>
                </a:path>
                <a:path w="40004" h="235585">
                  <a:moveTo>
                    <a:pt x="22860" y="137782"/>
                  </a:moveTo>
                  <a:lnTo>
                    <a:pt x="21844" y="136766"/>
                  </a:lnTo>
                  <a:lnTo>
                    <a:pt x="19304" y="136766"/>
                  </a:lnTo>
                  <a:lnTo>
                    <a:pt x="18288" y="137782"/>
                  </a:lnTo>
                  <a:lnTo>
                    <a:pt x="18288" y="140322"/>
                  </a:lnTo>
                  <a:lnTo>
                    <a:pt x="19304" y="141338"/>
                  </a:lnTo>
                  <a:lnTo>
                    <a:pt x="21844" y="141338"/>
                  </a:lnTo>
                  <a:lnTo>
                    <a:pt x="22860" y="140322"/>
                  </a:lnTo>
                  <a:lnTo>
                    <a:pt x="22860" y="139052"/>
                  </a:lnTo>
                  <a:lnTo>
                    <a:pt x="22860" y="137782"/>
                  </a:lnTo>
                  <a:close/>
                </a:path>
                <a:path w="40004" h="235585">
                  <a:moveTo>
                    <a:pt x="39497" y="222491"/>
                  </a:moveTo>
                  <a:lnTo>
                    <a:pt x="39103" y="219697"/>
                  </a:lnTo>
                  <a:lnTo>
                    <a:pt x="38989" y="218808"/>
                  </a:lnTo>
                  <a:lnTo>
                    <a:pt x="36449" y="216776"/>
                  </a:lnTo>
                  <a:lnTo>
                    <a:pt x="35560" y="216141"/>
                  </a:lnTo>
                  <a:lnTo>
                    <a:pt x="34671" y="215760"/>
                  </a:lnTo>
                  <a:lnTo>
                    <a:pt x="33655" y="215760"/>
                  </a:lnTo>
                  <a:lnTo>
                    <a:pt x="33655" y="212839"/>
                  </a:lnTo>
                  <a:lnTo>
                    <a:pt x="32092" y="211442"/>
                  </a:lnTo>
                  <a:lnTo>
                    <a:pt x="31242" y="210680"/>
                  </a:lnTo>
                  <a:lnTo>
                    <a:pt x="27559" y="210680"/>
                  </a:lnTo>
                  <a:lnTo>
                    <a:pt x="26670" y="210934"/>
                  </a:lnTo>
                  <a:lnTo>
                    <a:pt x="25781" y="211442"/>
                  </a:lnTo>
                  <a:lnTo>
                    <a:pt x="25336" y="209918"/>
                  </a:lnTo>
                  <a:lnTo>
                    <a:pt x="25069" y="209029"/>
                  </a:lnTo>
                  <a:lnTo>
                    <a:pt x="24993" y="208775"/>
                  </a:lnTo>
                  <a:lnTo>
                    <a:pt x="24892" y="208394"/>
                  </a:lnTo>
                  <a:lnTo>
                    <a:pt x="21590" y="206616"/>
                  </a:lnTo>
                  <a:lnTo>
                    <a:pt x="16560" y="208013"/>
                  </a:lnTo>
                  <a:lnTo>
                    <a:pt x="16852" y="208013"/>
                  </a:lnTo>
                  <a:lnTo>
                    <a:pt x="15875" y="208775"/>
                  </a:lnTo>
                  <a:lnTo>
                    <a:pt x="15113" y="209918"/>
                  </a:lnTo>
                  <a:lnTo>
                    <a:pt x="11938" y="208013"/>
                  </a:lnTo>
                  <a:lnTo>
                    <a:pt x="7747" y="209029"/>
                  </a:lnTo>
                  <a:lnTo>
                    <a:pt x="5842" y="212204"/>
                  </a:lnTo>
                  <a:lnTo>
                    <a:pt x="3505" y="212204"/>
                  </a:lnTo>
                  <a:lnTo>
                    <a:pt x="1778" y="213474"/>
                  </a:lnTo>
                  <a:lnTo>
                    <a:pt x="1498" y="215760"/>
                  </a:lnTo>
                  <a:lnTo>
                    <a:pt x="1435" y="216776"/>
                  </a:lnTo>
                  <a:lnTo>
                    <a:pt x="1778" y="217792"/>
                  </a:lnTo>
                  <a:lnTo>
                    <a:pt x="2540" y="218554"/>
                  </a:lnTo>
                  <a:lnTo>
                    <a:pt x="635" y="219697"/>
                  </a:lnTo>
                  <a:lnTo>
                    <a:pt x="0" y="221983"/>
                  </a:lnTo>
                  <a:lnTo>
                    <a:pt x="1778" y="224777"/>
                  </a:lnTo>
                  <a:lnTo>
                    <a:pt x="2794" y="225552"/>
                  </a:lnTo>
                  <a:lnTo>
                    <a:pt x="4051" y="225552"/>
                  </a:lnTo>
                  <a:lnTo>
                    <a:pt x="3759" y="228079"/>
                  </a:lnTo>
                  <a:lnTo>
                    <a:pt x="3683" y="228841"/>
                  </a:lnTo>
                  <a:lnTo>
                    <a:pt x="5969" y="231762"/>
                  </a:lnTo>
                  <a:lnTo>
                    <a:pt x="9144" y="232270"/>
                  </a:lnTo>
                  <a:lnTo>
                    <a:pt x="10541" y="232397"/>
                  </a:lnTo>
                  <a:lnTo>
                    <a:pt x="11176" y="232270"/>
                  </a:lnTo>
                  <a:lnTo>
                    <a:pt x="11582" y="232270"/>
                  </a:lnTo>
                  <a:lnTo>
                    <a:pt x="12954" y="231508"/>
                  </a:lnTo>
                  <a:lnTo>
                    <a:pt x="14224" y="233794"/>
                  </a:lnTo>
                  <a:lnTo>
                    <a:pt x="17018" y="234556"/>
                  </a:lnTo>
                  <a:lnTo>
                    <a:pt x="19304" y="233413"/>
                  </a:lnTo>
                  <a:lnTo>
                    <a:pt x="20447" y="232651"/>
                  </a:lnTo>
                  <a:lnTo>
                    <a:pt x="21336" y="234556"/>
                  </a:lnTo>
                  <a:lnTo>
                    <a:pt x="23749" y="235191"/>
                  </a:lnTo>
                  <a:lnTo>
                    <a:pt x="26162" y="234048"/>
                  </a:lnTo>
                  <a:lnTo>
                    <a:pt x="26797" y="233413"/>
                  </a:lnTo>
                  <a:lnTo>
                    <a:pt x="27038" y="233413"/>
                  </a:lnTo>
                  <a:lnTo>
                    <a:pt x="28448" y="234937"/>
                  </a:lnTo>
                  <a:lnTo>
                    <a:pt x="31242" y="235191"/>
                  </a:lnTo>
                  <a:lnTo>
                    <a:pt x="33324" y="233413"/>
                  </a:lnTo>
                  <a:lnTo>
                    <a:pt x="33782" y="233032"/>
                  </a:lnTo>
                  <a:lnTo>
                    <a:pt x="34036" y="232651"/>
                  </a:lnTo>
                  <a:lnTo>
                    <a:pt x="34201" y="232397"/>
                  </a:lnTo>
                  <a:lnTo>
                    <a:pt x="34290" y="232270"/>
                  </a:lnTo>
                  <a:lnTo>
                    <a:pt x="34378" y="231508"/>
                  </a:lnTo>
                  <a:lnTo>
                    <a:pt x="34417" y="231254"/>
                  </a:lnTo>
                  <a:lnTo>
                    <a:pt x="36957" y="230619"/>
                  </a:lnTo>
                  <a:lnTo>
                    <a:pt x="38354" y="228079"/>
                  </a:lnTo>
                  <a:lnTo>
                    <a:pt x="37719" y="225552"/>
                  </a:lnTo>
                  <a:lnTo>
                    <a:pt x="37592" y="225158"/>
                  </a:lnTo>
                  <a:lnTo>
                    <a:pt x="37465" y="225031"/>
                  </a:lnTo>
                  <a:lnTo>
                    <a:pt x="39497" y="2224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33165" y="358584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4" h="235585">
                  <a:moveTo>
                    <a:pt x="4063" y="225678"/>
                  </a:moveTo>
                  <a:lnTo>
                    <a:pt x="3683" y="228853"/>
                  </a:lnTo>
                  <a:lnTo>
                    <a:pt x="5969" y="231774"/>
                  </a:lnTo>
                  <a:lnTo>
                    <a:pt x="9144" y="232282"/>
                  </a:lnTo>
                  <a:lnTo>
                    <a:pt x="10540" y="232409"/>
                  </a:lnTo>
                  <a:lnTo>
                    <a:pt x="11811" y="232155"/>
                  </a:lnTo>
                  <a:lnTo>
                    <a:pt x="12954" y="231520"/>
                  </a:lnTo>
                  <a:lnTo>
                    <a:pt x="14224" y="233806"/>
                  </a:lnTo>
                  <a:lnTo>
                    <a:pt x="17018" y="234568"/>
                  </a:lnTo>
                  <a:lnTo>
                    <a:pt x="19304" y="233425"/>
                  </a:lnTo>
                  <a:lnTo>
                    <a:pt x="19685" y="233171"/>
                  </a:lnTo>
                  <a:lnTo>
                    <a:pt x="20065" y="232917"/>
                  </a:lnTo>
                  <a:lnTo>
                    <a:pt x="20447" y="232663"/>
                  </a:lnTo>
                  <a:lnTo>
                    <a:pt x="21336" y="234568"/>
                  </a:lnTo>
                  <a:lnTo>
                    <a:pt x="23749" y="235203"/>
                  </a:lnTo>
                  <a:lnTo>
                    <a:pt x="25654" y="234314"/>
                  </a:lnTo>
                  <a:lnTo>
                    <a:pt x="26162" y="234060"/>
                  </a:lnTo>
                  <a:lnTo>
                    <a:pt x="26543" y="233679"/>
                  </a:lnTo>
                  <a:lnTo>
                    <a:pt x="26924" y="233298"/>
                  </a:lnTo>
                  <a:lnTo>
                    <a:pt x="28448" y="234949"/>
                  </a:lnTo>
                  <a:lnTo>
                    <a:pt x="31242" y="235203"/>
                  </a:lnTo>
                  <a:lnTo>
                    <a:pt x="33020" y="233679"/>
                  </a:lnTo>
                  <a:lnTo>
                    <a:pt x="33782" y="233044"/>
                  </a:lnTo>
                  <a:lnTo>
                    <a:pt x="34289" y="232282"/>
                  </a:lnTo>
                  <a:lnTo>
                    <a:pt x="34417" y="231266"/>
                  </a:lnTo>
                  <a:lnTo>
                    <a:pt x="36957" y="230631"/>
                  </a:lnTo>
                  <a:lnTo>
                    <a:pt x="38354" y="228091"/>
                  </a:lnTo>
                  <a:lnTo>
                    <a:pt x="37719" y="225551"/>
                  </a:lnTo>
                  <a:lnTo>
                    <a:pt x="37719" y="225424"/>
                  </a:lnTo>
                  <a:lnTo>
                    <a:pt x="37592" y="225170"/>
                  </a:lnTo>
                  <a:lnTo>
                    <a:pt x="37464" y="225043"/>
                  </a:lnTo>
                  <a:lnTo>
                    <a:pt x="39497" y="222503"/>
                  </a:lnTo>
                  <a:lnTo>
                    <a:pt x="33655" y="215645"/>
                  </a:lnTo>
                  <a:lnTo>
                    <a:pt x="33655" y="212851"/>
                  </a:lnTo>
                  <a:lnTo>
                    <a:pt x="31242" y="210692"/>
                  </a:lnTo>
                  <a:lnTo>
                    <a:pt x="28448" y="210692"/>
                  </a:lnTo>
                  <a:lnTo>
                    <a:pt x="27559" y="210692"/>
                  </a:lnTo>
                  <a:lnTo>
                    <a:pt x="26670" y="210946"/>
                  </a:lnTo>
                  <a:lnTo>
                    <a:pt x="25781" y="211454"/>
                  </a:lnTo>
                  <a:lnTo>
                    <a:pt x="24892" y="208406"/>
                  </a:lnTo>
                  <a:lnTo>
                    <a:pt x="21589" y="206628"/>
                  </a:lnTo>
                  <a:lnTo>
                    <a:pt x="18414" y="207517"/>
                  </a:lnTo>
                  <a:lnTo>
                    <a:pt x="17018" y="207898"/>
                  </a:lnTo>
                  <a:lnTo>
                    <a:pt x="15875" y="208787"/>
                  </a:lnTo>
                  <a:lnTo>
                    <a:pt x="15112" y="209930"/>
                  </a:lnTo>
                  <a:lnTo>
                    <a:pt x="11937" y="208025"/>
                  </a:lnTo>
                  <a:lnTo>
                    <a:pt x="7747" y="209041"/>
                  </a:lnTo>
                  <a:lnTo>
                    <a:pt x="5842" y="212216"/>
                  </a:lnTo>
                  <a:lnTo>
                    <a:pt x="5714" y="212216"/>
                  </a:lnTo>
                  <a:lnTo>
                    <a:pt x="3683" y="212089"/>
                  </a:lnTo>
                  <a:lnTo>
                    <a:pt x="1777" y="213486"/>
                  </a:lnTo>
                  <a:lnTo>
                    <a:pt x="1524" y="215645"/>
                  </a:lnTo>
                  <a:lnTo>
                    <a:pt x="1397" y="216661"/>
                  </a:lnTo>
                  <a:lnTo>
                    <a:pt x="1777" y="217804"/>
                  </a:lnTo>
                  <a:lnTo>
                    <a:pt x="2539" y="218566"/>
                  </a:lnTo>
                  <a:lnTo>
                    <a:pt x="635" y="219709"/>
                  </a:lnTo>
                  <a:lnTo>
                    <a:pt x="0" y="221995"/>
                  </a:lnTo>
                  <a:lnTo>
                    <a:pt x="1143" y="223773"/>
                  </a:lnTo>
                  <a:lnTo>
                    <a:pt x="1777" y="224789"/>
                  </a:lnTo>
                  <a:lnTo>
                    <a:pt x="2794" y="225551"/>
                  </a:lnTo>
                  <a:lnTo>
                    <a:pt x="4063" y="225551"/>
                  </a:lnTo>
                  <a:close/>
                </a:path>
                <a:path w="40004" h="235585">
                  <a:moveTo>
                    <a:pt x="22733" y="762"/>
                  </a:moveTo>
                  <a:lnTo>
                    <a:pt x="22733" y="380"/>
                  </a:lnTo>
                  <a:lnTo>
                    <a:pt x="22351" y="0"/>
                  </a:lnTo>
                  <a:lnTo>
                    <a:pt x="21971" y="0"/>
                  </a:lnTo>
                  <a:lnTo>
                    <a:pt x="21589" y="0"/>
                  </a:lnTo>
                  <a:lnTo>
                    <a:pt x="21209" y="380"/>
                  </a:lnTo>
                  <a:lnTo>
                    <a:pt x="21209" y="762"/>
                  </a:lnTo>
                  <a:lnTo>
                    <a:pt x="21209" y="1142"/>
                  </a:lnTo>
                  <a:lnTo>
                    <a:pt x="21589" y="1524"/>
                  </a:lnTo>
                  <a:lnTo>
                    <a:pt x="21971" y="1524"/>
                  </a:lnTo>
                  <a:lnTo>
                    <a:pt x="22351" y="1524"/>
                  </a:lnTo>
                  <a:lnTo>
                    <a:pt x="22733" y="1142"/>
                  </a:lnTo>
                  <a:lnTo>
                    <a:pt x="22733" y="762"/>
                  </a:lnTo>
                  <a:close/>
                </a:path>
                <a:path w="40004" h="235585">
                  <a:moveTo>
                    <a:pt x="22733" y="69087"/>
                  </a:moveTo>
                  <a:lnTo>
                    <a:pt x="22733" y="68325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447" y="67563"/>
                  </a:lnTo>
                  <a:lnTo>
                    <a:pt x="19685" y="68325"/>
                  </a:lnTo>
                  <a:lnTo>
                    <a:pt x="19685" y="69087"/>
                  </a:lnTo>
                  <a:lnTo>
                    <a:pt x="19685" y="69976"/>
                  </a:lnTo>
                  <a:lnTo>
                    <a:pt x="20447" y="70611"/>
                  </a:lnTo>
                  <a:lnTo>
                    <a:pt x="21209" y="70611"/>
                  </a:lnTo>
                  <a:lnTo>
                    <a:pt x="22098" y="70611"/>
                  </a:lnTo>
                  <a:lnTo>
                    <a:pt x="22733" y="69976"/>
                  </a:lnTo>
                  <a:lnTo>
                    <a:pt x="22733" y="69087"/>
                  </a:lnTo>
                  <a:close/>
                </a:path>
                <a:path w="40004" h="235585">
                  <a:moveTo>
                    <a:pt x="22860" y="139064"/>
                  </a:moveTo>
                  <a:lnTo>
                    <a:pt x="22860" y="137794"/>
                  </a:lnTo>
                  <a:lnTo>
                    <a:pt x="21844" y="136778"/>
                  </a:lnTo>
                  <a:lnTo>
                    <a:pt x="20574" y="136778"/>
                  </a:lnTo>
                  <a:lnTo>
                    <a:pt x="19304" y="136778"/>
                  </a:lnTo>
                  <a:lnTo>
                    <a:pt x="18287" y="137794"/>
                  </a:lnTo>
                  <a:lnTo>
                    <a:pt x="18287" y="139064"/>
                  </a:lnTo>
                  <a:lnTo>
                    <a:pt x="18287" y="140334"/>
                  </a:lnTo>
                  <a:lnTo>
                    <a:pt x="19304" y="141350"/>
                  </a:lnTo>
                  <a:lnTo>
                    <a:pt x="20574" y="141350"/>
                  </a:lnTo>
                  <a:lnTo>
                    <a:pt x="21844" y="141350"/>
                  </a:lnTo>
                  <a:lnTo>
                    <a:pt x="22860" y="140334"/>
                  </a:lnTo>
                  <a:lnTo>
                    <a:pt x="22860" y="139064"/>
                  </a:lnTo>
                  <a:close/>
                </a:path>
                <a:path w="40004" h="235585">
                  <a:moveTo>
                    <a:pt x="37464" y="225043"/>
                  </a:moveTo>
                  <a:lnTo>
                    <a:pt x="37211" y="224408"/>
                  </a:lnTo>
                  <a:lnTo>
                    <a:pt x="36830" y="223773"/>
                  </a:lnTo>
                  <a:lnTo>
                    <a:pt x="36195" y="223392"/>
                  </a:lnTo>
                </a:path>
                <a:path w="40004" h="235585">
                  <a:moveTo>
                    <a:pt x="34417" y="231393"/>
                  </a:moveTo>
                  <a:lnTo>
                    <a:pt x="34544" y="231139"/>
                  </a:lnTo>
                  <a:lnTo>
                    <a:pt x="34544" y="230885"/>
                  </a:lnTo>
                  <a:lnTo>
                    <a:pt x="34544" y="230631"/>
                  </a:lnTo>
                </a:path>
                <a:path w="40004" h="235585">
                  <a:moveTo>
                    <a:pt x="26288" y="232282"/>
                  </a:moveTo>
                  <a:lnTo>
                    <a:pt x="26415" y="232663"/>
                  </a:lnTo>
                  <a:lnTo>
                    <a:pt x="26670" y="233044"/>
                  </a:lnTo>
                  <a:lnTo>
                    <a:pt x="26924" y="233298"/>
                  </a:lnTo>
                </a:path>
                <a:path w="40004" h="235585">
                  <a:moveTo>
                    <a:pt x="20193" y="231774"/>
                  </a:moveTo>
                  <a:lnTo>
                    <a:pt x="20193" y="232155"/>
                  </a:lnTo>
                  <a:lnTo>
                    <a:pt x="20320" y="232409"/>
                  </a:lnTo>
                  <a:lnTo>
                    <a:pt x="20447" y="232663"/>
                  </a:lnTo>
                </a:path>
                <a:path w="40004" h="235585">
                  <a:moveTo>
                    <a:pt x="12954" y="231520"/>
                  </a:moveTo>
                  <a:lnTo>
                    <a:pt x="13335" y="231266"/>
                  </a:lnTo>
                  <a:lnTo>
                    <a:pt x="13843" y="231012"/>
                  </a:lnTo>
                  <a:lnTo>
                    <a:pt x="14097" y="230631"/>
                  </a:lnTo>
                </a:path>
                <a:path w="40004" h="235585">
                  <a:moveTo>
                    <a:pt x="4318" y="224789"/>
                  </a:moveTo>
                  <a:lnTo>
                    <a:pt x="4190" y="225043"/>
                  </a:lnTo>
                  <a:lnTo>
                    <a:pt x="4063" y="225424"/>
                  </a:lnTo>
                  <a:lnTo>
                    <a:pt x="406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670681" y="3458717"/>
              <a:ext cx="41275" cy="28575"/>
            </a:xfrm>
            <a:custGeom>
              <a:avLst/>
              <a:gdLst/>
              <a:ahLst/>
              <a:cxnLst/>
              <a:rect l="l" t="t" r="r" b="b"/>
              <a:pathLst>
                <a:path w="41275" h="28575">
                  <a:moveTo>
                    <a:pt x="27940" y="26670"/>
                  </a:moveTo>
                  <a:lnTo>
                    <a:pt x="21547" y="26670"/>
                  </a:lnTo>
                  <a:lnTo>
                    <a:pt x="22225" y="27940"/>
                  </a:lnTo>
                  <a:lnTo>
                    <a:pt x="24638" y="28575"/>
                  </a:lnTo>
                  <a:lnTo>
                    <a:pt x="26543" y="27686"/>
                  </a:lnTo>
                  <a:lnTo>
                    <a:pt x="27178" y="27432"/>
                  </a:lnTo>
                  <a:lnTo>
                    <a:pt x="27516" y="27178"/>
                  </a:lnTo>
                  <a:lnTo>
                    <a:pt x="27940" y="26670"/>
                  </a:lnTo>
                  <a:close/>
                </a:path>
                <a:path w="41275" h="28575">
                  <a:moveTo>
                    <a:pt x="34747" y="26670"/>
                  </a:moveTo>
                  <a:lnTo>
                    <a:pt x="27940" y="26670"/>
                  </a:lnTo>
                  <a:lnTo>
                    <a:pt x="29591" y="28321"/>
                  </a:lnTo>
                  <a:lnTo>
                    <a:pt x="32385" y="28575"/>
                  </a:lnTo>
                  <a:lnTo>
                    <a:pt x="34747" y="26670"/>
                  </a:lnTo>
                  <a:close/>
                </a:path>
                <a:path w="41275" h="28575">
                  <a:moveTo>
                    <a:pt x="35750" y="24892"/>
                  </a:moveTo>
                  <a:lnTo>
                    <a:pt x="13462" y="24892"/>
                  </a:lnTo>
                  <a:lnTo>
                    <a:pt x="14732" y="27178"/>
                  </a:lnTo>
                  <a:lnTo>
                    <a:pt x="17653" y="27940"/>
                  </a:lnTo>
                  <a:lnTo>
                    <a:pt x="20308" y="26670"/>
                  </a:lnTo>
                  <a:lnTo>
                    <a:pt x="21547" y="26670"/>
                  </a:lnTo>
                  <a:lnTo>
                    <a:pt x="21209" y="26035"/>
                  </a:lnTo>
                  <a:lnTo>
                    <a:pt x="35306" y="26035"/>
                  </a:lnTo>
                  <a:lnTo>
                    <a:pt x="35475" y="25781"/>
                  </a:lnTo>
                  <a:lnTo>
                    <a:pt x="35687" y="25146"/>
                  </a:lnTo>
                  <a:lnTo>
                    <a:pt x="35750" y="24892"/>
                  </a:lnTo>
                  <a:close/>
                </a:path>
                <a:path w="41275" h="28575">
                  <a:moveTo>
                    <a:pt x="35306" y="26035"/>
                  </a:moveTo>
                  <a:lnTo>
                    <a:pt x="21336" y="26035"/>
                  </a:lnTo>
                  <a:lnTo>
                    <a:pt x="20383" y="26670"/>
                  </a:lnTo>
                  <a:lnTo>
                    <a:pt x="34882" y="26670"/>
                  </a:lnTo>
                  <a:lnTo>
                    <a:pt x="35306" y="26035"/>
                  </a:lnTo>
                  <a:close/>
                </a:path>
                <a:path w="41275" h="28575">
                  <a:moveTo>
                    <a:pt x="4889" y="5587"/>
                  </a:moveTo>
                  <a:lnTo>
                    <a:pt x="3625" y="5587"/>
                  </a:lnTo>
                  <a:lnTo>
                    <a:pt x="1778" y="6858"/>
                  </a:lnTo>
                  <a:lnTo>
                    <a:pt x="1508" y="9144"/>
                  </a:lnTo>
                  <a:lnTo>
                    <a:pt x="1439" y="10160"/>
                  </a:lnTo>
                  <a:lnTo>
                    <a:pt x="1778" y="11176"/>
                  </a:lnTo>
                  <a:lnTo>
                    <a:pt x="2540" y="11937"/>
                  </a:lnTo>
                  <a:lnTo>
                    <a:pt x="635" y="13081"/>
                  </a:lnTo>
                  <a:lnTo>
                    <a:pt x="0" y="15367"/>
                  </a:lnTo>
                  <a:lnTo>
                    <a:pt x="1778" y="18161"/>
                  </a:lnTo>
                  <a:lnTo>
                    <a:pt x="2923" y="18924"/>
                  </a:lnTo>
                  <a:lnTo>
                    <a:pt x="4190" y="18924"/>
                  </a:lnTo>
                  <a:lnTo>
                    <a:pt x="3897" y="21462"/>
                  </a:lnTo>
                  <a:lnTo>
                    <a:pt x="3810" y="22225"/>
                  </a:lnTo>
                  <a:lnTo>
                    <a:pt x="6096" y="25146"/>
                  </a:lnTo>
                  <a:lnTo>
                    <a:pt x="10382" y="25781"/>
                  </a:lnTo>
                  <a:lnTo>
                    <a:pt x="11861" y="25781"/>
                  </a:lnTo>
                  <a:lnTo>
                    <a:pt x="13462" y="24892"/>
                  </a:lnTo>
                  <a:lnTo>
                    <a:pt x="35750" y="24892"/>
                  </a:lnTo>
                  <a:lnTo>
                    <a:pt x="35814" y="24637"/>
                  </a:lnTo>
                  <a:lnTo>
                    <a:pt x="38354" y="24003"/>
                  </a:lnTo>
                  <a:lnTo>
                    <a:pt x="39878" y="21462"/>
                  </a:lnTo>
                  <a:lnTo>
                    <a:pt x="39243" y="18924"/>
                  </a:lnTo>
                  <a:lnTo>
                    <a:pt x="39116" y="18542"/>
                  </a:lnTo>
                  <a:lnTo>
                    <a:pt x="41021" y="15875"/>
                  </a:lnTo>
                  <a:lnTo>
                    <a:pt x="40635" y="13081"/>
                  </a:lnTo>
                  <a:lnTo>
                    <a:pt x="40513" y="12192"/>
                  </a:lnTo>
                  <a:lnTo>
                    <a:pt x="37846" y="10160"/>
                  </a:lnTo>
                  <a:lnTo>
                    <a:pt x="36957" y="9525"/>
                  </a:lnTo>
                  <a:lnTo>
                    <a:pt x="35941" y="9144"/>
                  </a:lnTo>
                  <a:lnTo>
                    <a:pt x="34925" y="9144"/>
                  </a:lnTo>
                  <a:lnTo>
                    <a:pt x="34925" y="6223"/>
                  </a:lnTo>
                  <a:lnTo>
                    <a:pt x="34357" y="5715"/>
                  </a:lnTo>
                  <a:lnTo>
                    <a:pt x="5969" y="5715"/>
                  </a:lnTo>
                  <a:lnTo>
                    <a:pt x="4889" y="5587"/>
                  </a:lnTo>
                  <a:close/>
                </a:path>
                <a:path w="41275" h="28575">
                  <a:moveTo>
                    <a:pt x="12446" y="1397"/>
                  </a:moveTo>
                  <a:lnTo>
                    <a:pt x="8001" y="2412"/>
                  </a:lnTo>
                  <a:lnTo>
                    <a:pt x="6096" y="5587"/>
                  </a:lnTo>
                  <a:lnTo>
                    <a:pt x="5969" y="5715"/>
                  </a:lnTo>
                  <a:lnTo>
                    <a:pt x="34357" y="5715"/>
                  </a:lnTo>
                  <a:lnTo>
                    <a:pt x="33363" y="4826"/>
                  </a:lnTo>
                  <a:lnTo>
                    <a:pt x="26797" y="4826"/>
                  </a:lnTo>
                  <a:lnTo>
                    <a:pt x="26289" y="3302"/>
                  </a:lnTo>
                  <a:lnTo>
                    <a:pt x="15748" y="3302"/>
                  </a:lnTo>
                  <a:lnTo>
                    <a:pt x="12446" y="1397"/>
                  </a:lnTo>
                  <a:close/>
                </a:path>
                <a:path w="41275" h="28575">
                  <a:moveTo>
                    <a:pt x="32512" y="4064"/>
                  </a:moveTo>
                  <a:lnTo>
                    <a:pt x="28575" y="4064"/>
                  </a:lnTo>
                  <a:lnTo>
                    <a:pt x="27686" y="4318"/>
                  </a:lnTo>
                  <a:lnTo>
                    <a:pt x="26797" y="4826"/>
                  </a:lnTo>
                  <a:lnTo>
                    <a:pt x="33363" y="4826"/>
                  </a:lnTo>
                  <a:lnTo>
                    <a:pt x="32512" y="4064"/>
                  </a:lnTo>
                  <a:close/>
                </a:path>
                <a:path w="41275" h="28575">
                  <a:moveTo>
                    <a:pt x="22352" y="0"/>
                  </a:moveTo>
                  <a:lnTo>
                    <a:pt x="19050" y="889"/>
                  </a:lnTo>
                  <a:lnTo>
                    <a:pt x="17356" y="1397"/>
                  </a:lnTo>
                  <a:lnTo>
                    <a:pt x="17598" y="1397"/>
                  </a:lnTo>
                  <a:lnTo>
                    <a:pt x="16510" y="2159"/>
                  </a:lnTo>
                  <a:lnTo>
                    <a:pt x="15748" y="3302"/>
                  </a:lnTo>
                  <a:lnTo>
                    <a:pt x="26289" y="3302"/>
                  </a:lnTo>
                  <a:lnTo>
                    <a:pt x="25992" y="2412"/>
                  </a:lnTo>
                  <a:lnTo>
                    <a:pt x="25908" y="2159"/>
                  </a:lnTo>
                  <a:lnTo>
                    <a:pt x="25781" y="1778"/>
                  </a:lnTo>
                  <a:lnTo>
                    <a:pt x="22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3670681" y="3252088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1" y="225678"/>
                  </a:moveTo>
                  <a:lnTo>
                    <a:pt x="3810" y="228853"/>
                  </a:lnTo>
                  <a:lnTo>
                    <a:pt x="6096" y="231775"/>
                  </a:lnTo>
                  <a:lnTo>
                    <a:pt x="9525" y="232283"/>
                  </a:lnTo>
                  <a:lnTo>
                    <a:pt x="10922" y="232410"/>
                  </a:lnTo>
                  <a:lnTo>
                    <a:pt x="12319" y="232156"/>
                  </a:lnTo>
                  <a:lnTo>
                    <a:pt x="13462" y="231521"/>
                  </a:lnTo>
                  <a:lnTo>
                    <a:pt x="14732" y="233807"/>
                  </a:lnTo>
                  <a:lnTo>
                    <a:pt x="21209" y="232663"/>
                  </a:lnTo>
                  <a:lnTo>
                    <a:pt x="22225" y="234569"/>
                  </a:lnTo>
                  <a:lnTo>
                    <a:pt x="24638" y="235203"/>
                  </a:lnTo>
                  <a:lnTo>
                    <a:pt x="26543" y="234314"/>
                  </a:lnTo>
                  <a:lnTo>
                    <a:pt x="27178" y="234061"/>
                  </a:lnTo>
                  <a:lnTo>
                    <a:pt x="27686" y="233680"/>
                  </a:lnTo>
                  <a:lnTo>
                    <a:pt x="27940" y="233299"/>
                  </a:lnTo>
                  <a:lnTo>
                    <a:pt x="29591" y="234950"/>
                  </a:lnTo>
                  <a:lnTo>
                    <a:pt x="35814" y="231266"/>
                  </a:lnTo>
                  <a:lnTo>
                    <a:pt x="38354" y="230632"/>
                  </a:lnTo>
                  <a:lnTo>
                    <a:pt x="39878" y="228091"/>
                  </a:lnTo>
                  <a:lnTo>
                    <a:pt x="39243" y="225551"/>
                  </a:lnTo>
                  <a:lnTo>
                    <a:pt x="39116" y="225171"/>
                  </a:lnTo>
                  <a:lnTo>
                    <a:pt x="41021" y="222503"/>
                  </a:lnTo>
                  <a:lnTo>
                    <a:pt x="40513" y="218821"/>
                  </a:lnTo>
                  <a:lnTo>
                    <a:pt x="37846" y="216788"/>
                  </a:lnTo>
                  <a:lnTo>
                    <a:pt x="36957" y="216153"/>
                  </a:lnTo>
                  <a:lnTo>
                    <a:pt x="35941" y="215773"/>
                  </a:lnTo>
                  <a:lnTo>
                    <a:pt x="34925" y="215646"/>
                  </a:lnTo>
                  <a:lnTo>
                    <a:pt x="34925" y="212851"/>
                  </a:lnTo>
                  <a:lnTo>
                    <a:pt x="32512" y="210693"/>
                  </a:lnTo>
                  <a:lnTo>
                    <a:pt x="29591" y="210693"/>
                  </a:lnTo>
                  <a:lnTo>
                    <a:pt x="28575" y="210693"/>
                  </a:lnTo>
                  <a:lnTo>
                    <a:pt x="27686" y="210947"/>
                  </a:lnTo>
                  <a:lnTo>
                    <a:pt x="26797" y="211455"/>
                  </a:lnTo>
                  <a:lnTo>
                    <a:pt x="25781" y="208407"/>
                  </a:lnTo>
                  <a:lnTo>
                    <a:pt x="22352" y="206628"/>
                  </a:lnTo>
                  <a:lnTo>
                    <a:pt x="19050" y="207518"/>
                  </a:lnTo>
                  <a:lnTo>
                    <a:pt x="17780" y="207899"/>
                  </a:lnTo>
                  <a:lnTo>
                    <a:pt x="16510" y="208787"/>
                  </a:lnTo>
                  <a:lnTo>
                    <a:pt x="15748" y="209931"/>
                  </a:lnTo>
                  <a:lnTo>
                    <a:pt x="12446" y="208025"/>
                  </a:lnTo>
                  <a:lnTo>
                    <a:pt x="8001" y="209041"/>
                  </a:lnTo>
                  <a:lnTo>
                    <a:pt x="6096" y="212216"/>
                  </a:lnTo>
                  <a:lnTo>
                    <a:pt x="5969" y="212344"/>
                  </a:lnTo>
                  <a:lnTo>
                    <a:pt x="3810" y="212089"/>
                  </a:lnTo>
                  <a:lnTo>
                    <a:pt x="1778" y="213487"/>
                  </a:lnTo>
                  <a:lnTo>
                    <a:pt x="1524" y="215646"/>
                  </a:lnTo>
                  <a:lnTo>
                    <a:pt x="1397" y="216662"/>
                  </a:lnTo>
                  <a:lnTo>
                    <a:pt x="1778" y="217805"/>
                  </a:lnTo>
                  <a:lnTo>
                    <a:pt x="2540" y="218566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8" y="224789"/>
                  </a:lnTo>
                  <a:lnTo>
                    <a:pt x="2921" y="225551"/>
                  </a:lnTo>
                  <a:lnTo>
                    <a:pt x="4191" y="225551"/>
                  </a:lnTo>
                  <a:close/>
                </a:path>
                <a:path w="41275" h="235585">
                  <a:moveTo>
                    <a:pt x="23622" y="762"/>
                  </a:moveTo>
                  <a:lnTo>
                    <a:pt x="23622" y="381"/>
                  </a:lnTo>
                  <a:lnTo>
                    <a:pt x="23241" y="0"/>
                  </a:lnTo>
                  <a:lnTo>
                    <a:pt x="22860" y="0"/>
                  </a:lnTo>
                  <a:lnTo>
                    <a:pt x="22352" y="0"/>
                  </a:lnTo>
                  <a:lnTo>
                    <a:pt x="22098" y="381"/>
                  </a:lnTo>
                  <a:lnTo>
                    <a:pt x="22098" y="762"/>
                  </a:lnTo>
                  <a:lnTo>
                    <a:pt x="22098" y="1143"/>
                  </a:lnTo>
                  <a:lnTo>
                    <a:pt x="22352" y="1524"/>
                  </a:lnTo>
                  <a:lnTo>
                    <a:pt x="22860" y="1524"/>
                  </a:lnTo>
                  <a:lnTo>
                    <a:pt x="23241" y="1524"/>
                  </a:lnTo>
                  <a:lnTo>
                    <a:pt x="23622" y="1143"/>
                  </a:lnTo>
                  <a:lnTo>
                    <a:pt x="23622" y="762"/>
                  </a:lnTo>
                  <a:close/>
                </a:path>
                <a:path w="41275" h="235585">
                  <a:moveTo>
                    <a:pt x="23622" y="69087"/>
                  </a:moveTo>
                  <a:lnTo>
                    <a:pt x="23622" y="68325"/>
                  </a:lnTo>
                  <a:lnTo>
                    <a:pt x="22860" y="67563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574" y="68325"/>
                  </a:lnTo>
                  <a:lnTo>
                    <a:pt x="20574" y="69087"/>
                  </a:lnTo>
                  <a:lnTo>
                    <a:pt x="20574" y="69976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860" y="70612"/>
                  </a:lnTo>
                  <a:lnTo>
                    <a:pt x="23622" y="69976"/>
                  </a:lnTo>
                  <a:lnTo>
                    <a:pt x="23622" y="69087"/>
                  </a:lnTo>
                  <a:close/>
                </a:path>
                <a:path w="41275" h="235585">
                  <a:moveTo>
                    <a:pt x="23622" y="139064"/>
                  </a:moveTo>
                  <a:lnTo>
                    <a:pt x="23622" y="137795"/>
                  </a:lnTo>
                  <a:lnTo>
                    <a:pt x="22606" y="136778"/>
                  </a:lnTo>
                  <a:lnTo>
                    <a:pt x="21336" y="136778"/>
                  </a:lnTo>
                  <a:lnTo>
                    <a:pt x="20066" y="136778"/>
                  </a:lnTo>
                  <a:lnTo>
                    <a:pt x="19050" y="137795"/>
                  </a:lnTo>
                  <a:lnTo>
                    <a:pt x="19050" y="139064"/>
                  </a:lnTo>
                  <a:lnTo>
                    <a:pt x="19050" y="140335"/>
                  </a:lnTo>
                  <a:lnTo>
                    <a:pt x="20066" y="141350"/>
                  </a:lnTo>
                  <a:lnTo>
                    <a:pt x="21336" y="141350"/>
                  </a:lnTo>
                  <a:lnTo>
                    <a:pt x="22606" y="141350"/>
                  </a:lnTo>
                  <a:lnTo>
                    <a:pt x="23622" y="140335"/>
                  </a:lnTo>
                  <a:lnTo>
                    <a:pt x="23622" y="139064"/>
                  </a:lnTo>
                  <a:close/>
                </a:path>
                <a:path w="41275" h="235585">
                  <a:moveTo>
                    <a:pt x="4953" y="218186"/>
                  </a:moveTo>
                  <a:lnTo>
                    <a:pt x="4191" y="218186"/>
                  </a:lnTo>
                  <a:lnTo>
                    <a:pt x="3302" y="218312"/>
                  </a:lnTo>
                  <a:lnTo>
                    <a:pt x="2667" y="218694"/>
                  </a:lnTo>
                </a:path>
                <a:path w="41275" h="235585">
                  <a:moveTo>
                    <a:pt x="6985" y="212598"/>
                  </a:moveTo>
                  <a:lnTo>
                    <a:pt x="6604" y="212598"/>
                  </a:lnTo>
                  <a:lnTo>
                    <a:pt x="6350" y="212471"/>
                  </a:lnTo>
                  <a:lnTo>
                    <a:pt x="5969" y="212471"/>
                  </a:lnTo>
                </a:path>
                <a:path w="41275" h="235585">
                  <a:moveTo>
                    <a:pt x="15748" y="210058"/>
                  </a:moveTo>
                  <a:lnTo>
                    <a:pt x="15494" y="210312"/>
                  </a:lnTo>
                  <a:lnTo>
                    <a:pt x="15240" y="210693"/>
                  </a:lnTo>
                  <a:lnTo>
                    <a:pt x="15113" y="211074"/>
                  </a:lnTo>
                </a:path>
                <a:path w="41275" h="235585">
                  <a:moveTo>
                    <a:pt x="27051" y="212725"/>
                  </a:moveTo>
                  <a:lnTo>
                    <a:pt x="27051" y="212344"/>
                  </a:lnTo>
                  <a:lnTo>
                    <a:pt x="26924" y="211962"/>
                  </a:lnTo>
                  <a:lnTo>
                    <a:pt x="26797" y="211582"/>
                  </a:lnTo>
                </a:path>
                <a:path w="41275" h="235585">
                  <a:moveTo>
                    <a:pt x="31877" y="220218"/>
                  </a:moveTo>
                  <a:lnTo>
                    <a:pt x="33782" y="219456"/>
                  </a:lnTo>
                  <a:lnTo>
                    <a:pt x="34925" y="217677"/>
                  </a:lnTo>
                  <a:lnTo>
                    <a:pt x="34925" y="215773"/>
                  </a:lnTo>
                </a:path>
                <a:path w="41275" h="235585">
                  <a:moveTo>
                    <a:pt x="38989" y="225044"/>
                  </a:moveTo>
                  <a:lnTo>
                    <a:pt x="38735" y="224409"/>
                  </a:lnTo>
                  <a:lnTo>
                    <a:pt x="38227" y="223774"/>
                  </a:lnTo>
                  <a:lnTo>
                    <a:pt x="37592" y="223393"/>
                  </a:lnTo>
                </a:path>
                <a:path w="41275" h="235585">
                  <a:moveTo>
                    <a:pt x="35814" y="231394"/>
                  </a:moveTo>
                  <a:lnTo>
                    <a:pt x="35814" y="231139"/>
                  </a:lnTo>
                  <a:lnTo>
                    <a:pt x="35814" y="230886"/>
                  </a:lnTo>
                  <a:lnTo>
                    <a:pt x="35814" y="230632"/>
                  </a:lnTo>
                </a:path>
                <a:path w="41275" h="235585">
                  <a:moveTo>
                    <a:pt x="27305" y="232283"/>
                  </a:moveTo>
                  <a:lnTo>
                    <a:pt x="27432" y="232663"/>
                  </a:lnTo>
                  <a:lnTo>
                    <a:pt x="27686" y="233045"/>
                  </a:lnTo>
                  <a:lnTo>
                    <a:pt x="27940" y="233299"/>
                  </a:lnTo>
                </a:path>
                <a:path w="41275" h="235585">
                  <a:moveTo>
                    <a:pt x="20955" y="231775"/>
                  </a:moveTo>
                  <a:lnTo>
                    <a:pt x="20955" y="232156"/>
                  </a:lnTo>
                  <a:lnTo>
                    <a:pt x="21082" y="232410"/>
                  </a:lnTo>
                  <a:lnTo>
                    <a:pt x="21336" y="232663"/>
                  </a:lnTo>
                </a:path>
                <a:path w="41275" h="235585">
                  <a:moveTo>
                    <a:pt x="13462" y="231521"/>
                  </a:moveTo>
                  <a:lnTo>
                    <a:pt x="13970" y="231266"/>
                  </a:lnTo>
                  <a:lnTo>
                    <a:pt x="14351" y="231012"/>
                  </a:lnTo>
                  <a:lnTo>
                    <a:pt x="14605" y="230632"/>
                  </a:lnTo>
                </a:path>
                <a:path w="41275" h="235585">
                  <a:moveTo>
                    <a:pt x="4445" y="224789"/>
                  </a:moveTo>
                  <a:lnTo>
                    <a:pt x="4318" y="225044"/>
                  </a:lnTo>
                  <a:lnTo>
                    <a:pt x="4318" y="225425"/>
                  </a:lnTo>
                  <a:lnTo>
                    <a:pt x="4191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2753868" y="3537203"/>
              <a:ext cx="1092835" cy="149860"/>
            </a:xfrm>
            <a:custGeom>
              <a:avLst/>
              <a:gdLst/>
              <a:ahLst/>
              <a:cxnLst/>
              <a:rect l="l" t="t" r="r" b="b"/>
              <a:pathLst>
                <a:path w="1092835" h="149860">
                  <a:moveTo>
                    <a:pt x="0" y="0"/>
                  </a:moveTo>
                  <a:lnTo>
                    <a:pt x="1092708" y="0"/>
                  </a:lnTo>
                </a:path>
                <a:path w="1092835" h="149860">
                  <a:moveTo>
                    <a:pt x="1092708" y="0"/>
                  </a:moveTo>
                  <a:lnTo>
                    <a:pt x="854964" y="149352"/>
                  </a:lnTo>
                </a:path>
              </a:pathLst>
            </a:custGeom>
            <a:ln w="57912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2731008" y="3686555"/>
              <a:ext cx="1122045" cy="99060"/>
            </a:xfrm>
            <a:custGeom>
              <a:avLst/>
              <a:gdLst/>
              <a:ahLst/>
              <a:cxnLst/>
              <a:rect l="l" t="t" r="r" b="b"/>
              <a:pathLst>
                <a:path w="1122045" h="99060">
                  <a:moveTo>
                    <a:pt x="877824" y="0"/>
                  </a:moveTo>
                  <a:lnTo>
                    <a:pt x="1121664" y="99060"/>
                  </a:lnTo>
                </a:path>
                <a:path w="1122045" h="99060">
                  <a:moveTo>
                    <a:pt x="1121664" y="99060"/>
                  </a:moveTo>
                  <a:lnTo>
                    <a:pt x="0" y="99060"/>
                  </a:lnTo>
                </a:path>
              </a:pathLst>
            </a:custGeom>
            <a:ln w="57912">
              <a:solidFill>
                <a:srgbClr val="33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4207763" y="2682239"/>
              <a:ext cx="419100" cy="0"/>
            </a:xfrm>
            <a:custGeom>
              <a:avLst/>
              <a:gdLst/>
              <a:ahLst/>
              <a:cxnLst/>
              <a:rect l="l" t="t" r="r" b="b"/>
              <a:pathLst>
                <a:path w="419100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ln w="57912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3971543" y="3537203"/>
              <a:ext cx="0" cy="469900"/>
            </a:xfrm>
            <a:custGeom>
              <a:avLst/>
              <a:gdLst/>
              <a:ahLst/>
              <a:cxnLst/>
              <a:rect l="l" t="t" r="r" b="b"/>
              <a:pathLst>
                <a:path h="469900">
                  <a:moveTo>
                    <a:pt x="0" y="0"/>
                  </a:moveTo>
                  <a:lnTo>
                    <a:pt x="0" y="469392"/>
                  </a:lnTo>
                </a:path>
              </a:pathLst>
            </a:custGeom>
            <a:ln w="76200">
              <a:solidFill>
                <a:srgbClr val="DBDB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5" name="object 1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5156" y="3412235"/>
              <a:ext cx="117348" cy="129539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4607052" y="2689859"/>
              <a:ext cx="0" cy="853440"/>
            </a:xfrm>
            <a:custGeom>
              <a:avLst/>
              <a:gdLst/>
              <a:ahLst/>
              <a:cxnLst/>
              <a:rect l="l" t="t" r="r" b="b"/>
              <a:pathLst>
                <a:path h="853439">
                  <a:moveTo>
                    <a:pt x="0" y="0"/>
                  </a:moveTo>
                  <a:lnTo>
                    <a:pt x="0" y="853439"/>
                  </a:lnTo>
                </a:path>
              </a:pathLst>
            </a:custGeom>
            <a:ln w="57912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4190999" y="3025139"/>
              <a:ext cx="417830" cy="751840"/>
            </a:xfrm>
            <a:custGeom>
              <a:avLst/>
              <a:gdLst/>
              <a:ahLst/>
              <a:cxnLst/>
              <a:rect l="l" t="t" r="r" b="b"/>
              <a:pathLst>
                <a:path w="417829" h="751839">
                  <a:moveTo>
                    <a:pt x="0" y="10668"/>
                  </a:moveTo>
                  <a:lnTo>
                    <a:pt x="333755" y="0"/>
                  </a:lnTo>
                </a:path>
                <a:path w="417829" h="751839">
                  <a:moveTo>
                    <a:pt x="312420" y="10668"/>
                  </a:moveTo>
                  <a:lnTo>
                    <a:pt x="312420" y="751332"/>
                  </a:lnTo>
                </a:path>
                <a:path w="417829" h="751839">
                  <a:moveTo>
                    <a:pt x="417575" y="751332"/>
                  </a:moveTo>
                  <a:lnTo>
                    <a:pt x="301751" y="751332"/>
                  </a:lnTo>
                </a:path>
              </a:pathLst>
            </a:custGeom>
            <a:ln w="57912">
              <a:solidFill>
                <a:srgbClr val="33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2043683" y="3875531"/>
              <a:ext cx="3147060" cy="143510"/>
            </a:xfrm>
            <a:custGeom>
              <a:avLst/>
              <a:gdLst/>
              <a:ahLst/>
              <a:cxnLst/>
              <a:rect l="l" t="t" r="r" b="b"/>
              <a:pathLst>
                <a:path w="3147060" h="143510">
                  <a:moveTo>
                    <a:pt x="1909571" y="132588"/>
                  </a:moveTo>
                  <a:lnTo>
                    <a:pt x="3147060" y="132588"/>
                  </a:lnTo>
                </a:path>
                <a:path w="3147060" h="143510">
                  <a:moveTo>
                    <a:pt x="3125724" y="143256"/>
                  </a:moveTo>
                  <a:lnTo>
                    <a:pt x="3125724" y="0"/>
                  </a:lnTo>
                </a:path>
                <a:path w="3147060" h="143510">
                  <a:moveTo>
                    <a:pt x="0" y="106680"/>
                  </a:moveTo>
                  <a:lnTo>
                    <a:pt x="1325880" y="117348"/>
                  </a:lnTo>
                </a:path>
                <a:path w="3147060" h="143510">
                  <a:moveTo>
                    <a:pt x="1310640" y="131064"/>
                  </a:moveTo>
                  <a:lnTo>
                    <a:pt x="1310640" y="15240"/>
                  </a:lnTo>
                </a:path>
              </a:pathLst>
            </a:custGeom>
            <a:ln w="57912">
              <a:solidFill>
                <a:srgbClr val="DBDB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2308860" y="2648711"/>
              <a:ext cx="462280" cy="883919"/>
            </a:xfrm>
            <a:custGeom>
              <a:avLst/>
              <a:gdLst/>
              <a:ahLst/>
              <a:cxnLst/>
              <a:rect l="l" t="t" r="r" b="b"/>
              <a:pathLst>
                <a:path w="462280" h="883920">
                  <a:moveTo>
                    <a:pt x="0" y="1524"/>
                  </a:moveTo>
                  <a:lnTo>
                    <a:pt x="446531" y="1524"/>
                  </a:lnTo>
                </a:path>
                <a:path w="462280" h="883920">
                  <a:moveTo>
                    <a:pt x="461771" y="0"/>
                  </a:moveTo>
                  <a:lnTo>
                    <a:pt x="461771" y="883920"/>
                  </a:lnTo>
                </a:path>
              </a:pathLst>
            </a:custGeom>
            <a:ln w="57912">
              <a:solidFill>
                <a:srgbClr val="66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305811" y="2991611"/>
              <a:ext cx="3148965" cy="1127760"/>
            </a:xfrm>
            <a:custGeom>
              <a:avLst/>
              <a:gdLst/>
              <a:ahLst/>
              <a:cxnLst/>
              <a:rect l="l" t="t" r="r" b="b"/>
              <a:pathLst>
                <a:path w="3148965" h="1127760">
                  <a:moveTo>
                    <a:pt x="0" y="0"/>
                  </a:moveTo>
                  <a:lnTo>
                    <a:pt x="265175" y="0"/>
                  </a:lnTo>
                </a:path>
                <a:path w="3148965" h="1127760">
                  <a:moveTo>
                    <a:pt x="265175" y="0"/>
                  </a:moveTo>
                  <a:lnTo>
                    <a:pt x="263651" y="797051"/>
                  </a:lnTo>
                </a:path>
                <a:path w="3148965" h="1127760">
                  <a:moveTo>
                    <a:pt x="265175" y="795527"/>
                  </a:moveTo>
                  <a:lnTo>
                    <a:pt x="528827" y="795527"/>
                  </a:lnTo>
                </a:path>
                <a:path w="3148965" h="1127760">
                  <a:moveTo>
                    <a:pt x="1182624" y="807719"/>
                  </a:moveTo>
                  <a:lnTo>
                    <a:pt x="1182624" y="1127760"/>
                  </a:lnTo>
                </a:path>
                <a:path w="3148965" h="1127760">
                  <a:moveTo>
                    <a:pt x="1193291" y="1104900"/>
                  </a:moveTo>
                  <a:lnTo>
                    <a:pt x="3148584" y="1104900"/>
                  </a:lnTo>
                </a:path>
              </a:pathLst>
            </a:custGeom>
            <a:ln w="57912">
              <a:solidFill>
                <a:srgbClr val="33CC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371600" y="3384803"/>
              <a:ext cx="937260" cy="492759"/>
            </a:xfrm>
            <a:custGeom>
              <a:avLst/>
              <a:gdLst/>
              <a:ahLst/>
              <a:cxnLst/>
              <a:rect l="l" t="t" r="r" b="b"/>
              <a:pathLst>
                <a:path w="937260" h="492760">
                  <a:moveTo>
                    <a:pt x="937260" y="0"/>
                  </a:moveTo>
                  <a:lnTo>
                    <a:pt x="0" y="0"/>
                  </a:lnTo>
                  <a:lnTo>
                    <a:pt x="0" y="492252"/>
                  </a:lnTo>
                  <a:lnTo>
                    <a:pt x="937260" y="492252"/>
                  </a:lnTo>
                  <a:lnTo>
                    <a:pt x="937260" y="0"/>
                  </a:lnTo>
                  <a:close/>
                </a:path>
              </a:pathLst>
            </a:custGeom>
            <a:solidFill>
              <a:srgbClr val="858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371600" y="2456687"/>
              <a:ext cx="937260" cy="1420495"/>
            </a:xfrm>
            <a:custGeom>
              <a:avLst/>
              <a:gdLst/>
              <a:ahLst/>
              <a:cxnLst/>
              <a:rect l="l" t="t" r="r" b="b"/>
              <a:pathLst>
                <a:path w="937260" h="1420495">
                  <a:moveTo>
                    <a:pt x="0" y="1420368"/>
                  </a:moveTo>
                  <a:lnTo>
                    <a:pt x="937260" y="1420368"/>
                  </a:lnTo>
                  <a:lnTo>
                    <a:pt x="937260" y="928115"/>
                  </a:lnTo>
                  <a:lnTo>
                    <a:pt x="0" y="928115"/>
                  </a:lnTo>
                  <a:lnTo>
                    <a:pt x="0" y="1420368"/>
                  </a:lnTo>
                  <a:close/>
                </a:path>
                <a:path w="937260" h="1420495">
                  <a:moveTo>
                    <a:pt x="0" y="928115"/>
                  </a:moveTo>
                  <a:lnTo>
                    <a:pt x="937260" y="928115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928115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852422" y="2457449"/>
              <a:ext cx="0" cy="391795"/>
            </a:xfrm>
            <a:custGeom>
              <a:avLst/>
              <a:gdLst/>
              <a:ahLst/>
              <a:cxnLst/>
              <a:rect l="l" t="t" r="r" b="b"/>
              <a:pathLst>
                <a:path h="391794">
                  <a:moveTo>
                    <a:pt x="0" y="123444"/>
                  </a:moveTo>
                  <a:lnTo>
                    <a:pt x="0" y="0"/>
                  </a:lnTo>
                </a:path>
                <a:path h="391794">
                  <a:moveTo>
                    <a:pt x="0" y="391667"/>
                  </a:moveTo>
                  <a:lnTo>
                    <a:pt x="0" y="281939"/>
                  </a:lnTo>
                </a:path>
              </a:pathLst>
            </a:custGeom>
            <a:ln w="38100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437132" y="2674111"/>
              <a:ext cx="375285" cy="557530"/>
            </a:xfrm>
            <a:custGeom>
              <a:avLst/>
              <a:gdLst/>
              <a:ahLst/>
              <a:cxnLst/>
              <a:rect l="l" t="t" r="r" b="b"/>
              <a:pathLst>
                <a:path w="375285" h="557530">
                  <a:moveTo>
                    <a:pt x="326898" y="144145"/>
                  </a:moveTo>
                  <a:lnTo>
                    <a:pt x="324510" y="132334"/>
                  </a:lnTo>
                  <a:lnTo>
                    <a:pt x="318008" y="122682"/>
                  </a:lnTo>
                  <a:lnTo>
                    <a:pt x="308356" y="116179"/>
                  </a:lnTo>
                  <a:lnTo>
                    <a:pt x="296545" y="113792"/>
                  </a:lnTo>
                  <a:lnTo>
                    <a:pt x="284721" y="116179"/>
                  </a:lnTo>
                  <a:lnTo>
                    <a:pt x="275082" y="122682"/>
                  </a:lnTo>
                  <a:lnTo>
                    <a:pt x="268566" y="132334"/>
                  </a:lnTo>
                  <a:lnTo>
                    <a:pt x="266192" y="144145"/>
                  </a:lnTo>
                  <a:lnTo>
                    <a:pt x="268566" y="155968"/>
                  </a:lnTo>
                  <a:lnTo>
                    <a:pt x="275082" y="165608"/>
                  </a:lnTo>
                  <a:lnTo>
                    <a:pt x="284721" y="172123"/>
                  </a:lnTo>
                  <a:lnTo>
                    <a:pt x="296545" y="174498"/>
                  </a:lnTo>
                  <a:lnTo>
                    <a:pt x="308356" y="172123"/>
                  </a:lnTo>
                  <a:lnTo>
                    <a:pt x="318008" y="165608"/>
                  </a:lnTo>
                  <a:lnTo>
                    <a:pt x="324510" y="155968"/>
                  </a:lnTo>
                  <a:lnTo>
                    <a:pt x="326898" y="144145"/>
                  </a:lnTo>
                  <a:close/>
                </a:path>
                <a:path w="375285" h="557530">
                  <a:moveTo>
                    <a:pt x="355473" y="68199"/>
                  </a:moveTo>
                  <a:lnTo>
                    <a:pt x="353860" y="60312"/>
                  </a:lnTo>
                  <a:lnTo>
                    <a:pt x="349504" y="53848"/>
                  </a:lnTo>
                  <a:lnTo>
                    <a:pt x="343039" y="49491"/>
                  </a:lnTo>
                  <a:lnTo>
                    <a:pt x="335153" y="47879"/>
                  </a:lnTo>
                  <a:lnTo>
                    <a:pt x="327279" y="49491"/>
                  </a:lnTo>
                  <a:lnTo>
                    <a:pt x="320865" y="53848"/>
                  </a:lnTo>
                  <a:lnTo>
                    <a:pt x="316534" y="60312"/>
                  </a:lnTo>
                  <a:lnTo>
                    <a:pt x="314960" y="68199"/>
                  </a:lnTo>
                  <a:lnTo>
                    <a:pt x="316534" y="76073"/>
                  </a:lnTo>
                  <a:lnTo>
                    <a:pt x="320852" y="82486"/>
                  </a:lnTo>
                  <a:lnTo>
                    <a:pt x="327279" y="86817"/>
                  </a:lnTo>
                  <a:lnTo>
                    <a:pt x="335153" y="88392"/>
                  </a:lnTo>
                  <a:lnTo>
                    <a:pt x="343039" y="86817"/>
                  </a:lnTo>
                  <a:lnTo>
                    <a:pt x="349504" y="82486"/>
                  </a:lnTo>
                  <a:lnTo>
                    <a:pt x="353860" y="76073"/>
                  </a:lnTo>
                  <a:lnTo>
                    <a:pt x="355473" y="68199"/>
                  </a:lnTo>
                  <a:close/>
                </a:path>
                <a:path w="375285" h="557530">
                  <a:moveTo>
                    <a:pt x="363956" y="363410"/>
                  </a:moveTo>
                  <a:lnTo>
                    <a:pt x="342138" y="309880"/>
                  </a:lnTo>
                  <a:lnTo>
                    <a:pt x="315341" y="294005"/>
                  </a:lnTo>
                  <a:lnTo>
                    <a:pt x="311391" y="267284"/>
                  </a:lnTo>
                  <a:lnTo>
                    <a:pt x="300812" y="245529"/>
                  </a:lnTo>
                  <a:lnTo>
                    <a:pt x="285203" y="230962"/>
                  </a:lnTo>
                  <a:lnTo>
                    <a:pt x="266192" y="225806"/>
                  </a:lnTo>
                  <a:lnTo>
                    <a:pt x="259486" y="226542"/>
                  </a:lnTo>
                  <a:lnTo>
                    <a:pt x="252958" y="228536"/>
                  </a:lnTo>
                  <a:lnTo>
                    <a:pt x="246697" y="231775"/>
                  </a:lnTo>
                  <a:lnTo>
                    <a:pt x="240792" y="236220"/>
                  </a:lnTo>
                  <a:lnTo>
                    <a:pt x="230073" y="208000"/>
                  </a:lnTo>
                  <a:lnTo>
                    <a:pt x="213144" y="188493"/>
                  </a:lnTo>
                  <a:lnTo>
                    <a:pt x="192303" y="179374"/>
                  </a:lnTo>
                  <a:lnTo>
                    <a:pt x="169799" y="182372"/>
                  </a:lnTo>
                  <a:lnTo>
                    <a:pt x="160705" y="187566"/>
                  </a:lnTo>
                  <a:lnTo>
                    <a:pt x="152412" y="194805"/>
                  </a:lnTo>
                  <a:lnTo>
                    <a:pt x="145097" y="203936"/>
                  </a:lnTo>
                  <a:lnTo>
                    <a:pt x="138938" y="214757"/>
                  </a:lnTo>
                  <a:lnTo>
                    <a:pt x="114617" y="202463"/>
                  </a:lnTo>
                  <a:lnTo>
                    <a:pt x="89725" y="204317"/>
                  </a:lnTo>
                  <a:lnTo>
                    <a:pt x="67106" y="219265"/>
                  </a:lnTo>
                  <a:lnTo>
                    <a:pt x="49657" y="246253"/>
                  </a:lnTo>
                  <a:lnTo>
                    <a:pt x="48895" y="248031"/>
                  </a:lnTo>
                  <a:lnTo>
                    <a:pt x="34391" y="249669"/>
                  </a:lnTo>
                  <a:lnTo>
                    <a:pt x="21882" y="258749"/>
                  </a:lnTo>
                  <a:lnTo>
                    <a:pt x="12687" y="273812"/>
                  </a:lnTo>
                  <a:lnTo>
                    <a:pt x="8128" y="293370"/>
                  </a:lnTo>
                  <a:lnTo>
                    <a:pt x="8064" y="304647"/>
                  </a:lnTo>
                  <a:lnTo>
                    <a:pt x="9715" y="315556"/>
                  </a:lnTo>
                  <a:lnTo>
                    <a:pt x="12979" y="325716"/>
                  </a:lnTo>
                  <a:lnTo>
                    <a:pt x="17780" y="334772"/>
                  </a:lnTo>
                  <a:lnTo>
                    <a:pt x="6959" y="348513"/>
                  </a:lnTo>
                  <a:lnTo>
                    <a:pt x="901" y="366483"/>
                  </a:lnTo>
                  <a:lnTo>
                    <a:pt x="0" y="386372"/>
                  </a:lnTo>
                  <a:lnTo>
                    <a:pt x="4699" y="405892"/>
                  </a:lnTo>
                  <a:lnTo>
                    <a:pt x="9931" y="415696"/>
                  </a:lnTo>
                  <a:lnTo>
                    <a:pt x="16522" y="423379"/>
                  </a:lnTo>
                  <a:lnTo>
                    <a:pt x="24180" y="428701"/>
                  </a:lnTo>
                  <a:lnTo>
                    <a:pt x="32639" y="431419"/>
                  </a:lnTo>
                  <a:lnTo>
                    <a:pt x="32893" y="432562"/>
                  </a:lnTo>
                  <a:lnTo>
                    <a:pt x="43980" y="492125"/>
                  </a:lnTo>
                  <a:lnTo>
                    <a:pt x="81661" y="523113"/>
                  </a:lnTo>
                  <a:lnTo>
                    <a:pt x="91097" y="523798"/>
                  </a:lnTo>
                  <a:lnTo>
                    <a:pt x="100457" y="522262"/>
                  </a:lnTo>
                  <a:lnTo>
                    <a:pt x="109512" y="518579"/>
                  </a:lnTo>
                  <a:lnTo>
                    <a:pt x="118110" y="512826"/>
                  </a:lnTo>
                  <a:lnTo>
                    <a:pt x="129451" y="532333"/>
                  </a:lnTo>
                  <a:lnTo>
                    <a:pt x="144665" y="543788"/>
                  </a:lnTo>
                  <a:lnTo>
                    <a:pt x="161810" y="546341"/>
                  </a:lnTo>
                  <a:lnTo>
                    <a:pt x="178943" y="539115"/>
                  </a:lnTo>
                  <a:lnTo>
                    <a:pt x="182753" y="536194"/>
                  </a:lnTo>
                  <a:lnTo>
                    <a:pt x="186182" y="532511"/>
                  </a:lnTo>
                  <a:lnTo>
                    <a:pt x="189357" y="528320"/>
                  </a:lnTo>
                  <a:lnTo>
                    <a:pt x="198297" y="544588"/>
                  </a:lnTo>
                  <a:lnTo>
                    <a:pt x="210566" y="554380"/>
                  </a:lnTo>
                  <a:lnTo>
                    <a:pt x="224536" y="556958"/>
                  </a:lnTo>
                  <a:lnTo>
                    <a:pt x="238633" y="551561"/>
                  </a:lnTo>
                  <a:lnTo>
                    <a:pt x="243713" y="548005"/>
                  </a:lnTo>
                  <a:lnTo>
                    <a:pt x="248158" y="542925"/>
                  </a:lnTo>
                  <a:lnTo>
                    <a:pt x="251587" y="536575"/>
                  </a:lnTo>
                  <a:lnTo>
                    <a:pt x="264325" y="550811"/>
                  </a:lnTo>
                  <a:lnTo>
                    <a:pt x="279412" y="556806"/>
                  </a:lnTo>
                  <a:lnTo>
                    <a:pt x="294995" y="554367"/>
                  </a:lnTo>
                  <a:lnTo>
                    <a:pt x="309245" y="543306"/>
                  </a:lnTo>
                  <a:lnTo>
                    <a:pt x="314223" y="536244"/>
                  </a:lnTo>
                  <a:lnTo>
                    <a:pt x="318262" y="528142"/>
                  </a:lnTo>
                  <a:lnTo>
                    <a:pt x="321233" y="519163"/>
                  </a:lnTo>
                  <a:lnTo>
                    <a:pt x="323088" y="509524"/>
                  </a:lnTo>
                  <a:lnTo>
                    <a:pt x="339051" y="498182"/>
                  </a:lnTo>
                  <a:lnTo>
                    <a:pt x="350304" y="479717"/>
                  </a:lnTo>
                  <a:lnTo>
                    <a:pt x="355815" y="456628"/>
                  </a:lnTo>
                  <a:lnTo>
                    <a:pt x="354584" y="431419"/>
                  </a:lnTo>
                  <a:lnTo>
                    <a:pt x="353441" y="425704"/>
                  </a:lnTo>
                  <a:lnTo>
                    <a:pt x="352552" y="423037"/>
                  </a:lnTo>
                  <a:lnTo>
                    <a:pt x="362585" y="394284"/>
                  </a:lnTo>
                  <a:lnTo>
                    <a:pt x="363956" y="363410"/>
                  </a:lnTo>
                  <a:close/>
                </a:path>
                <a:path w="375285" h="557530">
                  <a:moveTo>
                    <a:pt x="374777" y="4572"/>
                  </a:moveTo>
                  <a:lnTo>
                    <a:pt x="370205" y="0"/>
                  </a:lnTo>
                  <a:lnTo>
                    <a:pt x="359029" y="0"/>
                  </a:lnTo>
                  <a:lnTo>
                    <a:pt x="354584" y="4572"/>
                  </a:lnTo>
                  <a:lnTo>
                    <a:pt x="354584" y="15748"/>
                  </a:lnTo>
                  <a:lnTo>
                    <a:pt x="359029" y="20320"/>
                  </a:lnTo>
                  <a:lnTo>
                    <a:pt x="370205" y="20320"/>
                  </a:lnTo>
                  <a:lnTo>
                    <a:pt x="374777" y="15748"/>
                  </a:lnTo>
                  <a:lnTo>
                    <a:pt x="374777" y="10160"/>
                  </a:lnTo>
                  <a:lnTo>
                    <a:pt x="374777" y="4572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1437141" y="2853485"/>
              <a:ext cx="364490" cy="377825"/>
            </a:xfrm>
            <a:custGeom>
              <a:avLst/>
              <a:gdLst/>
              <a:ahLst/>
              <a:cxnLst/>
              <a:rect l="l" t="t" r="r" b="b"/>
              <a:pathLst>
                <a:path w="364489" h="377825">
                  <a:moveTo>
                    <a:pt x="32883" y="253188"/>
                  </a:moveTo>
                  <a:lnTo>
                    <a:pt x="43979" y="312751"/>
                  </a:lnTo>
                  <a:lnTo>
                    <a:pt x="81651" y="343739"/>
                  </a:lnTo>
                  <a:lnTo>
                    <a:pt x="91096" y="344418"/>
                  </a:lnTo>
                  <a:lnTo>
                    <a:pt x="100447" y="342882"/>
                  </a:lnTo>
                  <a:lnTo>
                    <a:pt x="109511" y="339203"/>
                  </a:lnTo>
                  <a:lnTo>
                    <a:pt x="118100" y="333452"/>
                  </a:lnTo>
                  <a:lnTo>
                    <a:pt x="129444" y="352954"/>
                  </a:lnTo>
                  <a:lnTo>
                    <a:pt x="144658" y="364408"/>
                  </a:lnTo>
                  <a:lnTo>
                    <a:pt x="161801" y="366956"/>
                  </a:lnTo>
                  <a:lnTo>
                    <a:pt x="178933" y="359741"/>
                  </a:lnTo>
                  <a:lnTo>
                    <a:pt x="182743" y="356820"/>
                  </a:lnTo>
                  <a:lnTo>
                    <a:pt x="186172" y="353137"/>
                  </a:lnTo>
                  <a:lnTo>
                    <a:pt x="189347" y="348946"/>
                  </a:lnTo>
                  <a:lnTo>
                    <a:pt x="198296" y="365204"/>
                  </a:lnTo>
                  <a:lnTo>
                    <a:pt x="210556" y="374997"/>
                  </a:lnTo>
                  <a:lnTo>
                    <a:pt x="224530" y="377574"/>
                  </a:lnTo>
                  <a:lnTo>
                    <a:pt x="238623" y="372187"/>
                  </a:lnTo>
                  <a:lnTo>
                    <a:pt x="243703" y="368631"/>
                  </a:lnTo>
                  <a:lnTo>
                    <a:pt x="248148" y="363551"/>
                  </a:lnTo>
                  <a:lnTo>
                    <a:pt x="251577" y="357201"/>
                  </a:lnTo>
                  <a:lnTo>
                    <a:pt x="264318" y="371433"/>
                  </a:lnTo>
                  <a:lnTo>
                    <a:pt x="279405" y="377426"/>
                  </a:lnTo>
                  <a:lnTo>
                    <a:pt x="294993" y="374989"/>
                  </a:lnTo>
                  <a:lnTo>
                    <a:pt x="309235" y="363932"/>
                  </a:lnTo>
                  <a:lnTo>
                    <a:pt x="314219" y="356868"/>
                  </a:lnTo>
                  <a:lnTo>
                    <a:pt x="318252" y="348755"/>
                  </a:lnTo>
                  <a:lnTo>
                    <a:pt x="321236" y="339786"/>
                  </a:lnTo>
                  <a:lnTo>
                    <a:pt x="323078" y="330150"/>
                  </a:lnTo>
                  <a:lnTo>
                    <a:pt x="339054" y="318803"/>
                  </a:lnTo>
                  <a:lnTo>
                    <a:pt x="350303" y="300337"/>
                  </a:lnTo>
                  <a:lnTo>
                    <a:pt x="355814" y="277250"/>
                  </a:lnTo>
                  <a:lnTo>
                    <a:pt x="354574" y="252045"/>
                  </a:lnTo>
                  <a:lnTo>
                    <a:pt x="354066" y="249124"/>
                  </a:lnTo>
                  <a:lnTo>
                    <a:pt x="353431" y="246330"/>
                  </a:lnTo>
                  <a:lnTo>
                    <a:pt x="352542" y="243663"/>
                  </a:lnTo>
                  <a:lnTo>
                    <a:pt x="362577" y="214909"/>
                  </a:lnTo>
                  <a:lnTo>
                    <a:pt x="357024" y="154687"/>
                  </a:lnTo>
                  <a:lnTo>
                    <a:pt x="329443" y="120187"/>
                  </a:lnTo>
                  <a:lnTo>
                    <a:pt x="315331" y="114631"/>
                  </a:lnTo>
                  <a:lnTo>
                    <a:pt x="311384" y="87901"/>
                  </a:lnTo>
                  <a:lnTo>
                    <a:pt x="300805" y="66149"/>
                  </a:lnTo>
                  <a:lnTo>
                    <a:pt x="285202" y="51587"/>
                  </a:lnTo>
                  <a:lnTo>
                    <a:pt x="266182" y="46432"/>
                  </a:lnTo>
                  <a:lnTo>
                    <a:pt x="259480" y="47166"/>
                  </a:lnTo>
                  <a:lnTo>
                    <a:pt x="252958" y="49162"/>
                  </a:lnTo>
                  <a:lnTo>
                    <a:pt x="246697" y="52397"/>
                  </a:lnTo>
                  <a:lnTo>
                    <a:pt x="240782" y="56846"/>
                  </a:lnTo>
                  <a:lnTo>
                    <a:pt x="230064" y="28626"/>
                  </a:lnTo>
                  <a:lnTo>
                    <a:pt x="213143" y="9110"/>
                  </a:lnTo>
                  <a:lnTo>
                    <a:pt x="192293" y="0"/>
                  </a:lnTo>
                  <a:lnTo>
                    <a:pt x="169789" y="2998"/>
                  </a:lnTo>
                  <a:lnTo>
                    <a:pt x="160698" y="8183"/>
                  </a:lnTo>
                  <a:lnTo>
                    <a:pt x="152405" y="15428"/>
                  </a:lnTo>
                  <a:lnTo>
                    <a:pt x="145089" y="24554"/>
                  </a:lnTo>
                  <a:lnTo>
                    <a:pt x="138928" y="35383"/>
                  </a:lnTo>
                  <a:lnTo>
                    <a:pt x="114619" y="23088"/>
                  </a:lnTo>
                  <a:lnTo>
                    <a:pt x="89715" y="24937"/>
                  </a:lnTo>
                  <a:lnTo>
                    <a:pt x="67097" y="39883"/>
                  </a:lnTo>
                  <a:lnTo>
                    <a:pt x="49647" y="66879"/>
                  </a:lnTo>
                  <a:lnTo>
                    <a:pt x="49393" y="67514"/>
                  </a:lnTo>
                  <a:lnTo>
                    <a:pt x="49139" y="68022"/>
                  </a:lnTo>
                  <a:lnTo>
                    <a:pt x="48885" y="68657"/>
                  </a:lnTo>
                  <a:lnTo>
                    <a:pt x="34389" y="70294"/>
                  </a:lnTo>
                  <a:lnTo>
                    <a:pt x="21881" y="79373"/>
                  </a:lnTo>
                  <a:lnTo>
                    <a:pt x="12684" y="94428"/>
                  </a:lnTo>
                  <a:lnTo>
                    <a:pt x="8118" y="113996"/>
                  </a:lnTo>
                  <a:lnTo>
                    <a:pt x="8054" y="125269"/>
                  </a:lnTo>
                  <a:lnTo>
                    <a:pt x="9705" y="136173"/>
                  </a:lnTo>
                  <a:lnTo>
                    <a:pt x="12975" y="146339"/>
                  </a:lnTo>
                  <a:lnTo>
                    <a:pt x="17770" y="155398"/>
                  </a:lnTo>
                  <a:lnTo>
                    <a:pt x="6957" y="169136"/>
                  </a:lnTo>
                  <a:lnTo>
                    <a:pt x="894" y="187100"/>
                  </a:lnTo>
                  <a:lnTo>
                    <a:pt x="0" y="206994"/>
                  </a:lnTo>
                  <a:lnTo>
                    <a:pt x="4689" y="226518"/>
                  </a:lnTo>
                  <a:lnTo>
                    <a:pt x="9929" y="236311"/>
                  </a:lnTo>
                  <a:lnTo>
                    <a:pt x="16515" y="243996"/>
                  </a:lnTo>
                  <a:lnTo>
                    <a:pt x="24173" y="249324"/>
                  </a:lnTo>
                  <a:lnTo>
                    <a:pt x="32629" y="252045"/>
                  </a:lnTo>
                  <a:lnTo>
                    <a:pt x="32883" y="253188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98752" y="2669539"/>
              <a:ext cx="117729" cy="183642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1455293" y="2890392"/>
              <a:ext cx="334645" cy="321945"/>
            </a:xfrm>
            <a:custGeom>
              <a:avLst/>
              <a:gdLst/>
              <a:ahLst/>
              <a:cxnLst/>
              <a:rect l="l" t="t" r="r" b="b"/>
              <a:pathLst>
                <a:path w="334644" h="321944">
                  <a:moveTo>
                    <a:pt x="21462" y="113030"/>
                  </a:moveTo>
                  <a:lnTo>
                    <a:pt x="13969" y="112141"/>
                  </a:lnTo>
                  <a:lnTo>
                    <a:pt x="6476" y="114554"/>
                  </a:lnTo>
                  <a:lnTo>
                    <a:pt x="0" y="120015"/>
                  </a:lnTo>
                </a:path>
                <a:path w="334644" h="321944">
                  <a:moveTo>
                    <a:pt x="40259" y="36703"/>
                  </a:moveTo>
                  <a:lnTo>
                    <a:pt x="37210" y="35052"/>
                  </a:lnTo>
                  <a:lnTo>
                    <a:pt x="34162" y="33909"/>
                  </a:lnTo>
                  <a:lnTo>
                    <a:pt x="30860" y="33401"/>
                  </a:lnTo>
                </a:path>
                <a:path w="334644" h="321944">
                  <a:moveTo>
                    <a:pt x="120776" y="0"/>
                  </a:moveTo>
                  <a:lnTo>
                    <a:pt x="118490" y="4826"/>
                  </a:lnTo>
                  <a:lnTo>
                    <a:pt x="116585" y="9906"/>
                  </a:lnTo>
                  <a:lnTo>
                    <a:pt x="115188" y="15240"/>
                  </a:lnTo>
                </a:path>
                <a:path w="334644" h="321944">
                  <a:moveTo>
                    <a:pt x="224917" y="37973"/>
                  </a:moveTo>
                  <a:lnTo>
                    <a:pt x="224536" y="32258"/>
                  </a:lnTo>
                  <a:lnTo>
                    <a:pt x="223774" y="26670"/>
                  </a:lnTo>
                  <a:lnTo>
                    <a:pt x="222631" y="21336"/>
                  </a:lnTo>
                </a:path>
                <a:path w="334644" h="321944">
                  <a:moveTo>
                    <a:pt x="269620" y="141224"/>
                  </a:moveTo>
                  <a:lnTo>
                    <a:pt x="281050" y="130264"/>
                  </a:lnTo>
                  <a:lnTo>
                    <a:pt x="289718" y="115554"/>
                  </a:lnTo>
                  <a:lnTo>
                    <a:pt x="295195" y="98057"/>
                  </a:lnTo>
                  <a:lnTo>
                    <a:pt x="297052" y="78740"/>
                  </a:lnTo>
                </a:path>
                <a:path w="334644" h="321944">
                  <a:moveTo>
                    <a:pt x="334263" y="207645"/>
                  </a:moveTo>
                  <a:lnTo>
                    <a:pt x="331912" y="201082"/>
                  </a:lnTo>
                  <a:lnTo>
                    <a:pt x="329072" y="194960"/>
                  </a:lnTo>
                  <a:lnTo>
                    <a:pt x="325780" y="189339"/>
                  </a:lnTo>
                  <a:lnTo>
                    <a:pt x="322071" y="184277"/>
                  </a:lnTo>
                </a:path>
                <a:path w="334644" h="321944">
                  <a:moveTo>
                    <a:pt x="304926" y="294513"/>
                  </a:moveTo>
                  <a:lnTo>
                    <a:pt x="305434" y="290830"/>
                  </a:lnTo>
                  <a:lnTo>
                    <a:pt x="305688" y="287147"/>
                  </a:lnTo>
                  <a:lnTo>
                    <a:pt x="305562" y="283464"/>
                  </a:lnTo>
                </a:path>
                <a:path w="334644" h="321944">
                  <a:moveTo>
                    <a:pt x="226949" y="307467"/>
                  </a:moveTo>
                  <a:lnTo>
                    <a:pt x="228600" y="312547"/>
                  </a:lnTo>
                  <a:lnTo>
                    <a:pt x="230758" y="317246"/>
                  </a:lnTo>
                  <a:lnTo>
                    <a:pt x="233299" y="321564"/>
                  </a:lnTo>
                </a:path>
                <a:path w="334644" h="321944">
                  <a:moveTo>
                    <a:pt x="168528" y="300736"/>
                  </a:moveTo>
                  <a:lnTo>
                    <a:pt x="169163" y="304927"/>
                  </a:lnTo>
                  <a:lnTo>
                    <a:pt x="170179" y="308991"/>
                  </a:lnTo>
                  <a:lnTo>
                    <a:pt x="171576" y="312928"/>
                  </a:lnTo>
                </a:path>
                <a:path w="334644" h="321944">
                  <a:moveTo>
                    <a:pt x="99822" y="296545"/>
                  </a:moveTo>
                  <a:lnTo>
                    <a:pt x="103885" y="293243"/>
                  </a:lnTo>
                  <a:lnTo>
                    <a:pt x="107568" y="289306"/>
                  </a:lnTo>
                  <a:lnTo>
                    <a:pt x="110870" y="284734"/>
                  </a:lnTo>
                </a:path>
                <a:path w="334644" h="321944">
                  <a:moveTo>
                    <a:pt x="16637" y="203835"/>
                  </a:moveTo>
                  <a:lnTo>
                    <a:pt x="15747" y="207899"/>
                  </a:lnTo>
                  <a:lnTo>
                    <a:pt x="15112" y="212090"/>
                  </a:lnTo>
                  <a:lnTo>
                    <a:pt x="14731" y="21628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1851660" y="2651759"/>
              <a:ext cx="114300" cy="29209"/>
            </a:xfrm>
            <a:custGeom>
              <a:avLst/>
              <a:gdLst/>
              <a:ahLst/>
              <a:cxnLst/>
              <a:rect l="l" t="t" r="r" b="b"/>
              <a:pathLst>
                <a:path w="114300" h="29210">
                  <a:moveTo>
                    <a:pt x="75437" y="0"/>
                  </a:moveTo>
                  <a:lnTo>
                    <a:pt x="75437" y="7238"/>
                  </a:lnTo>
                  <a:lnTo>
                    <a:pt x="0" y="7238"/>
                  </a:lnTo>
                  <a:lnTo>
                    <a:pt x="0" y="21716"/>
                  </a:lnTo>
                  <a:lnTo>
                    <a:pt x="75437" y="21716"/>
                  </a:lnTo>
                  <a:lnTo>
                    <a:pt x="75437" y="28955"/>
                  </a:lnTo>
                  <a:lnTo>
                    <a:pt x="114300" y="14477"/>
                  </a:lnTo>
                  <a:lnTo>
                    <a:pt x="75437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851660" y="2651759"/>
              <a:ext cx="114300" cy="29209"/>
            </a:xfrm>
            <a:custGeom>
              <a:avLst/>
              <a:gdLst/>
              <a:ahLst/>
              <a:cxnLst/>
              <a:rect l="l" t="t" r="r" b="b"/>
              <a:pathLst>
                <a:path w="114300" h="29210">
                  <a:moveTo>
                    <a:pt x="0" y="7238"/>
                  </a:moveTo>
                  <a:lnTo>
                    <a:pt x="75437" y="7238"/>
                  </a:lnTo>
                  <a:lnTo>
                    <a:pt x="75437" y="0"/>
                  </a:lnTo>
                  <a:lnTo>
                    <a:pt x="114300" y="14477"/>
                  </a:lnTo>
                  <a:lnTo>
                    <a:pt x="75437" y="28955"/>
                  </a:lnTo>
                  <a:lnTo>
                    <a:pt x="75437" y="21716"/>
                  </a:lnTo>
                  <a:lnTo>
                    <a:pt x="0" y="21716"/>
                  </a:lnTo>
                  <a:lnTo>
                    <a:pt x="0" y="7238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1852422" y="2855213"/>
              <a:ext cx="457200" cy="283845"/>
            </a:xfrm>
            <a:custGeom>
              <a:avLst/>
              <a:gdLst/>
              <a:ahLst/>
              <a:cxnLst/>
              <a:rect l="l" t="t" r="r" b="b"/>
              <a:pathLst>
                <a:path w="457200" h="283844">
                  <a:moveTo>
                    <a:pt x="457200" y="0"/>
                  </a:moveTo>
                  <a:lnTo>
                    <a:pt x="0" y="0"/>
                  </a:lnTo>
                  <a:lnTo>
                    <a:pt x="0" y="283463"/>
                  </a:lnTo>
                  <a:lnTo>
                    <a:pt x="457200" y="283463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1852422" y="2855213"/>
              <a:ext cx="457200" cy="283845"/>
            </a:xfrm>
            <a:custGeom>
              <a:avLst/>
              <a:gdLst/>
              <a:ahLst/>
              <a:cxnLst/>
              <a:rect l="l" t="t" r="r" b="b"/>
              <a:pathLst>
                <a:path w="457200" h="283844">
                  <a:moveTo>
                    <a:pt x="0" y="283463"/>
                  </a:moveTo>
                  <a:lnTo>
                    <a:pt x="457200" y="283463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283463"/>
                  </a:lnTo>
                  <a:close/>
                </a:path>
              </a:pathLst>
            </a:custGeom>
            <a:ln w="38100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1424305" y="3401059"/>
              <a:ext cx="41275" cy="98425"/>
            </a:xfrm>
            <a:custGeom>
              <a:avLst/>
              <a:gdLst/>
              <a:ahLst/>
              <a:cxnLst/>
              <a:rect l="l" t="t" r="r" b="b"/>
              <a:pathLst>
                <a:path w="41275" h="98425">
                  <a:moveTo>
                    <a:pt x="23622" y="1016"/>
                  </a:moveTo>
                  <a:lnTo>
                    <a:pt x="22606" y="0"/>
                  </a:lnTo>
                  <a:lnTo>
                    <a:pt x="20066" y="0"/>
                  </a:lnTo>
                  <a:lnTo>
                    <a:pt x="19050" y="1016"/>
                  </a:lnTo>
                  <a:lnTo>
                    <a:pt x="19050" y="3556"/>
                  </a:lnTo>
                  <a:lnTo>
                    <a:pt x="20066" y="4572"/>
                  </a:lnTo>
                  <a:lnTo>
                    <a:pt x="22606" y="4572"/>
                  </a:lnTo>
                  <a:lnTo>
                    <a:pt x="23622" y="3556"/>
                  </a:lnTo>
                  <a:lnTo>
                    <a:pt x="23622" y="2286"/>
                  </a:lnTo>
                  <a:lnTo>
                    <a:pt x="23622" y="1016"/>
                  </a:lnTo>
                  <a:close/>
                </a:path>
                <a:path w="41275" h="98425">
                  <a:moveTo>
                    <a:pt x="41021" y="85725"/>
                  </a:moveTo>
                  <a:lnTo>
                    <a:pt x="40627" y="82931"/>
                  </a:lnTo>
                  <a:lnTo>
                    <a:pt x="40513" y="82042"/>
                  </a:lnTo>
                  <a:lnTo>
                    <a:pt x="37846" y="80010"/>
                  </a:lnTo>
                  <a:lnTo>
                    <a:pt x="36957" y="79375"/>
                  </a:lnTo>
                  <a:lnTo>
                    <a:pt x="35941" y="78994"/>
                  </a:lnTo>
                  <a:lnTo>
                    <a:pt x="34925" y="78994"/>
                  </a:lnTo>
                  <a:lnTo>
                    <a:pt x="34925" y="76073"/>
                  </a:lnTo>
                  <a:lnTo>
                    <a:pt x="33362" y="74676"/>
                  </a:lnTo>
                  <a:lnTo>
                    <a:pt x="32512" y="73914"/>
                  </a:lnTo>
                  <a:lnTo>
                    <a:pt x="28575" y="73914"/>
                  </a:lnTo>
                  <a:lnTo>
                    <a:pt x="27686" y="74168"/>
                  </a:lnTo>
                  <a:lnTo>
                    <a:pt x="26797" y="74676"/>
                  </a:lnTo>
                  <a:lnTo>
                    <a:pt x="26289" y="73152"/>
                  </a:lnTo>
                  <a:lnTo>
                    <a:pt x="25781" y="71628"/>
                  </a:lnTo>
                  <a:lnTo>
                    <a:pt x="22352" y="69850"/>
                  </a:lnTo>
                  <a:lnTo>
                    <a:pt x="21336" y="70129"/>
                  </a:lnTo>
                  <a:lnTo>
                    <a:pt x="21336" y="95885"/>
                  </a:lnTo>
                  <a:lnTo>
                    <a:pt x="21209" y="95885"/>
                  </a:lnTo>
                  <a:lnTo>
                    <a:pt x="21336" y="95885"/>
                  </a:lnTo>
                  <a:lnTo>
                    <a:pt x="21336" y="70129"/>
                  </a:lnTo>
                  <a:lnTo>
                    <a:pt x="19050" y="70739"/>
                  </a:lnTo>
                  <a:lnTo>
                    <a:pt x="17780" y="71120"/>
                  </a:lnTo>
                  <a:lnTo>
                    <a:pt x="16510" y="72009"/>
                  </a:lnTo>
                  <a:lnTo>
                    <a:pt x="15748" y="73152"/>
                  </a:lnTo>
                  <a:lnTo>
                    <a:pt x="12446" y="71247"/>
                  </a:lnTo>
                  <a:lnTo>
                    <a:pt x="8001" y="72263"/>
                  </a:lnTo>
                  <a:lnTo>
                    <a:pt x="6096" y="75438"/>
                  </a:lnTo>
                  <a:lnTo>
                    <a:pt x="3619" y="75438"/>
                  </a:lnTo>
                  <a:lnTo>
                    <a:pt x="1778" y="76708"/>
                  </a:lnTo>
                  <a:lnTo>
                    <a:pt x="1498" y="78994"/>
                  </a:lnTo>
                  <a:lnTo>
                    <a:pt x="1435" y="80010"/>
                  </a:lnTo>
                  <a:lnTo>
                    <a:pt x="1778" y="81026"/>
                  </a:lnTo>
                  <a:lnTo>
                    <a:pt x="2540" y="81788"/>
                  </a:lnTo>
                  <a:lnTo>
                    <a:pt x="635" y="82931"/>
                  </a:lnTo>
                  <a:lnTo>
                    <a:pt x="0" y="85217"/>
                  </a:lnTo>
                  <a:lnTo>
                    <a:pt x="1778" y="88011"/>
                  </a:lnTo>
                  <a:lnTo>
                    <a:pt x="2921" y="88785"/>
                  </a:lnTo>
                  <a:lnTo>
                    <a:pt x="4178" y="88785"/>
                  </a:lnTo>
                  <a:lnTo>
                    <a:pt x="3886" y="91313"/>
                  </a:lnTo>
                  <a:lnTo>
                    <a:pt x="3810" y="92075"/>
                  </a:lnTo>
                  <a:lnTo>
                    <a:pt x="6096" y="94996"/>
                  </a:lnTo>
                  <a:lnTo>
                    <a:pt x="10375" y="95631"/>
                  </a:lnTo>
                  <a:lnTo>
                    <a:pt x="11861" y="95631"/>
                  </a:lnTo>
                  <a:lnTo>
                    <a:pt x="13462" y="94742"/>
                  </a:lnTo>
                  <a:lnTo>
                    <a:pt x="14732" y="97028"/>
                  </a:lnTo>
                  <a:lnTo>
                    <a:pt x="17653" y="97790"/>
                  </a:lnTo>
                  <a:lnTo>
                    <a:pt x="20307" y="96520"/>
                  </a:lnTo>
                  <a:lnTo>
                    <a:pt x="21539" y="96520"/>
                  </a:lnTo>
                  <a:lnTo>
                    <a:pt x="22225" y="97790"/>
                  </a:lnTo>
                  <a:lnTo>
                    <a:pt x="24638" y="98425"/>
                  </a:lnTo>
                  <a:lnTo>
                    <a:pt x="26543" y="97536"/>
                  </a:lnTo>
                  <a:lnTo>
                    <a:pt x="27178" y="97282"/>
                  </a:lnTo>
                  <a:lnTo>
                    <a:pt x="27508" y="97028"/>
                  </a:lnTo>
                  <a:lnTo>
                    <a:pt x="27940" y="96520"/>
                  </a:lnTo>
                  <a:lnTo>
                    <a:pt x="29591" y="98171"/>
                  </a:lnTo>
                  <a:lnTo>
                    <a:pt x="32385" y="98425"/>
                  </a:lnTo>
                  <a:lnTo>
                    <a:pt x="34747" y="96520"/>
                  </a:lnTo>
                  <a:lnTo>
                    <a:pt x="34874" y="96520"/>
                  </a:lnTo>
                  <a:lnTo>
                    <a:pt x="35293" y="95885"/>
                  </a:lnTo>
                  <a:lnTo>
                    <a:pt x="35471" y="95631"/>
                  </a:lnTo>
                  <a:lnTo>
                    <a:pt x="35687" y="94996"/>
                  </a:lnTo>
                  <a:lnTo>
                    <a:pt x="35750" y="94742"/>
                  </a:lnTo>
                  <a:lnTo>
                    <a:pt x="35814" y="94488"/>
                  </a:lnTo>
                  <a:lnTo>
                    <a:pt x="38354" y="93853"/>
                  </a:lnTo>
                  <a:lnTo>
                    <a:pt x="39878" y="91313"/>
                  </a:lnTo>
                  <a:lnTo>
                    <a:pt x="39243" y="88785"/>
                  </a:lnTo>
                  <a:lnTo>
                    <a:pt x="39116" y="88392"/>
                  </a:lnTo>
                  <a:lnTo>
                    <a:pt x="38887" y="88392"/>
                  </a:lnTo>
                  <a:lnTo>
                    <a:pt x="41021" y="85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424305" y="3264280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9"/>
                  </a:moveTo>
                  <a:lnTo>
                    <a:pt x="3809" y="228854"/>
                  </a:lnTo>
                  <a:lnTo>
                    <a:pt x="6095" y="231775"/>
                  </a:lnTo>
                  <a:lnTo>
                    <a:pt x="9525" y="232283"/>
                  </a:lnTo>
                  <a:lnTo>
                    <a:pt x="10921" y="232410"/>
                  </a:lnTo>
                  <a:lnTo>
                    <a:pt x="12318" y="232156"/>
                  </a:lnTo>
                  <a:lnTo>
                    <a:pt x="13461" y="231521"/>
                  </a:lnTo>
                  <a:lnTo>
                    <a:pt x="14731" y="233807"/>
                  </a:lnTo>
                  <a:lnTo>
                    <a:pt x="21208" y="232664"/>
                  </a:lnTo>
                  <a:lnTo>
                    <a:pt x="22225" y="234569"/>
                  </a:lnTo>
                  <a:lnTo>
                    <a:pt x="24637" y="235204"/>
                  </a:lnTo>
                  <a:lnTo>
                    <a:pt x="26542" y="234315"/>
                  </a:lnTo>
                  <a:lnTo>
                    <a:pt x="27178" y="234061"/>
                  </a:lnTo>
                  <a:lnTo>
                    <a:pt x="27685" y="233680"/>
                  </a:lnTo>
                  <a:lnTo>
                    <a:pt x="27939" y="233299"/>
                  </a:lnTo>
                  <a:lnTo>
                    <a:pt x="29590" y="234950"/>
                  </a:lnTo>
                  <a:lnTo>
                    <a:pt x="35813" y="231267"/>
                  </a:lnTo>
                  <a:lnTo>
                    <a:pt x="38353" y="230632"/>
                  </a:lnTo>
                  <a:lnTo>
                    <a:pt x="39878" y="228092"/>
                  </a:lnTo>
                  <a:lnTo>
                    <a:pt x="39242" y="225552"/>
                  </a:lnTo>
                  <a:lnTo>
                    <a:pt x="39115" y="225425"/>
                  </a:lnTo>
                  <a:lnTo>
                    <a:pt x="39115" y="225171"/>
                  </a:lnTo>
                  <a:lnTo>
                    <a:pt x="38988" y="225044"/>
                  </a:lnTo>
                  <a:lnTo>
                    <a:pt x="41020" y="222504"/>
                  </a:lnTo>
                  <a:lnTo>
                    <a:pt x="40512" y="218821"/>
                  </a:lnTo>
                  <a:lnTo>
                    <a:pt x="37845" y="216789"/>
                  </a:lnTo>
                  <a:lnTo>
                    <a:pt x="36956" y="216154"/>
                  </a:lnTo>
                  <a:lnTo>
                    <a:pt x="35940" y="215773"/>
                  </a:lnTo>
                  <a:lnTo>
                    <a:pt x="34925" y="215646"/>
                  </a:lnTo>
                  <a:lnTo>
                    <a:pt x="34925" y="212852"/>
                  </a:lnTo>
                  <a:lnTo>
                    <a:pt x="32511" y="210693"/>
                  </a:lnTo>
                  <a:lnTo>
                    <a:pt x="29590" y="210693"/>
                  </a:lnTo>
                  <a:lnTo>
                    <a:pt x="28575" y="210693"/>
                  </a:lnTo>
                  <a:lnTo>
                    <a:pt x="27685" y="210947"/>
                  </a:lnTo>
                  <a:lnTo>
                    <a:pt x="26796" y="211455"/>
                  </a:lnTo>
                  <a:lnTo>
                    <a:pt x="25781" y="208407"/>
                  </a:lnTo>
                  <a:lnTo>
                    <a:pt x="22351" y="206629"/>
                  </a:lnTo>
                  <a:lnTo>
                    <a:pt x="19050" y="207518"/>
                  </a:lnTo>
                  <a:lnTo>
                    <a:pt x="17779" y="207899"/>
                  </a:lnTo>
                  <a:lnTo>
                    <a:pt x="16509" y="208788"/>
                  </a:lnTo>
                  <a:lnTo>
                    <a:pt x="15747" y="209931"/>
                  </a:lnTo>
                  <a:lnTo>
                    <a:pt x="12445" y="208026"/>
                  </a:lnTo>
                  <a:lnTo>
                    <a:pt x="8000" y="209042"/>
                  </a:lnTo>
                  <a:lnTo>
                    <a:pt x="6095" y="212217"/>
                  </a:lnTo>
                  <a:lnTo>
                    <a:pt x="3809" y="212090"/>
                  </a:lnTo>
                  <a:lnTo>
                    <a:pt x="1778" y="213487"/>
                  </a:lnTo>
                  <a:lnTo>
                    <a:pt x="1523" y="215646"/>
                  </a:lnTo>
                  <a:lnTo>
                    <a:pt x="1396" y="216662"/>
                  </a:lnTo>
                  <a:lnTo>
                    <a:pt x="1778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2" y="223774"/>
                  </a:lnTo>
                  <a:lnTo>
                    <a:pt x="1778" y="224790"/>
                  </a:lnTo>
                  <a:lnTo>
                    <a:pt x="2920" y="225552"/>
                  </a:lnTo>
                  <a:lnTo>
                    <a:pt x="4190" y="225552"/>
                  </a:lnTo>
                  <a:close/>
                </a:path>
                <a:path w="41275" h="235585">
                  <a:moveTo>
                    <a:pt x="23621" y="762"/>
                  </a:moveTo>
                  <a:lnTo>
                    <a:pt x="23621" y="381"/>
                  </a:lnTo>
                  <a:lnTo>
                    <a:pt x="23240" y="0"/>
                  </a:lnTo>
                  <a:lnTo>
                    <a:pt x="22859" y="0"/>
                  </a:lnTo>
                  <a:lnTo>
                    <a:pt x="22351" y="0"/>
                  </a:lnTo>
                  <a:lnTo>
                    <a:pt x="22097" y="381"/>
                  </a:lnTo>
                  <a:lnTo>
                    <a:pt x="22097" y="762"/>
                  </a:lnTo>
                  <a:lnTo>
                    <a:pt x="22097" y="1143"/>
                  </a:lnTo>
                  <a:lnTo>
                    <a:pt x="22351" y="1524"/>
                  </a:lnTo>
                  <a:lnTo>
                    <a:pt x="22859" y="1524"/>
                  </a:lnTo>
                  <a:lnTo>
                    <a:pt x="23240" y="1524"/>
                  </a:lnTo>
                  <a:lnTo>
                    <a:pt x="23621" y="1143"/>
                  </a:lnTo>
                  <a:lnTo>
                    <a:pt x="23621" y="762"/>
                  </a:lnTo>
                  <a:close/>
                </a:path>
                <a:path w="41275" h="235585">
                  <a:moveTo>
                    <a:pt x="23621" y="69088"/>
                  </a:moveTo>
                  <a:lnTo>
                    <a:pt x="23621" y="68326"/>
                  </a:lnTo>
                  <a:lnTo>
                    <a:pt x="22859" y="67564"/>
                  </a:lnTo>
                  <a:lnTo>
                    <a:pt x="22097" y="67564"/>
                  </a:lnTo>
                  <a:lnTo>
                    <a:pt x="21208" y="67564"/>
                  </a:lnTo>
                  <a:lnTo>
                    <a:pt x="20573" y="68326"/>
                  </a:lnTo>
                  <a:lnTo>
                    <a:pt x="20573" y="69088"/>
                  </a:lnTo>
                  <a:lnTo>
                    <a:pt x="20573" y="69977"/>
                  </a:lnTo>
                  <a:lnTo>
                    <a:pt x="21208" y="70612"/>
                  </a:lnTo>
                  <a:lnTo>
                    <a:pt x="22097" y="70612"/>
                  </a:lnTo>
                  <a:lnTo>
                    <a:pt x="22859" y="70612"/>
                  </a:lnTo>
                  <a:lnTo>
                    <a:pt x="23621" y="69977"/>
                  </a:lnTo>
                  <a:lnTo>
                    <a:pt x="23621" y="69088"/>
                  </a:lnTo>
                  <a:close/>
                </a:path>
                <a:path w="41275" h="235585">
                  <a:moveTo>
                    <a:pt x="23621" y="139065"/>
                  </a:moveTo>
                  <a:lnTo>
                    <a:pt x="23621" y="137795"/>
                  </a:lnTo>
                  <a:lnTo>
                    <a:pt x="22606" y="136779"/>
                  </a:lnTo>
                  <a:lnTo>
                    <a:pt x="21335" y="136779"/>
                  </a:lnTo>
                  <a:lnTo>
                    <a:pt x="20065" y="136779"/>
                  </a:lnTo>
                  <a:lnTo>
                    <a:pt x="19050" y="137795"/>
                  </a:lnTo>
                  <a:lnTo>
                    <a:pt x="19050" y="139065"/>
                  </a:lnTo>
                  <a:lnTo>
                    <a:pt x="19050" y="140335"/>
                  </a:lnTo>
                  <a:lnTo>
                    <a:pt x="20065" y="141351"/>
                  </a:lnTo>
                  <a:lnTo>
                    <a:pt x="21335" y="141351"/>
                  </a:lnTo>
                  <a:lnTo>
                    <a:pt x="22606" y="141351"/>
                  </a:lnTo>
                  <a:lnTo>
                    <a:pt x="23621" y="140335"/>
                  </a:lnTo>
                  <a:lnTo>
                    <a:pt x="23621" y="139065"/>
                  </a:lnTo>
                  <a:close/>
                </a:path>
                <a:path w="41275" h="235585">
                  <a:moveTo>
                    <a:pt x="4953" y="218186"/>
                  </a:moveTo>
                  <a:lnTo>
                    <a:pt x="4190" y="218186"/>
                  </a:lnTo>
                  <a:lnTo>
                    <a:pt x="3301" y="218313"/>
                  </a:lnTo>
                  <a:lnTo>
                    <a:pt x="2666" y="218694"/>
                  </a:lnTo>
                </a:path>
                <a:path w="41275" h="235585">
                  <a:moveTo>
                    <a:pt x="6984" y="212725"/>
                  </a:moveTo>
                  <a:lnTo>
                    <a:pt x="6603" y="212598"/>
                  </a:lnTo>
                  <a:lnTo>
                    <a:pt x="6350" y="212471"/>
                  </a:lnTo>
                  <a:lnTo>
                    <a:pt x="5968" y="212471"/>
                  </a:lnTo>
                </a:path>
                <a:path w="41275" h="235585">
                  <a:moveTo>
                    <a:pt x="15747" y="210058"/>
                  </a:moveTo>
                  <a:lnTo>
                    <a:pt x="15493" y="210312"/>
                  </a:lnTo>
                  <a:lnTo>
                    <a:pt x="15239" y="210693"/>
                  </a:lnTo>
                  <a:lnTo>
                    <a:pt x="15112" y="211074"/>
                  </a:lnTo>
                </a:path>
                <a:path w="41275" h="235585">
                  <a:moveTo>
                    <a:pt x="27050" y="212725"/>
                  </a:moveTo>
                  <a:lnTo>
                    <a:pt x="27050" y="212344"/>
                  </a:lnTo>
                  <a:lnTo>
                    <a:pt x="26923" y="211963"/>
                  </a:lnTo>
                  <a:lnTo>
                    <a:pt x="26796" y="211582"/>
                  </a:lnTo>
                </a:path>
                <a:path w="41275" h="235585">
                  <a:moveTo>
                    <a:pt x="31876" y="220218"/>
                  </a:moveTo>
                  <a:lnTo>
                    <a:pt x="33781" y="219456"/>
                  </a:lnTo>
                  <a:lnTo>
                    <a:pt x="34925" y="217678"/>
                  </a:lnTo>
                  <a:lnTo>
                    <a:pt x="34925" y="215773"/>
                  </a:lnTo>
                </a:path>
                <a:path w="41275" h="235585">
                  <a:moveTo>
                    <a:pt x="38988" y="225044"/>
                  </a:moveTo>
                  <a:lnTo>
                    <a:pt x="38734" y="224409"/>
                  </a:lnTo>
                  <a:lnTo>
                    <a:pt x="38226" y="223774"/>
                  </a:lnTo>
                  <a:lnTo>
                    <a:pt x="37591" y="223393"/>
                  </a:lnTo>
                </a:path>
                <a:path w="41275" h="235585">
                  <a:moveTo>
                    <a:pt x="35813" y="231394"/>
                  </a:moveTo>
                  <a:lnTo>
                    <a:pt x="35813" y="231140"/>
                  </a:lnTo>
                  <a:lnTo>
                    <a:pt x="35813" y="230886"/>
                  </a:lnTo>
                  <a:lnTo>
                    <a:pt x="35813" y="230632"/>
                  </a:lnTo>
                </a:path>
                <a:path w="41275" h="235585">
                  <a:moveTo>
                    <a:pt x="27304" y="232283"/>
                  </a:moveTo>
                  <a:lnTo>
                    <a:pt x="27431" y="232664"/>
                  </a:lnTo>
                  <a:lnTo>
                    <a:pt x="27685" y="233045"/>
                  </a:lnTo>
                  <a:lnTo>
                    <a:pt x="27939" y="233299"/>
                  </a:lnTo>
                </a:path>
                <a:path w="41275" h="235585">
                  <a:moveTo>
                    <a:pt x="20954" y="231775"/>
                  </a:moveTo>
                  <a:lnTo>
                    <a:pt x="20954" y="232156"/>
                  </a:lnTo>
                  <a:lnTo>
                    <a:pt x="21081" y="232410"/>
                  </a:lnTo>
                  <a:lnTo>
                    <a:pt x="21335" y="232664"/>
                  </a:lnTo>
                </a:path>
                <a:path w="41275" h="235585">
                  <a:moveTo>
                    <a:pt x="13461" y="231521"/>
                  </a:moveTo>
                  <a:lnTo>
                    <a:pt x="13969" y="231267"/>
                  </a:lnTo>
                  <a:lnTo>
                    <a:pt x="14350" y="231013"/>
                  </a:lnTo>
                  <a:lnTo>
                    <a:pt x="14604" y="230632"/>
                  </a:lnTo>
                </a:path>
                <a:path w="41275" h="235585">
                  <a:moveTo>
                    <a:pt x="4444" y="224790"/>
                  </a:moveTo>
                  <a:lnTo>
                    <a:pt x="4317" y="225044"/>
                  </a:lnTo>
                  <a:lnTo>
                    <a:pt x="4317" y="225425"/>
                  </a:lnTo>
                  <a:lnTo>
                    <a:pt x="4190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1451737" y="3429761"/>
              <a:ext cx="93345" cy="186055"/>
            </a:xfrm>
            <a:custGeom>
              <a:avLst/>
              <a:gdLst/>
              <a:ahLst/>
              <a:cxnLst/>
              <a:rect l="l" t="t" r="r" b="b"/>
              <a:pathLst>
                <a:path w="93344" h="186054">
                  <a:moveTo>
                    <a:pt x="39497" y="172859"/>
                  </a:moveTo>
                  <a:lnTo>
                    <a:pt x="39103" y="170053"/>
                  </a:lnTo>
                  <a:lnTo>
                    <a:pt x="38989" y="169164"/>
                  </a:lnTo>
                  <a:lnTo>
                    <a:pt x="36449" y="167144"/>
                  </a:lnTo>
                  <a:lnTo>
                    <a:pt x="35560" y="166509"/>
                  </a:lnTo>
                  <a:lnTo>
                    <a:pt x="34671" y="166116"/>
                  </a:lnTo>
                  <a:lnTo>
                    <a:pt x="33655" y="166116"/>
                  </a:lnTo>
                  <a:lnTo>
                    <a:pt x="33655" y="163207"/>
                  </a:lnTo>
                  <a:lnTo>
                    <a:pt x="32092" y="161798"/>
                  </a:lnTo>
                  <a:lnTo>
                    <a:pt x="31242" y="161036"/>
                  </a:lnTo>
                  <a:lnTo>
                    <a:pt x="27559" y="161036"/>
                  </a:lnTo>
                  <a:lnTo>
                    <a:pt x="26670" y="161290"/>
                  </a:lnTo>
                  <a:lnTo>
                    <a:pt x="25781" y="161798"/>
                  </a:lnTo>
                  <a:lnTo>
                    <a:pt x="25336" y="160274"/>
                  </a:lnTo>
                  <a:lnTo>
                    <a:pt x="25069" y="159385"/>
                  </a:lnTo>
                  <a:lnTo>
                    <a:pt x="24993" y="159131"/>
                  </a:lnTo>
                  <a:lnTo>
                    <a:pt x="24892" y="158750"/>
                  </a:lnTo>
                  <a:lnTo>
                    <a:pt x="21590" y="156984"/>
                  </a:lnTo>
                  <a:lnTo>
                    <a:pt x="16560" y="158369"/>
                  </a:lnTo>
                  <a:lnTo>
                    <a:pt x="16852" y="158369"/>
                  </a:lnTo>
                  <a:lnTo>
                    <a:pt x="15875" y="159131"/>
                  </a:lnTo>
                  <a:lnTo>
                    <a:pt x="15113" y="160274"/>
                  </a:lnTo>
                  <a:lnTo>
                    <a:pt x="11938" y="158369"/>
                  </a:lnTo>
                  <a:lnTo>
                    <a:pt x="7747" y="159385"/>
                  </a:lnTo>
                  <a:lnTo>
                    <a:pt x="5842" y="162560"/>
                  </a:lnTo>
                  <a:lnTo>
                    <a:pt x="3505" y="162560"/>
                  </a:lnTo>
                  <a:lnTo>
                    <a:pt x="1778" y="163830"/>
                  </a:lnTo>
                  <a:lnTo>
                    <a:pt x="1498" y="166116"/>
                  </a:lnTo>
                  <a:lnTo>
                    <a:pt x="1435" y="167144"/>
                  </a:lnTo>
                  <a:lnTo>
                    <a:pt x="1778" y="168148"/>
                  </a:lnTo>
                  <a:lnTo>
                    <a:pt x="2540" y="168910"/>
                  </a:lnTo>
                  <a:lnTo>
                    <a:pt x="635" y="170053"/>
                  </a:lnTo>
                  <a:lnTo>
                    <a:pt x="0" y="172339"/>
                  </a:lnTo>
                  <a:lnTo>
                    <a:pt x="1778" y="175145"/>
                  </a:lnTo>
                  <a:lnTo>
                    <a:pt x="2794" y="175907"/>
                  </a:lnTo>
                  <a:lnTo>
                    <a:pt x="4051" y="175907"/>
                  </a:lnTo>
                  <a:lnTo>
                    <a:pt x="3759" y="178435"/>
                  </a:lnTo>
                  <a:lnTo>
                    <a:pt x="3683" y="179197"/>
                  </a:lnTo>
                  <a:lnTo>
                    <a:pt x="5969" y="182118"/>
                  </a:lnTo>
                  <a:lnTo>
                    <a:pt x="9931" y="182753"/>
                  </a:lnTo>
                  <a:lnTo>
                    <a:pt x="11353" y="182753"/>
                  </a:lnTo>
                  <a:lnTo>
                    <a:pt x="12954" y="181864"/>
                  </a:lnTo>
                  <a:lnTo>
                    <a:pt x="14224" y="184150"/>
                  </a:lnTo>
                  <a:lnTo>
                    <a:pt x="17018" y="184912"/>
                  </a:lnTo>
                  <a:lnTo>
                    <a:pt x="19304" y="183769"/>
                  </a:lnTo>
                  <a:lnTo>
                    <a:pt x="20447" y="183007"/>
                  </a:lnTo>
                  <a:lnTo>
                    <a:pt x="21336" y="184912"/>
                  </a:lnTo>
                  <a:lnTo>
                    <a:pt x="23749" y="185547"/>
                  </a:lnTo>
                  <a:lnTo>
                    <a:pt x="26162" y="184404"/>
                  </a:lnTo>
                  <a:lnTo>
                    <a:pt x="26797" y="183769"/>
                  </a:lnTo>
                  <a:lnTo>
                    <a:pt x="27038" y="183769"/>
                  </a:lnTo>
                  <a:lnTo>
                    <a:pt x="28448" y="185293"/>
                  </a:lnTo>
                  <a:lnTo>
                    <a:pt x="31242" y="185547"/>
                  </a:lnTo>
                  <a:lnTo>
                    <a:pt x="33324" y="183769"/>
                  </a:lnTo>
                  <a:lnTo>
                    <a:pt x="33782" y="183388"/>
                  </a:lnTo>
                  <a:lnTo>
                    <a:pt x="34036" y="183007"/>
                  </a:lnTo>
                  <a:lnTo>
                    <a:pt x="34201" y="182753"/>
                  </a:lnTo>
                  <a:lnTo>
                    <a:pt x="34353" y="182118"/>
                  </a:lnTo>
                  <a:lnTo>
                    <a:pt x="34378" y="181864"/>
                  </a:lnTo>
                  <a:lnTo>
                    <a:pt x="34417" y="181610"/>
                  </a:lnTo>
                  <a:lnTo>
                    <a:pt x="36957" y="180975"/>
                  </a:lnTo>
                  <a:lnTo>
                    <a:pt x="38354" y="178435"/>
                  </a:lnTo>
                  <a:lnTo>
                    <a:pt x="37719" y="175907"/>
                  </a:lnTo>
                  <a:lnTo>
                    <a:pt x="37719" y="175768"/>
                  </a:lnTo>
                  <a:lnTo>
                    <a:pt x="37592" y="175514"/>
                  </a:lnTo>
                  <a:lnTo>
                    <a:pt x="39497" y="172859"/>
                  </a:lnTo>
                  <a:close/>
                </a:path>
                <a:path w="93344" h="186054">
                  <a:moveTo>
                    <a:pt x="49657" y="105029"/>
                  </a:moveTo>
                  <a:lnTo>
                    <a:pt x="48641" y="104013"/>
                  </a:lnTo>
                  <a:lnTo>
                    <a:pt x="46101" y="104013"/>
                  </a:lnTo>
                  <a:lnTo>
                    <a:pt x="45085" y="105029"/>
                  </a:lnTo>
                  <a:lnTo>
                    <a:pt x="45085" y="107569"/>
                  </a:lnTo>
                  <a:lnTo>
                    <a:pt x="46101" y="108585"/>
                  </a:lnTo>
                  <a:lnTo>
                    <a:pt x="48641" y="108585"/>
                  </a:lnTo>
                  <a:lnTo>
                    <a:pt x="49657" y="107569"/>
                  </a:lnTo>
                  <a:lnTo>
                    <a:pt x="49657" y="106299"/>
                  </a:lnTo>
                  <a:lnTo>
                    <a:pt x="49657" y="105029"/>
                  </a:lnTo>
                  <a:close/>
                </a:path>
                <a:path w="93344" h="186054">
                  <a:moveTo>
                    <a:pt x="71628" y="51943"/>
                  </a:moveTo>
                  <a:lnTo>
                    <a:pt x="70993" y="51308"/>
                  </a:lnTo>
                  <a:lnTo>
                    <a:pt x="69342" y="51308"/>
                  </a:lnTo>
                  <a:lnTo>
                    <a:pt x="68580" y="51943"/>
                  </a:lnTo>
                  <a:lnTo>
                    <a:pt x="68580" y="53594"/>
                  </a:lnTo>
                  <a:lnTo>
                    <a:pt x="69342" y="54356"/>
                  </a:lnTo>
                  <a:lnTo>
                    <a:pt x="70993" y="54356"/>
                  </a:lnTo>
                  <a:lnTo>
                    <a:pt x="71628" y="53594"/>
                  </a:lnTo>
                  <a:lnTo>
                    <a:pt x="71628" y="52832"/>
                  </a:lnTo>
                  <a:lnTo>
                    <a:pt x="71628" y="51943"/>
                  </a:lnTo>
                  <a:close/>
                </a:path>
                <a:path w="93344" h="186054">
                  <a:moveTo>
                    <a:pt x="92964" y="254"/>
                  </a:moveTo>
                  <a:lnTo>
                    <a:pt x="92710" y="0"/>
                  </a:lnTo>
                  <a:lnTo>
                    <a:pt x="91821" y="0"/>
                  </a:lnTo>
                  <a:lnTo>
                    <a:pt x="91440" y="254"/>
                  </a:lnTo>
                  <a:lnTo>
                    <a:pt x="91440" y="1143"/>
                  </a:lnTo>
                  <a:lnTo>
                    <a:pt x="91821" y="1524"/>
                  </a:lnTo>
                  <a:lnTo>
                    <a:pt x="92710" y="1524"/>
                  </a:lnTo>
                  <a:lnTo>
                    <a:pt x="92964" y="1143"/>
                  </a:lnTo>
                  <a:lnTo>
                    <a:pt x="92964" y="762"/>
                  </a:lnTo>
                  <a:lnTo>
                    <a:pt x="92964" y="2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1451737" y="3429761"/>
              <a:ext cx="93345" cy="186055"/>
            </a:xfrm>
            <a:custGeom>
              <a:avLst/>
              <a:gdLst/>
              <a:ahLst/>
              <a:cxnLst/>
              <a:rect l="l" t="t" r="r" b="b"/>
              <a:pathLst>
                <a:path w="93344" h="186054">
                  <a:moveTo>
                    <a:pt x="4063" y="176022"/>
                  </a:moveTo>
                  <a:lnTo>
                    <a:pt x="3682" y="179196"/>
                  </a:lnTo>
                  <a:lnTo>
                    <a:pt x="5968" y="182118"/>
                  </a:lnTo>
                  <a:lnTo>
                    <a:pt x="9143" y="182625"/>
                  </a:lnTo>
                  <a:lnTo>
                    <a:pt x="10540" y="182752"/>
                  </a:lnTo>
                  <a:lnTo>
                    <a:pt x="11810" y="182499"/>
                  </a:lnTo>
                  <a:lnTo>
                    <a:pt x="12953" y="181863"/>
                  </a:lnTo>
                  <a:lnTo>
                    <a:pt x="14224" y="184150"/>
                  </a:lnTo>
                  <a:lnTo>
                    <a:pt x="17018" y="184912"/>
                  </a:lnTo>
                  <a:lnTo>
                    <a:pt x="19303" y="183769"/>
                  </a:lnTo>
                  <a:lnTo>
                    <a:pt x="19684" y="183514"/>
                  </a:lnTo>
                  <a:lnTo>
                    <a:pt x="20065" y="183261"/>
                  </a:lnTo>
                  <a:lnTo>
                    <a:pt x="20446" y="183006"/>
                  </a:lnTo>
                  <a:lnTo>
                    <a:pt x="21335" y="184912"/>
                  </a:lnTo>
                  <a:lnTo>
                    <a:pt x="23749" y="185546"/>
                  </a:lnTo>
                  <a:lnTo>
                    <a:pt x="25653" y="184657"/>
                  </a:lnTo>
                  <a:lnTo>
                    <a:pt x="26162" y="184404"/>
                  </a:lnTo>
                  <a:lnTo>
                    <a:pt x="26543" y="184023"/>
                  </a:lnTo>
                  <a:lnTo>
                    <a:pt x="26924" y="183642"/>
                  </a:lnTo>
                  <a:lnTo>
                    <a:pt x="28447" y="185293"/>
                  </a:lnTo>
                  <a:lnTo>
                    <a:pt x="31241" y="185546"/>
                  </a:lnTo>
                  <a:lnTo>
                    <a:pt x="33019" y="184023"/>
                  </a:lnTo>
                  <a:lnTo>
                    <a:pt x="33781" y="183387"/>
                  </a:lnTo>
                  <a:lnTo>
                    <a:pt x="34290" y="182625"/>
                  </a:lnTo>
                  <a:lnTo>
                    <a:pt x="34416" y="181610"/>
                  </a:lnTo>
                  <a:lnTo>
                    <a:pt x="36956" y="180975"/>
                  </a:lnTo>
                  <a:lnTo>
                    <a:pt x="38353" y="178435"/>
                  </a:lnTo>
                  <a:lnTo>
                    <a:pt x="37718" y="175895"/>
                  </a:lnTo>
                  <a:lnTo>
                    <a:pt x="37718" y="175767"/>
                  </a:lnTo>
                  <a:lnTo>
                    <a:pt x="37591" y="175513"/>
                  </a:lnTo>
                  <a:lnTo>
                    <a:pt x="39496" y="172847"/>
                  </a:lnTo>
                  <a:lnTo>
                    <a:pt x="33654" y="165988"/>
                  </a:lnTo>
                  <a:lnTo>
                    <a:pt x="33654" y="163195"/>
                  </a:lnTo>
                  <a:lnTo>
                    <a:pt x="31241" y="161036"/>
                  </a:lnTo>
                  <a:lnTo>
                    <a:pt x="28447" y="161036"/>
                  </a:lnTo>
                  <a:lnTo>
                    <a:pt x="27559" y="161036"/>
                  </a:lnTo>
                  <a:lnTo>
                    <a:pt x="26669" y="161289"/>
                  </a:lnTo>
                  <a:lnTo>
                    <a:pt x="25781" y="161798"/>
                  </a:lnTo>
                  <a:lnTo>
                    <a:pt x="24891" y="158750"/>
                  </a:lnTo>
                  <a:lnTo>
                    <a:pt x="21590" y="156972"/>
                  </a:lnTo>
                  <a:lnTo>
                    <a:pt x="18415" y="157861"/>
                  </a:lnTo>
                  <a:lnTo>
                    <a:pt x="17018" y="158241"/>
                  </a:lnTo>
                  <a:lnTo>
                    <a:pt x="15875" y="159130"/>
                  </a:lnTo>
                  <a:lnTo>
                    <a:pt x="15112" y="160274"/>
                  </a:lnTo>
                  <a:lnTo>
                    <a:pt x="11937" y="158368"/>
                  </a:lnTo>
                  <a:lnTo>
                    <a:pt x="7746" y="159385"/>
                  </a:lnTo>
                  <a:lnTo>
                    <a:pt x="5841" y="162560"/>
                  </a:lnTo>
                  <a:lnTo>
                    <a:pt x="3682" y="162433"/>
                  </a:lnTo>
                  <a:lnTo>
                    <a:pt x="1778" y="163829"/>
                  </a:lnTo>
                  <a:lnTo>
                    <a:pt x="1524" y="165988"/>
                  </a:lnTo>
                  <a:lnTo>
                    <a:pt x="1396" y="167004"/>
                  </a:lnTo>
                  <a:lnTo>
                    <a:pt x="1778" y="168148"/>
                  </a:lnTo>
                  <a:lnTo>
                    <a:pt x="2540" y="168910"/>
                  </a:lnTo>
                  <a:lnTo>
                    <a:pt x="634" y="170052"/>
                  </a:lnTo>
                  <a:lnTo>
                    <a:pt x="0" y="172338"/>
                  </a:lnTo>
                  <a:lnTo>
                    <a:pt x="1143" y="174116"/>
                  </a:lnTo>
                  <a:lnTo>
                    <a:pt x="1778" y="175133"/>
                  </a:lnTo>
                  <a:lnTo>
                    <a:pt x="2793" y="175895"/>
                  </a:lnTo>
                  <a:lnTo>
                    <a:pt x="4063" y="175895"/>
                  </a:lnTo>
                  <a:close/>
                </a:path>
                <a:path w="93344" h="186054">
                  <a:moveTo>
                    <a:pt x="92963" y="762"/>
                  </a:moveTo>
                  <a:lnTo>
                    <a:pt x="92963" y="253"/>
                  </a:lnTo>
                  <a:lnTo>
                    <a:pt x="92709" y="0"/>
                  </a:lnTo>
                  <a:lnTo>
                    <a:pt x="92201" y="0"/>
                  </a:lnTo>
                  <a:lnTo>
                    <a:pt x="91821" y="0"/>
                  </a:lnTo>
                  <a:lnTo>
                    <a:pt x="91440" y="253"/>
                  </a:lnTo>
                  <a:lnTo>
                    <a:pt x="91440" y="762"/>
                  </a:lnTo>
                  <a:lnTo>
                    <a:pt x="91440" y="1142"/>
                  </a:lnTo>
                  <a:lnTo>
                    <a:pt x="91821" y="1524"/>
                  </a:lnTo>
                  <a:lnTo>
                    <a:pt x="92201" y="1524"/>
                  </a:lnTo>
                  <a:lnTo>
                    <a:pt x="92709" y="1524"/>
                  </a:lnTo>
                  <a:lnTo>
                    <a:pt x="92963" y="1142"/>
                  </a:lnTo>
                  <a:lnTo>
                    <a:pt x="92963" y="762"/>
                  </a:lnTo>
                  <a:close/>
                </a:path>
                <a:path w="93344" h="186054">
                  <a:moveTo>
                    <a:pt x="71628" y="52832"/>
                  </a:moveTo>
                  <a:lnTo>
                    <a:pt x="71628" y="51942"/>
                  </a:lnTo>
                  <a:lnTo>
                    <a:pt x="70993" y="51308"/>
                  </a:lnTo>
                  <a:lnTo>
                    <a:pt x="70103" y="51308"/>
                  </a:lnTo>
                  <a:lnTo>
                    <a:pt x="69341" y="51308"/>
                  </a:lnTo>
                  <a:lnTo>
                    <a:pt x="68579" y="51942"/>
                  </a:lnTo>
                  <a:lnTo>
                    <a:pt x="68579" y="52832"/>
                  </a:lnTo>
                  <a:lnTo>
                    <a:pt x="68579" y="53593"/>
                  </a:lnTo>
                  <a:lnTo>
                    <a:pt x="69341" y="54355"/>
                  </a:lnTo>
                  <a:lnTo>
                    <a:pt x="70103" y="54355"/>
                  </a:lnTo>
                  <a:lnTo>
                    <a:pt x="70993" y="54355"/>
                  </a:lnTo>
                  <a:lnTo>
                    <a:pt x="71628" y="53593"/>
                  </a:lnTo>
                  <a:lnTo>
                    <a:pt x="71628" y="52832"/>
                  </a:lnTo>
                  <a:close/>
                </a:path>
                <a:path w="93344" h="186054">
                  <a:moveTo>
                    <a:pt x="49656" y="106299"/>
                  </a:moveTo>
                  <a:lnTo>
                    <a:pt x="49656" y="105028"/>
                  </a:lnTo>
                  <a:lnTo>
                    <a:pt x="48640" y="104012"/>
                  </a:lnTo>
                  <a:lnTo>
                    <a:pt x="47371" y="104012"/>
                  </a:lnTo>
                  <a:lnTo>
                    <a:pt x="46100" y="104012"/>
                  </a:lnTo>
                  <a:lnTo>
                    <a:pt x="45084" y="105028"/>
                  </a:lnTo>
                  <a:lnTo>
                    <a:pt x="45084" y="106299"/>
                  </a:lnTo>
                  <a:lnTo>
                    <a:pt x="45084" y="107568"/>
                  </a:lnTo>
                  <a:lnTo>
                    <a:pt x="46100" y="108585"/>
                  </a:lnTo>
                  <a:lnTo>
                    <a:pt x="47371" y="108585"/>
                  </a:lnTo>
                  <a:lnTo>
                    <a:pt x="48640" y="108585"/>
                  </a:lnTo>
                  <a:lnTo>
                    <a:pt x="49656" y="107568"/>
                  </a:lnTo>
                  <a:lnTo>
                    <a:pt x="49656" y="106299"/>
                  </a:lnTo>
                  <a:close/>
                </a:path>
                <a:path w="93344" h="186054">
                  <a:moveTo>
                    <a:pt x="37465" y="175387"/>
                  </a:moveTo>
                  <a:lnTo>
                    <a:pt x="37210" y="174751"/>
                  </a:lnTo>
                  <a:lnTo>
                    <a:pt x="36829" y="174116"/>
                  </a:lnTo>
                  <a:lnTo>
                    <a:pt x="36194" y="173736"/>
                  </a:lnTo>
                </a:path>
                <a:path w="93344" h="186054">
                  <a:moveTo>
                    <a:pt x="34416" y="181737"/>
                  </a:moveTo>
                  <a:lnTo>
                    <a:pt x="34543" y="181482"/>
                  </a:lnTo>
                  <a:lnTo>
                    <a:pt x="34543" y="181229"/>
                  </a:lnTo>
                  <a:lnTo>
                    <a:pt x="34543" y="180975"/>
                  </a:lnTo>
                </a:path>
                <a:path w="93344" h="186054">
                  <a:moveTo>
                    <a:pt x="26288" y="182625"/>
                  </a:moveTo>
                  <a:lnTo>
                    <a:pt x="26415" y="183006"/>
                  </a:lnTo>
                  <a:lnTo>
                    <a:pt x="26669" y="183387"/>
                  </a:lnTo>
                  <a:lnTo>
                    <a:pt x="26924" y="183642"/>
                  </a:lnTo>
                </a:path>
                <a:path w="93344" h="186054">
                  <a:moveTo>
                    <a:pt x="20193" y="182118"/>
                  </a:moveTo>
                  <a:lnTo>
                    <a:pt x="20193" y="182499"/>
                  </a:lnTo>
                  <a:lnTo>
                    <a:pt x="20319" y="182752"/>
                  </a:lnTo>
                  <a:lnTo>
                    <a:pt x="20446" y="183006"/>
                  </a:lnTo>
                </a:path>
                <a:path w="93344" h="186054">
                  <a:moveTo>
                    <a:pt x="12953" y="181863"/>
                  </a:moveTo>
                  <a:lnTo>
                    <a:pt x="13334" y="181610"/>
                  </a:lnTo>
                  <a:lnTo>
                    <a:pt x="13843" y="181356"/>
                  </a:lnTo>
                  <a:lnTo>
                    <a:pt x="14096" y="180975"/>
                  </a:lnTo>
                </a:path>
                <a:path w="93344" h="186054">
                  <a:moveTo>
                    <a:pt x="4318" y="175133"/>
                  </a:moveTo>
                  <a:lnTo>
                    <a:pt x="4190" y="175387"/>
                  </a:lnTo>
                  <a:lnTo>
                    <a:pt x="4063" y="175767"/>
                  </a:lnTo>
                  <a:lnTo>
                    <a:pt x="4063" y="176022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1931797" y="3476751"/>
              <a:ext cx="40005" cy="248920"/>
            </a:xfrm>
            <a:custGeom>
              <a:avLst/>
              <a:gdLst/>
              <a:ahLst/>
              <a:cxnLst/>
              <a:rect l="l" t="t" r="r" b="b"/>
              <a:pathLst>
                <a:path w="40005" h="248920">
                  <a:moveTo>
                    <a:pt x="22733" y="381"/>
                  </a:moveTo>
                  <a:lnTo>
                    <a:pt x="22352" y="0"/>
                  </a:lnTo>
                  <a:lnTo>
                    <a:pt x="21463" y="0"/>
                  </a:lnTo>
                  <a:lnTo>
                    <a:pt x="21209" y="381"/>
                  </a:lnTo>
                  <a:lnTo>
                    <a:pt x="21209" y="1270"/>
                  </a:lnTo>
                  <a:lnTo>
                    <a:pt x="21463" y="1651"/>
                  </a:lnTo>
                  <a:lnTo>
                    <a:pt x="22352" y="1651"/>
                  </a:lnTo>
                  <a:lnTo>
                    <a:pt x="22733" y="1270"/>
                  </a:lnTo>
                  <a:lnTo>
                    <a:pt x="22733" y="889"/>
                  </a:lnTo>
                  <a:lnTo>
                    <a:pt x="22733" y="381"/>
                  </a:lnTo>
                  <a:close/>
                </a:path>
                <a:path w="40005" h="248920">
                  <a:moveTo>
                    <a:pt x="22860" y="71374"/>
                  </a:moveTo>
                  <a:lnTo>
                    <a:pt x="19685" y="71374"/>
                  </a:lnTo>
                  <a:lnTo>
                    <a:pt x="19685" y="74180"/>
                  </a:lnTo>
                  <a:lnTo>
                    <a:pt x="22860" y="74180"/>
                  </a:lnTo>
                  <a:lnTo>
                    <a:pt x="22860" y="71374"/>
                  </a:lnTo>
                  <a:close/>
                </a:path>
                <a:path w="40005" h="248920">
                  <a:moveTo>
                    <a:pt x="22987" y="145415"/>
                  </a:moveTo>
                  <a:lnTo>
                    <a:pt x="21844" y="144399"/>
                  </a:lnTo>
                  <a:lnTo>
                    <a:pt x="19177" y="144399"/>
                  </a:lnTo>
                  <a:lnTo>
                    <a:pt x="18161" y="145415"/>
                  </a:lnTo>
                  <a:lnTo>
                    <a:pt x="18161" y="148082"/>
                  </a:lnTo>
                  <a:lnTo>
                    <a:pt x="19177" y="149225"/>
                  </a:lnTo>
                  <a:lnTo>
                    <a:pt x="21844" y="149225"/>
                  </a:lnTo>
                  <a:lnTo>
                    <a:pt x="22987" y="148082"/>
                  </a:lnTo>
                  <a:lnTo>
                    <a:pt x="22987" y="146812"/>
                  </a:lnTo>
                  <a:lnTo>
                    <a:pt x="22987" y="145415"/>
                  </a:lnTo>
                  <a:close/>
                </a:path>
                <a:path w="40005" h="248920">
                  <a:moveTo>
                    <a:pt x="39497" y="234823"/>
                  </a:moveTo>
                  <a:lnTo>
                    <a:pt x="39103" y="231902"/>
                  </a:lnTo>
                  <a:lnTo>
                    <a:pt x="38989" y="231013"/>
                  </a:lnTo>
                  <a:lnTo>
                    <a:pt x="36449" y="228854"/>
                  </a:lnTo>
                  <a:lnTo>
                    <a:pt x="35560" y="228219"/>
                  </a:lnTo>
                  <a:lnTo>
                    <a:pt x="34671" y="227838"/>
                  </a:lnTo>
                  <a:lnTo>
                    <a:pt x="33655" y="227838"/>
                  </a:lnTo>
                  <a:lnTo>
                    <a:pt x="33655" y="224790"/>
                  </a:lnTo>
                  <a:lnTo>
                    <a:pt x="32893" y="224028"/>
                  </a:lnTo>
                  <a:lnTo>
                    <a:pt x="32131" y="223266"/>
                  </a:lnTo>
                  <a:lnTo>
                    <a:pt x="31242" y="222377"/>
                  </a:lnTo>
                  <a:lnTo>
                    <a:pt x="27559" y="222377"/>
                  </a:lnTo>
                  <a:lnTo>
                    <a:pt x="26670" y="222758"/>
                  </a:lnTo>
                  <a:lnTo>
                    <a:pt x="25781" y="223266"/>
                  </a:lnTo>
                  <a:lnTo>
                    <a:pt x="25336" y="221615"/>
                  </a:lnTo>
                  <a:lnTo>
                    <a:pt x="25057" y="220599"/>
                  </a:lnTo>
                  <a:lnTo>
                    <a:pt x="24993" y="220345"/>
                  </a:lnTo>
                  <a:lnTo>
                    <a:pt x="24892" y="219964"/>
                  </a:lnTo>
                  <a:lnTo>
                    <a:pt x="21590" y="218059"/>
                  </a:lnTo>
                  <a:lnTo>
                    <a:pt x="18415" y="219075"/>
                  </a:lnTo>
                  <a:lnTo>
                    <a:pt x="17018" y="219583"/>
                  </a:lnTo>
                  <a:lnTo>
                    <a:pt x="15875" y="220345"/>
                  </a:lnTo>
                  <a:lnTo>
                    <a:pt x="15113" y="221615"/>
                  </a:lnTo>
                  <a:lnTo>
                    <a:pt x="11938" y="219583"/>
                  </a:lnTo>
                  <a:lnTo>
                    <a:pt x="7747" y="220599"/>
                  </a:lnTo>
                  <a:lnTo>
                    <a:pt x="5905" y="223901"/>
                  </a:lnTo>
                  <a:lnTo>
                    <a:pt x="5842" y="224028"/>
                  </a:lnTo>
                  <a:lnTo>
                    <a:pt x="3683" y="223901"/>
                  </a:lnTo>
                  <a:lnTo>
                    <a:pt x="1778" y="225425"/>
                  </a:lnTo>
                  <a:lnTo>
                    <a:pt x="1485" y="227838"/>
                  </a:lnTo>
                  <a:lnTo>
                    <a:pt x="1435" y="228854"/>
                  </a:lnTo>
                  <a:lnTo>
                    <a:pt x="1778" y="229870"/>
                  </a:lnTo>
                  <a:lnTo>
                    <a:pt x="2540" y="230759"/>
                  </a:lnTo>
                  <a:lnTo>
                    <a:pt x="635" y="231902"/>
                  </a:lnTo>
                  <a:lnTo>
                    <a:pt x="0" y="234315"/>
                  </a:lnTo>
                  <a:lnTo>
                    <a:pt x="1143" y="236220"/>
                  </a:lnTo>
                  <a:lnTo>
                    <a:pt x="1778" y="237363"/>
                  </a:lnTo>
                  <a:lnTo>
                    <a:pt x="2997" y="238125"/>
                  </a:lnTo>
                  <a:lnTo>
                    <a:pt x="4064" y="238125"/>
                  </a:lnTo>
                  <a:lnTo>
                    <a:pt x="4064" y="238252"/>
                  </a:lnTo>
                  <a:lnTo>
                    <a:pt x="3771" y="240792"/>
                  </a:lnTo>
                  <a:lnTo>
                    <a:pt x="3683" y="241681"/>
                  </a:lnTo>
                  <a:lnTo>
                    <a:pt x="5969" y="244729"/>
                  </a:lnTo>
                  <a:lnTo>
                    <a:pt x="9144" y="245237"/>
                  </a:lnTo>
                  <a:lnTo>
                    <a:pt x="10541" y="245364"/>
                  </a:lnTo>
                  <a:lnTo>
                    <a:pt x="11176" y="245237"/>
                  </a:lnTo>
                  <a:lnTo>
                    <a:pt x="11582" y="245237"/>
                  </a:lnTo>
                  <a:lnTo>
                    <a:pt x="12954" y="244475"/>
                  </a:lnTo>
                  <a:lnTo>
                    <a:pt x="14224" y="246761"/>
                  </a:lnTo>
                  <a:lnTo>
                    <a:pt x="17018" y="247650"/>
                  </a:lnTo>
                  <a:lnTo>
                    <a:pt x="19304" y="246380"/>
                  </a:lnTo>
                  <a:lnTo>
                    <a:pt x="19558" y="246380"/>
                  </a:lnTo>
                  <a:lnTo>
                    <a:pt x="20066" y="245872"/>
                  </a:lnTo>
                  <a:lnTo>
                    <a:pt x="20447" y="245618"/>
                  </a:lnTo>
                  <a:lnTo>
                    <a:pt x="21386" y="247650"/>
                  </a:lnTo>
                  <a:lnTo>
                    <a:pt x="21678" y="247650"/>
                  </a:lnTo>
                  <a:lnTo>
                    <a:pt x="23749" y="248412"/>
                  </a:lnTo>
                  <a:lnTo>
                    <a:pt x="26162" y="247142"/>
                  </a:lnTo>
                  <a:lnTo>
                    <a:pt x="26543" y="246761"/>
                  </a:lnTo>
                  <a:lnTo>
                    <a:pt x="26822" y="246380"/>
                  </a:lnTo>
                  <a:lnTo>
                    <a:pt x="27012" y="246380"/>
                  </a:lnTo>
                  <a:lnTo>
                    <a:pt x="28651" y="248412"/>
                  </a:lnTo>
                  <a:lnTo>
                    <a:pt x="31089" y="248412"/>
                  </a:lnTo>
                  <a:lnTo>
                    <a:pt x="33477" y="246380"/>
                  </a:lnTo>
                  <a:lnTo>
                    <a:pt x="33782" y="246126"/>
                  </a:lnTo>
                  <a:lnTo>
                    <a:pt x="34061" y="245618"/>
                  </a:lnTo>
                  <a:lnTo>
                    <a:pt x="34213" y="245364"/>
                  </a:lnTo>
                  <a:lnTo>
                    <a:pt x="34290" y="245237"/>
                  </a:lnTo>
                  <a:lnTo>
                    <a:pt x="34378" y="244475"/>
                  </a:lnTo>
                  <a:lnTo>
                    <a:pt x="34417" y="244221"/>
                  </a:lnTo>
                  <a:lnTo>
                    <a:pt x="36957" y="243459"/>
                  </a:lnTo>
                  <a:lnTo>
                    <a:pt x="38354" y="240792"/>
                  </a:lnTo>
                  <a:lnTo>
                    <a:pt x="37744" y="238252"/>
                  </a:lnTo>
                  <a:lnTo>
                    <a:pt x="37592" y="237744"/>
                  </a:lnTo>
                  <a:lnTo>
                    <a:pt x="37553" y="237363"/>
                  </a:lnTo>
                  <a:lnTo>
                    <a:pt x="39497" y="234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1931797" y="3476751"/>
              <a:ext cx="40005" cy="248920"/>
            </a:xfrm>
            <a:custGeom>
              <a:avLst/>
              <a:gdLst/>
              <a:ahLst/>
              <a:cxnLst/>
              <a:rect l="l" t="t" r="r" b="b"/>
              <a:pathLst>
                <a:path w="40005" h="248920">
                  <a:moveTo>
                    <a:pt x="4063" y="238252"/>
                  </a:moveTo>
                  <a:lnTo>
                    <a:pt x="3682" y="241681"/>
                  </a:lnTo>
                  <a:lnTo>
                    <a:pt x="5968" y="244729"/>
                  </a:lnTo>
                  <a:lnTo>
                    <a:pt x="9143" y="245237"/>
                  </a:lnTo>
                  <a:lnTo>
                    <a:pt x="10540" y="245364"/>
                  </a:lnTo>
                  <a:lnTo>
                    <a:pt x="11810" y="245110"/>
                  </a:lnTo>
                  <a:lnTo>
                    <a:pt x="12953" y="244475"/>
                  </a:lnTo>
                  <a:lnTo>
                    <a:pt x="14223" y="246761"/>
                  </a:lnTo>
                  <a:lnTo>
                    <a:pt x="17017" y="247650"/>
                  </a:lnTo>
                  <a:lnTo>
                    <a:pt x="19303" y="246380"/>
                  </a:lnTo>
                  <a:lnTo>
                    <a:pt x="19684" y="246253"/>
                  </a:lnTo>
                  <a:lnTo>
                    <a:pt x="20065" y="245872"/>
                  </a:lnTo>
                  <a:lnTo>
                    <a:pt x="20446" y="245618"/>
                  </a:lnTo>
                  <a:lnTo>
                    <a:pt x="21335" y="247523"/>
                  </a:lnTo>
                  <a:lnTo>
                    <a:pt x="23748" y="248412"/>
                  </a:lnTo>
                  <a:lnTo>
                    <a:pt x="25653" y="247396"/>
                  </a:lnTo>
                  <a:lnTo>
                    <a:pt x="26161" y="247142"/>
                  </a:lnTo>
                  <a:lnTo>
                    <a:pt x="26542" y="246761"/>
                  </a:lnTo>
                  <a:lnTo>
                    <a:pt x="26923" y="246253"/>
                  </a:lnTo>
                  <a:lnTo>
                    <a:pt x="28447" y="248158"/>
                  </a:lnTo>
                  <a:lnTo>
                    <a:pt x="31241" y="248285"/>
                  </a:lnTo>
                  <a:lnTo>
                    <a:pt x="33019" y="246761"/>
                  </a:lnTo>
                  <a:lnTo>
                    <a:pt x="33781" y="246125"/>
                  </a:lnTo>
                  <a:lnTo>
                    <a:pt x="34289" y="245237"/>
                  </a:lnTo>
                  <a:lnTo>
                    <a:pt x="34416" y="244221"/>
                  </a:lnTo>
                  <a:lnTo>
                    <a:pt x="36956" y="243459"/>
                  </a:lnTo>
                  <a:lnTo>
                    <a:pt x="38353" y="240792"/>
                  </a:lnTo>
                  <a:lnTo>
                    <a:pt x="37718" y="238125"/>
                  </a:lnTo>
                  <a:lnTo>
                    <a:pt x="37591" y="237744"/>
                  </a:lnTo>
                  <a:lnTo>
                    <a:pt x="37464" y="237490"/>
                  </a:lnTo>
                  <a:lnTo>
                    <a:pt x="39496" y="234823"/>
                  </a:lnTo>
                  <a:lnTo>
                    <a:pt x="38988" y="231012"/>
                  </a:lnTo>
                  <a:lnTo>
                    <a:pt x="36448" y="228854"/>
                  </a:lnTo>
                  <a:lnTo>
                    <a:pt x="35559" y="228219"/>
                  </a:lnTo>
                  <a:lnTo>
                    <a:pt x="34670" y="227837"/>
                  </a:lnTo>
                  <a:lnTo>
                    <a:pt x="33654" y="227711"/>
                  </a:lnTo>
                  <a:lnTo>
                    <a:pt x="33654" y="224790"/>
                  </a:lnTo>
                  <a:lnTo>
                    <a:pt x="31241" y="222377"/>
                  </a:lnTo>
                  <a:lnTo>
                    <a:pt x="28447" y="222377"/>
                  </a:lnTo>
                  <a:lnTo>
                    <a:pt x="27558" y="222377"/>
                  </a:lnTo>
                  <a:lnTo>
                    <a:pt x="26669" y="222758"/>
                  </a:lnTo>
                  <a:lnTo>
                    <a:pt x="25780" y="223266"/>
                  </a:lnTo>
                  <a:lnTo>
                    <a:pt x="24891" y="219964"/>
                  </a:lnTo>
                  <a:lnTo>
                    <a:pt x="21589" y="218059"/>
                  </a:lnTo>
                  <a:lnTo>
                    <a:pt x="18414" y="219075"/>
                  </a:lnTo>
                  <a:lnTo>
                    <a:pt x="17017" y="219583"/>
                  </a:lnTo>
                  <a:lnTo>
                    <a:pt x="15875" y="220345"/>
                  </a:lnTo>
                  <a:lnTo>
                    <a:pt x="15112" y="221615"/>
                  </a:lnTo>
                  <a:lnTo>
                    <a:pt x="11937" y="219583"/>
                  </a:lnTo>
                  <a:lnTo>
                    <a:pt x="7746" y="220599"/>
                  </a:lnTo>
                  <a:lnTo>
                    <a:pt x="5841" y="224028"/>
                  </a:lnTo>
                  <a:lnTo>
                    <a:pt x="3682" y="223900"/>
                  </a:lnTo>
                  <a:lnTo>
                    <a:pt x="1777" y="225425"/>
                  </a:lnTo>
                  <a:lnTo>
                    <a:pt x="1523" y="227584"/>
                  </a:lnTo>
                  <a:lnTo>
                    <a:pt x="1396" y="228727"/>
                  </a:lnTo>
                  <a:lnTo>
                    <a:pt x="1777" y="229870"/>
                  </a:lnTo>
                  <a:lnTo>
                    <a:pt x="2539" y="230759"/>
                  </a:lnTo>
                  <a:lnTo>
                    <a:pt x="634" y="231902"/>
                  </a:lnTo>
                  <a:lnTo>
                    <a:pt x="0" y="234315"/>
                  </a:lnTo>
                  <a:lnTo>
                    <a:pt x="1142" y="236220"/>
                  </a:lnTo>
                  <a:lnTo>
                    <a:pt x="1777" y="237362"/>
                  </a:lnTo>
                  <a:lnTo>
                    <a:pt x="2793" y="237998"/>
                  </a:lnTo>
                  <a:lnTo>
                    <a:pt x="4063" y="238125"/>
                  </a:lnTo>
                  <a:lnTo>
                    <a:pt x="4063" y="238252"/>
                  </a:lnTo>
                  <a:close/>
                </a:path>
                <a:path w="40005" h="248920">
                  <a:moveTo>
                    <a:pt x="22732" y="888"/>
                  </a:moveTo>
                  <a:lnTo>
                    <a:pt x="22732" y="381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462" y="0"/>
                  </a:lnTo>
                  <a:lnTo>
                    <a:pt x="21208" y="381"/>
                  </a:lnTo>
                  <a:lnTo>
                    <a:pt x="21208" y="888"/>
                  </a:lnTo>
                  <a:lnTo>
                    <a:pt x="21208" y="1270"/>
                  </a:lnTo>
                  <a:lnTo>
                    <a:pt x="21462" y="1650"/>
                  </a:lnTo>
                  <a:lnTo>
                    <a:pt x="21970" y="1650"/>
                  </a:lnTo>
                  <a:lnTo>
                    <a:pt x="22351" y="1650"/>
                  </a:lnTo>
                  <a:lnTo>
                    <a:pt x="22732" y="1270"/>
                  </a:lnTo>
                  <a:lnTo>
                    <a:pt x="22732" y="888"/>
                  </a:lnTo>
                  <a:close/>
                </a:path>
                <a:path w="40005" h="248920">
                  <a:moveTo>
                    <a:pt x="22859" y="73025"/>
                  </a:moveTo>
                  <a:lnTo>
                    <a:pt x="22859" y="72136"/>
                  </a:lnTo>
                  <a:lnTo>
                    <a:pt x="22097" y="71374"/>
                  </a:lnTo>
                  <a:lnTo>
                    <a:pt x="21208" y="71374"/>
                  </a:lnTo>
                  <a:lnTo>
                    <a:pt x="20319" y="71374"/>
                  </a:lnTo>
                  <a:lnTo>
                    <a:pt x="19684" y="72136"/>
                  </a:lnTo>
                  <a:lnTo>
                    <a:pt x="19684" y="73025"/>
                  </a:lnTo>
                  <a:lnTo>
                    <a:pt x="19684" y="73913"/>
                  </a:lnTo>
                  <a:lnTo>
                    <a:pt x="20319" y="74675"/>
                  </a:lnTo>
                  <a:lnTo>
                    <a:pt x="21208" y="74675"/>
                  </a:lnTo>
                  <a:lnTo>
                    <a:pt x="22097" y="74675"/>
                  </a:lnTo>
                  <a:lnTo>
                    <a:pt x="22859" y="73913"/>
                  </a:lnTo>
                  <a:lnTo>
                    <a:pt x="22859" y="73025"/>
                  </a:lnTo>
                  <a:close/>
                </a:path>
                <a:path w="40005" h="248920">
                  <a:moveTo>
                    <a:pt x="22986" y="146812"/>
                  </a:moveTo>
                  <a:lnTo>
                    <a:pt x="22986" y="145415"/>
                  </a:lnTo>
                  <a:lnTo>
                    <a:pt x="21843" y="144399"/>
                  </a:lnTo>
                  <a:lnTo>
                    <a:pt x="20573" y="144399"/>
                  </a:lnTo>
                  <a:lnTo>
                    <a:pt x="19176" y="144399"/>
                  </a:lnTo>
                  <a:lnTo>
                    <a:pt x="18160" y="145415"/>
                  </a:lnTo>
                  <a:lnTo>
                    <a:pt x="18160" y="146812"/>
                  </a:lnTo>
                  <a:lnTo>
                    <a:pt x="18160" y="148081"/>
                  </a:lnTo>
                  <a:lnTo>
                    <a:pt x="19176" y="149225"/>
                  </a:lnTo>
                  <a:lnTo>
                    <a:pt x="20573" y="149225"/>
                  </a:lnTo>
                  <a:lnTo>
                    <a:pt x="21843" y="149225"/>
                  </a:lnTo>
                  <a:lnTo>
                    <a:pt x="22986" y="148081"/>
                  </a:lnTo>
                  <a:lnTo>
                    <a:pt x="22986" y="146812"/>
                  </a:lnTo>
                  <a:close/>
                </a:path>
                <a:path w="40005" h="248920">
                  <a:moveTo>
                    <a:pt x="4825" y="230378"/>
                  </a:moveTo>
                  <a:lnTo>
                    <a:pt x="3936" y="230250"/>
                  </a:lnTo>
                  <a:lnTo>
                    <a:pt x="3175" y="230505"/>
                  </a:lnTo>
                  <a:lnTo>
                    <a:pt x="2539" y="230886"/>
                  </a:lnTo>
                </a:path>
                <a:path w="40005" h="248920">
                  <a:moveTo>
                    <a:pt x="6730" y="224536"/>
                  </a:moveTo>
                  <a:lnTo>
                    <a:pt x="6476" y="224409"/>
                  </a:lnTo>
                  <a:lnTo>
                    <a:pt x="6095" y="224281"/>
                  </a:lnTo>
                  <a:lnTo>
                    <a:pt x="5714" y="224281"/>
                  </a:lnTo>
                </a:path>
                <a:path w="40005" h="248920">
                  <a:moveTo>
                    <a:pt x="15112" y="221742"/>
                  </a:moveTo>
                  <a:lnTo>
                    <a:pt x="14985" y="222123"/>
                  </a:lnTo>
                  <a:lnTo>
                    <a:pt x="14731" y="222504"/>
                  </a:lnTo>
                  <a:lnTo>
                    <a:pt x="14604" y="222885"/>
                  </a:lnTo>
                </a:path>
                <a:path w="40005" h="248920">
                  <a:moveTo>
                    <a:pt x="26034" y="224662"/>
                  </a:moveTo>
                  <a:lnTo>
                    <a:pt x="26034" y="224155"/>
                  </a:lnTo>
                  <a:lnTo>
                    <a:pt x="25907" y="223774"/>
                  </a:lnTo>
                  <a:lnTo>
                    <a:pt x="25780" y="223393"/>
                  </a:lnTo>
                </a:path>
                <a:path w="40005" h="248920">
                  <a:moveTo>
                    <a:pt x="30733" y="232537"/>
                  </a:moveTo>
                  <a:lnTo>
                    <a:pt x="32511" y="231648"/>
                  </a:lnTo>
                  <a:lnTo>
                    <a:pt x="33654" y="229743"/>
                  </a:lnTo>
                  <a:lnTo>
                    <a:pt x="33654" y="227711"/>
                  </a:lnTo>
                </a:path>
                <a:path w="40005" h="248920">
                  <a:moveTo>
                    <a:pt x="37464" y="237617"/>
                  </a:moveTo>
                  <a:lnTo>
                    <a:pt x="37210" y="236981"/>
                  </a:lnTo>
                  <a:lnTo>
                    <a:pt x="36829" y="236347"/>
                  </a:lnTo>
                  <a:lnTo>
                    <a:pt x="36194" y="235839"/>
                  </a:lnTo>
                </a:path>
                <a:path w="40005" h="248920">
                  <a:moveTo>
                    <a:pt x="34416" y="244221"/>
                  </a:moveTo>
                  <a:lnTo>
                    <a:pt x="34543" y="243967"/>
                  </a:lnTo>
                  <a:lnTo>
                    <a:pt x="34543" y="243712"/>
                  </a:lnTo>
                  <a:lnTo>
                    <a:pt x="34543" y="243459"/>
                  </a:lnTo>
                </a:path>
                <a:path w="40005" h="248920">
                  <a:moveTo>
                    <a:pt x="26288" y="245237"/>
                  </a:moveTo>
                  <a:lnTo>
                    <a:pt x="26415" y="245618"/>
                  </a:lnTo>
                  <a:lnTo>
                    <a:pt x="26669" y="245999"/>
                  </a:lnTo>
                  <a:lnTo>
                    <a:pt x="26923" y="246380"/>
                  </a:lnTo>
                </a:path>
                <a:path w="40005" h="248920">
                  <a:moveTo>
                    <a:pt x="20192" y="244729"/>
                  </a:moveTo>
                  <a:lnTo>
                    <a:pt x="20192" y="245110"/>
                  </a:lnTo>
                  <a:lnTo>
                    <a:pt x="20319" y="245364"/>
                  </a:lnTo>
                  <a:lnTo>
                    <a:pt x="20446" y="245618"/>
                  </a:lnTo>
                </a:path>
                <a:path w="40005" h="248920">
                  <a:moveTo>
                    <a:pt x="12953" y="244475"/>
                  </a:moveTo>
                  <a:lnTo>
                    <a:pt x="13334" y="244221"/>
                  </a:lnTo>
                  <a:lnTo>
                    <a:pt x="13842" y="243840"/>
                  </a:lnTo>
                  <a:lnTo>
                    <a:pt x="14096" y="243459"/>
                  </a:lnTo>
                </a:path>
                <a:path w="40005" h="248920">
                  <a:moveTo>
                    <a:pt x="4317" y="237362"/>
                  </a:moveTo>
                  <a:lnTo>
                    <a:pt x="4190" y="237617"/>
                  </a:lnTo>
                  <a:lnTo>
                    <a:pt x="4063" y="237998"/>
                  </a:lnTo>
                  <a:lnTo>
                    <a:pt x="4063" y="238252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1883029" y="3458971"/>
              <a:ext cx="40005" cy="98425"/>
            </a:xfrm>
            <a:custGeom>
              <a:avLst/>
              <a:gdLst/>
              <a:ahLst/>
              <a:cxnLst/>
              <a:rect l="l" t="t" r="r" b="b"/>
              <a:pathLst>
                <a:path w="40005" h="98425">
                  <a:moveTo>
                    <a:pt x="22860" y="1016"/>
                  </a:moveTo>
                  <a:lnTo>
                    <a:pt x="21844" y="0"/>
                  </a:lnTo>
                  <a:lnTo>
                    <a:pt x="19304" y="0"/>
                  </a:lnTo>
                  <a:lnTo>
                    <a:pt x="18288" y="1016"/>
                  </a:lnTo>
                  <a:lnTo>
                    <a:pt x="18288" y="3556"/>
                  </a:lnTo>
                  <a:lnTo>
                    <a:pt x="19304" y="4572"/>
                  </a:lnTo>
                  <a:lnTo>
                    <a:pt x="21844" y="4572"/>
                  </a:lnTo>
                  <a:lnTo>
                    <a:pt x="22860" y="3556"/>
                  </a:lnTo>
                  <a:lnTo>
                    <a:pt x="22860" y="2286"/>
                  </a:lnTo>
                  <a:lnTo>
                    <a:pt x="22860" y="1016"/>
                  </a:lnTo>
                  <a:close/>
                </a:path>
                <a:path w="40005" h="98425">
                  <a:moveTo>
                    <a:pt x="39497" y="85725"/>
                  </a:moveTo>
                  <a:lnTo>
                    <a:pt x="39103" y="82931"/>
                  </a:lnTo>
                  <a:lnTo>
                    <a:pt x="38989" y="82042"/>
                  </a:lnTo>
                  <a:lnTo>
                    <a:pt x="36449" y="80022"/>
                  </a:lnTo>
                  <a:lnTo>
                    <a:pt x="35560" y="79375"/>
                  </a:lnTo>
                  <a:lnTo>
                    <a:pt x="34671" y="78994"/>
                  </a:lnTo>
                  <a:lnTo>
                    <a:pt x="33655" y="78994"/>
                  </a:lnTo>
                  <a:lnTo>
                    <a:pt x="33655" y="76085"/>
                  </a:lnTo>
                  <a:lnTo>
                    <a:pt x="32092" y="74676"/>
                  </a:lnTo>
                  <a:lnTo>
                    <a:pt x="31242" y="73914"/>
                  </a:lnTo>
                  <a:lnTo>
                    <a:pt x="27559" y="73914"/>
                  </a:lnTo>
                  <a:lnTo>
                    <a:pt x="26670" y="74168"/>
                  </a:lnTo>
                  <a:lnTo>
                    <a:pt x="25781" y="74676"/>
                  </a:lnTo>
                  <a:lnTo>
                    <a:pt x="25336" y="73152"/>
                  </a:lnTo>
                  <a:lnTo>
                    <a:pt x="25069" y="72263"/>
                  </a:lnTo>
                  <a:lnTo>
                    <a:pt x="24993" y="72009"/>
                  </a:lnTo>
                  <a:lnTo>
                    <a:pt x="24892" y="71628"/>
                  </a:lnTo>
                  <a:lnTo>
                    <a:pt x="21590" y="69850"/>
                  </a:lnTo>
                  <a:lnTo>
                    <a:pt x="17018" y="71120"/>
                  </a:lnTo>
                  <a:lnTo>
                    <a:pt x="15875" y="72009"/>
                  </a:lnTo>
                  <a:lnTo>
                    <a:pt x="15113" y="73152"/>
                  </a:lnTo>
                  <a:lnTo>
                    <a:pt x="11938" y="71259"/>
                  </a:lnTo>
                  <a:lnTo>
                    <a:pt x="7747" y="72263"/>
                  </a:lnTo>
                  <a:lnTo>
                    <a:pt x="5842" y="75438"/>
                  </a:lnTo>
                  <a:lnTo>
                    <a:pt x="3505" y="75438"/>
                  </a:lnTo>
                  <a:lnTo>
                    <a:pt x="1778" y="76708"/>
                  </a:lnTo>
                  <a:lnTo>
                    <a:pt x="1498" y="78994"/>
                  </a:lnTo>
                  <a:lnTo>
                    <a:pt x="1435" y="80022"/>
                  </a:lnTo>
                  <a:lnTo>
                    <a:pt x="1778" y="81026"/>
                  </a:lnTo>
                  <a:lnTo>
                    <a:pt x="2540" y="81788"/>
                  </a:lnTo>
                  <a:lnTo>
                    <a:pt x="635" y="82931"/>
                  </a:lnTo>
                  <a:lnTo>
                    <a:pt x="0" y="85217"/>
                  </a:lnTo>
                  <a:lnTo>
                    <a:pt x="1778" y="88023"/>
                  </a:lnTo>
                  <a:lnTo>
                    <a:pt x="2794" y="88785"/>
                  </a:lnTo>
                  <a:lnTo>
                    <a:pt x="4051" y="88785"/>
                  </a:lnTo>
                  <a:lnTo>
                    <a:pt x="3759" y="91313"/>
                  </a:lnTo>
                  <a:lnTo>
                    <a:pt x="3683" y="92075"/>
                  </a:lnTo>
                  <a:lnTo>
                    <a:pt x="5969" y="94996"/>
                  </a:lnTo>
                  <a:lnTo>
                    <a:pt x="9931" y="95631"/>
                  </a:lnTo>
                  <a:lnTo>
                    <a:pt x="11353" y="95631"/>
                  </a:lnTo>
                  <a:lnTo>
                    <a:pt x="12954" y="94742"/>
                  </a:lnTo>
                  <a:lnTo>
                    <a:pt x="14224" y="97028"/>
                  </a:lnTo>
                  <a:lnTo>
                    <a:pt x="17018" y="97790"/>
                  </a:lnTo>
                  <a:lnTo>
                    <a:pt x="19304" y="96659"/>
                  </a:lnTo>
                  <a:lnTo>
                    <a:pt x="20447" y="95897"/>
                  </a:lnTo>
                  <a:lnTo>
                    <a:pt x="21336" y="97790"/>
                  </a:lnTo>
                  <a:lnTo>
                    <a:pt x="23749" y="98425"/>
                  </a:lnTo>
                  <a:lnTo>
                    <a:pt x="26162" y="97282"/>
                  </a:lnTo>
                  <a:lnTo>
                    <a:pt x="26924" y="96520"/>
                  </a:lnTo>
                  <a:lnTo>
                    <a:pt x="28448" y="98171"/>
                  </a:lnTo>
                  <a:lnTo>
                    <a:pt x="31242" y="98425"/>
                  </a:lnTo>
                  <a:lnTo>
                    <a:pt x="33477" y="96520"/>
                  </a:lnTo>
                  <a:lnTo>
                    <a:pt x="33782" y="96266"/>
                  </a:lnTo>
                  <a:lnTo>
                    <a:pt x="34036" y="95897"/>
                  </a:lnTo>
                  <a:lnTo>
                    <a:pt x="34201" y="95631"/>
                  </a:lnTo>
                  <a:lnTo>
                    <a:pt x="34353" y="94996"/>
                  </a:lnTo>
                  <a:lnTo>
                    <a:pt x="34378" y="94742"/>
                  </a:lnTo>
                  <a:lnTo>
                    <a:pt x="34417" y="94488"/>
                  </a:lnTo>
                  <a:lnTo>
                    <a:pt x="36957" y="93853"/>
                  </a:lnTo>
                  <a:lnTo>
                    <a:pt x="38354" y="91313"/>
                  </a:lnTo>
                  <a:lnTo>
                    <a:pt x="37719" y="88785"/>
                  </a:lnTo>
                  <a:lnTo>
                    <a:pt x="37719" y="88646"/>
                  </a:lnTo>
                  <a:lnTo>
                    <a:pt x="37592" y="88392"/>
                  </a:lnTo>
                  <a:lnTo>
                    <a:pt x="39497" y="85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1883029" y="3322192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9"/>
                  </a:moveTo>
                  <a:lnTo>
                    <a:pt x="3682" y="228854"/>
                  </a:lnTo>
                  <a:lnTo>
                    <a:pt x="5968" y="231775"/>
                  </a:lnTo>
                  <a:lnTo>
                    <a:pt x="9143" y="232283"/>
                  </a:lnTo>
                  <a:lnTo>
                    <a:pt x="10540" y="232410"/>
                  </a:lnTo>
                  <a:lnTo>
                    <a:pt x="11810" y="232156"/>
                  </a:lnTo>
                  <a:lnTo>
                    <a:pt x="12953" y="231521"/>
                  </a:lnTo>
                  <a:lnTo>
                    <a:pt x="14223" y="233807"/>
                  </a:lnTo>
                  <a:lnTo>
                    <a:pt x="17018" y="234569"/>
                  </a:lnTo>
                  <a:lnTo>
                    <a:pt x="19303" y="233426"/>
                  </a:lnTo>
                  <a:lnTo>
                    <a:pt x="19684" y="233172"/>
                  </a:lnTo>
                  <a:lnTo>
                    <a:pt x="20065" y="232918"/>
                  </a:lnTo>
                  <a:lnTo>
                    <a:pt x="20446" y="232664"/>
                  </a:lnTo>
                  <a:lnTo>
                    <a:pt x="21335" y="234569"/>
                  </a:lnTo>
                  <a:lnTo>
                    <a:pt x="23748" y="235204"/>
                  </a:lnTo>
                  <a:lnTo>
                    <a:pt x="25653" y="234315"/>
                  </a:lnTo>
                  <a:lnTo>
                    <a:pt x="26162" y="234061"/>
                  </a:lnTo>
                  <a:lnTo>
                    <a:pt x="26543" y="233680"/>
                  </a:lnTo>
                  <a:lnTo>
                    <a:pt x="26923" y="233299"/>
                  </a:lnTo>
                  <a:lnTo>
                    <a:pt x="28447" y="234950"/>
                  </a:lnTo>
                  <a:lnTo>
                    <a:pt x="31241" y="235204"/>
                  </a:lnTo>
                  <a:lnTo>
                    <a:pt x="33019" y="233680"/>
                  </a:lnTo>
                  <a:lnTo>
                    <a:pt x="33781" y="233045"/>
                  </a:lnTo>
                  <a:lnTo>
                    <a:pt x="34289" y="232283"/>
                  </a:lnTo>
                  <a:lnTo>
                    <a:pt x="34416" y="231267"/>
                  </a:lnTo>
                  <a:lnTo>
                    <a:pt x="36956" y="230632"/>
                  </a:lnTo>
                  <a:lnTo>
                    <a:pt x="38353" y="228092"/>
                  </a:lnTo>
                  <a:lnTo>
                    <a:pt x="37718" y="225552"/>
                  </a:lnTo>
                  <a:lnTo>
                    <a:pt x="37718" y="225425"/>
                  </a:lnTo>
                  <a:lnTo>
                    <a:pt x="37591" y="225171"/>
                  </a:lnTo>
                  <a:lnTo>
                    <a:pt x="39496" y="222504"/>
                  </a:lnTo>
                  <a:lnTo>
                    <a:pt x="33654" y="215646"/>
                  </a:lnTo>
                  <a:lnTo>
                    <a:pt x="33654" y="212852"/>
                  </a:lnTo>
                  <a:lnTo>
                    <a:pt x="31241" y="210693"/>
                  </a:lnTo>
                  <a:lnTo>
                    <a:pt x="28447" y="210693"/>
                  </a:lnTo>
                  <a:lnTo>
                    <a:pt x="27558" y="210693"/>
                  </a:lnTo>
                  <a:lnTo>
                    <a:pt x="26669" y="210947"/>
                  </a:lnTo>
                  <a:lnTo>
                    <a:pt x="25781" y="211455"/>
                  </a:lnTo>
                  <a:lnTo>
                    <a:pt x="24891" y="208407"/>
                  </a:lnTo>
                  <a:lnTo>
                    <a:pt x="21589" y="206629"/>
                  </a:lnTo>
                  <a:lnTo>
                    <a:pt x="18414" y="207518"/>
                  </a:lnTo>
                  <a:lnTo>
                    <a:pt x="17018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6"/>
                  </a:lnTo>
                  <a:lnTo>
                    <a:pt x="7746" y="209042"/>
                  </a:lnTo>
                  <a:lnTo>
                    <a:pt x="5841" y="212217"/>
                  </a:lnTo>
                  <a:lnTo>
                    <a:pt x="3682" y="212090"/>
                  </a:lnTo>
                  <a:lnTo>
                    <a:pt x="1777" y="213487"/>
                  </a:lnTo>
                  <a:lnTo>
                    <a:pt x="1523" y="215646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7" y="224790"/>
                  </a:lnTo>
                  <a:lnTo>
                    <a:pt x="2793" y="225552"/>
                  </a:lnTo>
                  <a:lnTo>
                    <a:pt x="4063" y="225552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1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89" y="0"/>
                  </a:lnTo>
                  <a:lnTo>
                    <a:pt x="21208" y="381"/>
                  </a:lnTo>
                  <a:lnTo>
                    <a:pt x="21208" y="762"/>
                  </a:lnTo>
                  <a:lnTo>
                    <a:pt x="21208" y="1143"/>
                  </a:lnTo>
                  <a:lnTo>
                    <a:pt x="21589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3"/>
                  </a:lnTo>
                  <a:lnTo>
                    <a:pt x="22732" y="762"/>
                  </a:lnTo>
                  <a:close/>
                </a:path>
                <a:path w="40005" h="235585">
                  <a:moveTo>
                    <a:pt x="22732" y="69087"/>
                  </a:moveTo>
                  <a:lnTo>
                    <a:pt x="22732" y="68326"/>
                  </a:lnTo>
                  <a:lnTo>
                    <a:pt x="22097" y="67564"/>
                  </a:lnTo>
                  <a:lnTo>
                    <a:pt x="21208" y="67564"/>
                  </a:lnTo>
                  <a:lnTo>
                    <a:pt x="20446" y="67564"/>
                  </a:lnTo>
                  <a:lnTo>
                    <a:pt x="19684" y="68326"/>
                  </a:lnTo>
                  <a:lnTo>
                    <a:pt x="19684" y="69087"/>
                  </a:lnTo>
                  <a:lnTo>
                    <a:pt x="19684" y="69977"/>
                  </a:lnTo>
                  <a:lnTo>
                    <a:pt x="20446" y="70612"/>
                  </a:lnTo>
                  <a:lnTo>
                    <a:pt x="21208" y="70612"/>
                  </a:lnTo>
                  <a:lnTo>
                    <a:pt x="22097" y="70612"/>
                  </a:lnTo>
                  <a:lnTo>
                    <a:pt x="22732" y="69977"/>
                  </a:lnTo>
                  <a:lnTo>
                    <a:pt x="22732" y="69087"/>
                  </a:lnTo>
                  <a:close/>
                </a:path>
                <a:path w="40005" h="235585">
                  <a:moveTo>
                    <a:pt x="22859" y="139065"/>
                  </a:moveTo>
                  <a:lnTo>
                    <a:pt x="22859" y="137795"/>
                  </a:lnTo>
                  <a:lnTo>
                    <a:pt x="21843" y="136779"/>
                  </a:lnTo>
                  <a:lnTo>
                    <a:pt x="20573" y="136779"/>
                  </a:lnTo>
                  <a:lnTo>
                    <a:pt x="19303" y="136779"/>
                  </a:lnTo>
                  <a:lnTo>
                    <a:pt x="18287" y="137795"/>
                  </a:lnTo>
                  <a:lnTo>
                    <a:pt x="18287" y="139065"/>
                  </a:lnTo>
                  <a:lnTo>
                    <a:pt x="18287" y="140335"/>
                  </a:lnTo>
                  <a:lnTo>
                    <a:pt x="19303" y="141351"/>
                  </a:lnTo>
                  <a:lnTo>
                    <a:pt x="20573" y="141351"/>
                  </a:lnTo>
                  <a:lnTo>
                    <a:pt x="21843" y="141351"/>
                  </a:lnTo>
                  <a:lnTo>
                    <a:pt x="22859" y="140335"/>
                  </a:lnTo>
                  <a:lnTo>
                    <a:pt x="22859" y="139065"/>
                  </a:lnTo>
                  <a:close/>
                </a:path>
                <a:path w="40005" h="235585">
                  <a:moveTo>
                    <a:pt x="4825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39" y="218694"/>
                  </a:lnTo>
                </a:path>
                <a:path w="40005" h="235585">
                  <a:moveTo>
                    <a:pt x="6731" y="212725"/>
                  </a:moveTo>
                  <a:lnTo>
                    <a:pt x="6476" y="212598"/>
                  </a:lnTo>
                  <a:lnTo>
                    <a:pt x="6095" y="212471"/>
                  </a:lnTo>
                  <a:lnTo>
                    <a:pt x="5714" y="212471"/>
                  </a:lnTo>
                </a:path>
                <a:path w="40005" h="235585">
                  <a:moveTo>
                    <a:pt x="15112" y="210058"/>
                  </a:moveTo>
                  <a:lnTo>
                    <a:pt x="14985" y="210312"/>
                  </a:lnTo>
                  <a:lnTo>
                    <a:pt x="14731" y="210693"/>
                  </a:lnTo>
                  <a:lnTo>
                    <a:pt x="14604" y="211074"/>
                  </a:lnTo>
                </a:path>
                <a:path w="40005" h="235585">
                  <a:moveTo>
                    <a:pt x="26034" y="212725"/>
                  </a:moveTo>
                  <a:lnTo>
                    <a:pt x="26034" y="212344"/>
                  </a:lnTo>
                  <a:lnTo>
                    <a:pt x="25907" y="211962"/>
                  </a:lnTo>
                  <a:lnTo>
                    <a:pt x="25781" y="211582"/>
                  </a:lnTo>
                </a:path>
                <a:path w="40005" h="235585">
                  <a:moveTo>
                    <a:pt x="30733" y="220218"/>
                  </a:moveTo>
                  <a:lnTo>
                    <a:pt x="32512" y="219456"/>
                  </a:lnTo>
                  <a:lnTo>
                    <a:pt x="33654" y="217678"/>
                  </a:lnTo>
                  <a:lnTo>
                    <a:pt x="33654" y="215773"/>
                  </a:lnTo>
                </a:path>
                <a:path w="40005" h="235585">
                  <a:moveTo>
                    <a:pt x="37464" y="225044"/>
                  </a:moveTo>
                  <a:lnTo>
                    <a:pt x="37210" y="224409"/>
                  </a:lnTo>
                  <a:lnTo>
                    <a:pt x="36829" y="223774"/>
                  </a:lnTo>
                  <a:lnTo>
                    <a:pt x="36194" y="223393"/>
                  </a:lnTo>
                </a:path>
                <a:path w="40005" h="235585">
                  <a:moveTo>
                    <a:pt x="34416" y="231394"/>
                  </a:moveTo>
                  <a:lnTo>
                    <a:pt x="34543" y="231140"/>
                  </a:lnTo>
                  <a:lnTo>
                    <a:pt x="34543" y="230886"/>
                  </a:lnTo>
                  <a:lnTo>
                    <a:pt x="34543" y="230632"/>
                  </a:lnTo>
                </a:path>
                <a:path w="40005" h="235585">
                  <a:moveTo>
                    <a:pt x="26288" y="232283"/>
                  </a:moveTo>
                  <a:lnTo>
                    <a:pt x="26415" y="232664"/>
                  </a:lnTo>
                  <a:lnTo>
                    <a:pt x="26669" y="233045"/>
                  </a:lnTo>
                  <a:lnTo>
                    <a:pt x="26923" y="233299"/>
                  </a:lnTo>
                </a:path>
                <a:path w="40005" h="235585">
                  <a:moveTo>
                    <a:pt x="20193" y="231775"/>
                  </a:moveTo>
                  <a:lnTo>
                    <a:pt x="20193" y="232156"/>
                  </a:lnTo>
                  <a:lnTo>
                    <a:pt x="20319" y="232410"/>
                  </a:lnTo>
                  <a:lnTo>
                    <a:pt x="20446" y="232664"/>
                  </a:lnTo>
                </a:path>
                <a:path w="40005" h="235585">
                  <a:moveTo>
                    <a:pt x="12953" y="231521"/>
                  </a:moveTo>
                  <a:lnTo>
                    <a:pt x="13334" y="231267"/>
                  </a:lnTo>
                  <a:lnTo>
                    <a:pt x="13843" y="231012"/>
                  </a:lnTo>
                  <a:lnTo>
                    <a:pt x="14096" y="230632"/>
                  </a:lnTo>
                </a:path>
                <a:path w="40005" h="235585">
                  <a:moveTo>
                    <a:pt x="4318" y="224790"/>
                  </a:moveTo>
                  <a:lnTo>
                    <a:pt x="4190" y="225044"/>
                  </a:lnTo>
                  <a:lnTo>
                    <a:pt x="4063" y="225425"/>
                  </a:lnTo>
                  <a:lnTo>
                    <a:pt x="4063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1975993" y="3434333"/>
              <a:ext cx="40005" cy="28575"/>
            </a:xfrm>
            <a:custGeom>
              <a:avLst/>
              <a:gdLst/>
              <a:ahLst/>
              <a:cxnLst/>
              <a:rect l="l" t="t" r="r" b="b"/>
              <a:pathLst>
                <a:path w="40005" h="28575">
                  <a:moveTo>
                    <a:pt x="34035" y="26035"/>
                  </a:moveTo>
                  <a:lnTo>
                    <a:pt x="20446" y="26035"/>
                  </a:lnTo>
                  <a:lnTo>
                    <a:pt x="21336" y="27939"/>
                  </a:lnTo>
                  <a:lnTo>
                    <a:pt x="23749" y="28575"/>
                  </a:lnTo>
                  <a:lnTo>
                    <a:pt x="26162" y="27431"/>
                  </a:lnTo>
                  <a:lnTo>
                    <a:pt x="26797" y="26796"/>
                  </a:lnTo>
                  <a:lnTo>
                    <a:pt x="33333" y="26796"/>
                  </a:lnTo>
                  <a:lnTo>
                    <a:pt x="33781" y="26415"/>
                  </a:lnTo>
                  <a:lnTo>
                    <a:pt x="34035" y="26035"/>
                  </a:lnTo>
                  <a:close/>
                </a:path>
                <a:path w="40005" h="28575">
                  <a:moveTo>
                    <a:pt x="33333" y="26796"/>
                  </a:moveTo>
                  <a:lnTo>
                    <a:pt x="27041" y="26796"/>
                  </a:lnTo>
                  <a:lnTo>
                    <a:pt x="28448" y="28320"/>
                  </a:lnTo>
                  <a:lnTo>
                    <a:pt x="31242" y="28575"/>
                  </a:lnTo>
                  <a:lnTo>
                    <a:pt x="33333" y="26796"/>
                  </a:lnTo>
                  <a:close/>
                </a:path>
                <a:path w="40005" h="28575">
                  <a:moveTo>
                    <a:pt x="34385" y="24891"/>
                  </a:moveTo>
                  <a:lnTo>
                    <a:pt x="12954" y="24891"/>
                  </a:lnTo>
                  <a:lnTo>
                    <a:pt x="14224" y="27177"/>
                  </a:lnTo>
                  <a:lnTo>
                    <a:pt x="17018" y="27939"/>
                  </a:lnTo>
                  <a:lnTo>
                    <a:pt x="19304" y="26796"/>
                  </a:lnTo>
                  <a:lnTo>
                    <a:pt x="20446" y="26035"/>
                  </a:lnTo>
                  <a:lnTo>
                    <a:pt x="34035" y="26035"/>
                  </a:lnTo>
                  <a:lnTo>
                    <a:pt x="34205" y="25780"/>
                  </a:lnTo>
                  <a:lnTo>
                    <a:pt x="34353" y="25145"/>
                  </a:lnTo>
                  <a:lnTo>
                    <a:pt x="34385" y="24891"/>
                  </a:lnTo>
                  <a:close/>
                </a:path>
                <a:path w="40005" h="28575">
                  <a:moveTo>
                    <a:pt x="11937" y="1396"/>
                  </a:moveTo>
                  <a:lnTo>
                    <a:pt x="7746" y="2412"/>
                  </a:lnTo>
                  <a:lnTo>
                    <a:pt x="5842" y="5587"/>
                  </a:lnTo>
                  <a:lnTo>
                    <a:pt x="3509" y="5587"/>
                  </a:lnTo>
                  <a:lnTo>
                    <a:pt x="1777" y="6857"/>
                  </a:lnTo>
                  <a:lnTo>
                    <a:pt x="1503" y="9143"/>
                  </a:lnTo>
                  <a:lnTo>
                    <a:pt x="1439" y="10160"/>
                  </a:lnTo>
                  <a:lnTo>
                    <a:pt x="1777" y="11175"/>
                  </a:lnTo>
                  <a:lnTo>
                    <a:pt x="2539" y="11937"/>
                  </a:lnTo>
                  <a:lnTo>
                    <a:pt x="634" y="13080"/>
                  </a:lnTo>
                  <a:lnTo>
                    <a:pt x="0" y="15366"/>
                  </a:lnTo>
                  <a:lnTo>
                    <a:pt x="1777" y="18161"/>
                  </a:lnTo>
                  <a:lnTo>
                    <a:pt x="2796" y="18924"/>
                  </a:lnTo>
                  <a:lnTo>
                    <a:pt x="4063" y="18924"/>
                  </a:lnTo>
                  <a:lnTo>
                    <a:pt x="3770" y="21462"/>
                  </a:lnTo>
                  <a:lnTo>
                    <a:pt x="3682" y="22225"/>
                  </a:lnTo>
                  <a:lnTo>
                    <a:pt x="5968" y="25145"/>
                  </a:lnTo>
                  <a:lnTo>
                    <a:pt x="9937" y="25780"/>
                  </a:lnTo>
                  <a:lnTo>
                    <a:pt x="11353" y="25780"/>
                  </a:lnTo>
                  <a:lnTo>
                    <a:pt x="12954" y="24891"/>
                  </a:lnTo>
                  <a:lnTo>
                    <a:pt x="34385" y="24891"/>
                  </a:lnTo>
                  <a:lnTo>
                    <a:pt x="34417" y="24637"/>
                  </a:lnTo>
                  <a:lnTo>
                    <a:pt x="36956" y="24002"/>
                  </a:lnTo>
                  <a:lnTo>
                    <a:pt x="38354" y="21462"/>
                  </a:lnTo>
                  <a:lnTo>
                    <a:pt x="37719" y="18924"/>
                  </a:lnTo>
                  <a:lnTo>
                    <a:pt x="37592" y="18541"/>
                  </a:lnTo>
                  <a:lnTo>
                    <a:pt x="37363" y="18541"/>
                  </a:lnTo>
                  <a:lnTo>
                    <a:pt x="39496" y="15875"/>
                  </a:lnTo>
                  <a:lnTo>
                    <a:pt x="34670" y="9143"/>
                  </a:lnTo>
                  <a:lnTo>
                    <a:pt x="33655" y="9143"/>
                  </a:lnTo>
                  <a:lnTo>
                    <a:pt x="33655" y="6223"/>
                  </a:lnTo>
                  <a:lnTo>
                    <a:pt x="32093" y="4825"/>
                  </a:lnTo>
                  <a:lnTo>
                    <a:pt x="25781" y="4825"/>
                  </a:lnTo>
                  <a:lnTo>
                    <a:pt x="25336" y="3301"/>
                  </a:lnTo>
                  <a:lnTo>
                    <a:pt x="15112" y="3301"/>
                  </a:lnTo>
                  <a:lnTo>
                    <a:pt x="11937" y="1396"/>
                  </a:lnTo>
                  <a:close/>
                </a:path>
                <a:path w="40005" h="28575">
                  <a:moveTo>
                    <a:pt x="31242" y="4063"/>
                  </a:moveTo>
                  <a:lnTo>
                    <a:pt x="27558" y="4063"/>
                  </a:lnTo>
                  <a:lnTo>
                    <a:pt x="26669" y="4317"/>
                  </a:lnTo>
                  <a:lnTo>
                    <a:pt x="25781" y="4825"/>
                  </a:lnTo>
                  <a:lnTo>
                    <a:pt x="32093" y="4825"/>
                  </a:lnTo>
                  <a:lnTo>
                    <a:pt x="31242" y="4063"/>
                  </a:lnTo>
                  <a:close/>
                </a:path>
                <a:path w="40005" h="28575">
                  <a:moveTo>
                    <a:pt x="21589" y="0"/>
                  </a:moveTo>
                  <a:lnTo>
                    <a:pt x="16560" y="1396"/>
                  </a:lnTo>
                  <a:lnTo>
                    <a:pt x="16854" y="1396"/>
                  </a:lnTo>
                  <a:lnTo>
                    <a:pt x="15875" y="2158"/>
                  </a:lnTo>
                  <a:lnTo>
                    <a:pt x="15112" y="3301"/>
                  </a:lnTo>
                  <a:lnTo>
                    <a:pt x="25336" y="3301"/>
                  </a:lnTo>
                  <a:lnTo>
                    <a:pt x="25077" y="2412"/>
                  </a:lnTo>
                  <a:lnTo>
                    <a:pt x="25003" y="2158"/>
                  </a:lnTo>
                  <a:lnTo>
                    <a:pt x="24892" y="1777"/>
                  </a:lnTo>
                  <a:lnTo>
                    <a:pt x="21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1975993" y="322770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9"/>
                  </a:moveTo>
                  <a:lnTo>
                    <a:pt x="3682" y="228854"/>
                  </a:lnTo>
                  <a:lnTo>
                    <a:pt x="5968" y="231775"/>
                  </a:lnTo>
                  <a:lnTo>
                    <a:pt x="9143" y="232283"/>
                  </a:lnTo>
                  <a:lnTo>
                    <a:pt x="10540" y="232410"/>
                  </a:lnTo>
                  <a:lnTo>
                    <a:pt x="11811" y="232156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5"/>
                  </a:lnTo>
                  <a:lnTo>
                    <a:pt x="19684" y="233172"/>
                  </a:lnTo>
                  <a:lnTo>
                    <a:pt x="20065" y="232918"/>
                  </a:lnTo>
                  <a:lnTo>
                    <a:pt x="20446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5654" y="234315"/>
                  </a:lnTo>
                  <a:lnTo>
                    <a:pt x="26162" y="234061"/>
                  </a:lnTo>
                  <a:lnTo>
                    <a:pt x="26543" y="233680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019" y="233680"/>
                  </a:lnTo>
                  <a:lnTo>
                    <a:pt x="33781" y="233045"/>
                  </a:lnTo>
                  <a:lnTo>
                    <a:pt x="34289" y="232283"/>
                  </a:lnTo>
                  <a:lnTo>
                    <a:pt x="34417" y="231267"/>
                  </a:lnTo>
                  <a:lnTo>
                    <a:pt x="36956" y="230632"/>
                  </a:lnTo>
                  <a:lnTo>
                    <a:pt x="38354" y="228092"/>
                  </a:lnTo>
                  <a:lnTo>
                    <a:pt x="37718" y="225552"/>
                  </a:lnTo>
                  <a:lnTo>
                    <a:pt x="37718" y="225425"/>
                  </a:lnTo>
                  <a:lnTo>
                    <a:pt x="37592" y="225171"/>
                  </a:lnTo>
                  <a:lnTo>
                    <a:pt x="37464" y="225044"/>
                  </a:lnTo>
                  <a:lnTo>
                    <a:pt x="39496" y="222504"/>
                  </a:lnTo>
                  <a:lnTo>
                    <a:pt x="33655" y="215646"/>
                  </a:lnTo>
                  <a:lnTo>
                    <a:pt x="33655" y="212852"/>
                  </a:lnTo>
                  <a:lnTo>
                    <a:pt x="31242" y="210693"/>
                  </a:lnTo>
                  <a:lnTo>
                    <a:pt x="28448" y="210693"/>
                  </a:lnTo>
                  <a:lnTo>
                    <a:pt x="27558" y="210693"/>
                  </a:lnTo>
                  <a:lnTo>
                    <a:pt x="26669" y="210947"/>
                  </a:lnTo>
                  <a:lnTo>
                    <a:pt x="25781" y="211455"/>
                  </a:lnTo>
                  <a:lnTo>
                    <a:pt x="24892" y="208407"/>
                  </a:lnTo>
                  <a:lnTo>
                    <a:pt x="21589" y="206629"/>
                  </a:lnTo>
                  <a:lnTo>
                    <a:pt x="18414" y="207518"/>
                  </a:lnTo>
                  <a:lnTo>
                    <a:pt x="17018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6" y="209042"/>
                  </a:lnTo>
                  <a:lnTo>
                    <a:pt x="5842" y="212217"/>
                  </a:lnTo>
                  <a:lnTo>
                    <a:pt x="5714" y="212217"/>
                  </a:lnTo>
                  <a:lnTo>
                    <a:pt x="3682" y="212090"/>
                  </a:lnTo>
                  <a:lnTo>
                    <a:pt x="1777" y="213487"/>
                  </a:lnTo>
                  <a:lnTo>
                    <a:pt x="1524" y="215646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7" y="224790"/>
                  </a:lnTo>
                  <a:lnTo>
                    <a:pt x="2793" y="225552"/>
                  </a:lnTo>
                  <a:lnTo>
                    <a:pt x="4063" y="225552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1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89" y="0"/>
                  </a:lnTo>
                  <a:lnTo>
                    <a:pt x="21208" y="381"/>
                  </a:lnTo>
                  <a:lnTo>
                    <a:pt x="21208" y="762"/>
                  </a:lnTo>
                  <a:lnTo>
                    <a:pt x="21208" y="1143"/>
                  </a:lnTo>
                  <a:lnTo>
                    <a:pt x="21589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3"/>
                  </a:lnTo>
                  <a:lnTo>
                    <a:pt x="22732" y="762"/>
                  </a:lnTo>
                  <a:close/>
                </a:path>
                <a:path w="40005" h="235585">
                  <a:moveTo>
                    <a:pt x="22732" y="69087"/>
                  </a:moveTo>
                  <a:lnTo>
                    <a:pt x="22732" y="68325"/>
                  </a:lnTo>
                  <a:lnTo>
                    <a:pt x="22098" y="67564"/>
                  </a:lnTo>
                  <a:lnTo>
                    <a:pt x="21208" y="67564"/>
                  </a:lnTo>
                  <a:lnTo>
                    <a:pt x="20446" y="67564"/>
                  </a:lnTo>
                  <a:lnTo>
                    <a:pt x="19684" y="68325"/>
                  </a:lnTo>
                  <a:lnTo>
                    <a:pt x="19684" y="69087"/>
                  </a:lnTo>
                  <a:lnTo>
                    <a:pt x="19684" y="69977"/>
                  </a:lnTo>
                  <a:lnTo>
                    <a:pt x="20446" y="70612"/>
                  </a:lnTo>
                  <a:lnTo>
                    <a:pt x="21208" y="70612"/>
                  </a:lnTo>
                  <a:lnTo>
                    <a:pt x="22098" y="70612"/>
                  </a:lnTo>
                  <a:lnTo>
                    <a:pt x="22732" y="69977"/>
                  </a:lnTo>
                  <a:lnTo>
                    <a:pt x="22732" y="69087"/>
                  </a:lnTo>
                  <a:close/>
                </a:path>
                <a:path w="40005" h="235585">
                  <a:moveTo>
                    <a:pt x="22859" y="139065"/>
                  </a:moveTo>
                  <a:lnTo>
                    <a:pt x="22859" y="137795"/>
                  </a:lnTo>
                  <a:lnTo>
                    <a:pt x="21843" y="136779"/>
                  </a:lnTo>
                  <a:lnTo>
                    <a:pt x="20574" y="136779"/>
                  </a:lnTo>
                  <a:lnTo>
                    <a:pt x="19304" y="136779"/>
                  </a:lnTo>
                  <a:lnTo>
                    <a:pt x="18287" y="137795"/>
                  </a:lnTo>
                  <a:lnTo>
                    <a:pt x="18287" y="139065"/>
                  </a:lnTo>
                  <a:lnTo>
                    <a:pt x="18287" y="140335"/>
                  </a:lnTo>
                  <a:lnTo>
                    <a:pt x="19304" y="141350"/>
                  </a:lnTo>
                  <a:lnTo>
                    <a:pt x="20574" y="141350"/>
                  </a:lnTo>
                  <a:lnTo>
                    <a:pt x="21843" y="141350"/>
                  </a:lnTo>
                  <a:lnTo>
                    <a:pt x="22859" y="140335"/>
                  </a:lnTo>
                  <a:lnTo>
                    <a:pt x="22859" y="139065"/>
                  </a:lnTo>
                  <a:close/>
                </a:path>
                <a:path w="40005" h="235585">
                  <a:moveTo>
                    <a:pt x="4825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39" y="218694"/>
                  </a:lnTo>
                </a:path>
                <a:path w="40005" h="235585">
                  <a:moveTo>
                    <a:pt x="6731" y="212725"/>
                  </a:moveTo>
                  <a:lnTo>
                    <a:pt x="6476" y="212598"/>
                  </a:lnTo>
                  <a:lnTo>
                    <a:pt x="6095" y="212471"/>
                  </a:lnTo>
                  <a:lnTo>
                    <a:pt x="5714" y="212471"/>
                  </a:lnTo>
                </a:path>
                <a:path w="40005" h="235585">
                  <a:moveTo>
                    <a:pt x="15112" y="210058"/>
                  </a:moveTo>
                  <a:lnTo>
                    <a:pt x="14986" y="210312"/>
                  </a:lnTo>
                  <a:lnTo>
                    <a:pt x="14731" y="210693"/>
                  </a:lnTo>
                  <a:lnTo>
                    <a:pt x="14605" y="211074"/>
                  </a:lnTo>
                </a:path>
                <a:path w="40005" h="235585">
                  <a:moveTo>
                    <a:pt x="26034" y="212725"/>
                  </a:moveTo>
                  <a:lnTo>
                    <a:pt x="26034" y="212344"/>
                  </a:lnTo>
                  <a:lnTo>
                    <a:pt x="25907" y="211962"/>
                  </a:lnTo>
                  <a:lnTo>
                    <a:pt x="25781" y="211582"/>
                  </a:lnTo>
                </a:path>
                <a:path w="40005" h="235585">
                  <a:moveTo>
                    <a:pt x="30733" y="220218"/>
                  </a:moveTo>
                  <a:lnTo>
                    <a:pt x="32512" y="219456"/>
                  </a:lnTo>
                  <a:lnTo>
                    <a:pt x="33655" y="217678"/>
                  </a:lnTo>
                  <a:lnTo>
                    <a:pt x="33655" y="215773"/>
                  </a:lnTo>
                </a:path>
                <a:path w="40005" h="235585">
                  <a:moveTo>
                    <a:pt x="37464" y="225044"/>
                  </a:moveTo>
                  <a:lnTo>
                    <a:pt x="37211" y="224409"/>
                  </a:lnTo>
                  <a:lnTo>
                    <a:pt x="36830" y="223774"/>
                  </a:lnTo>
                  <a:lnTo>
                    <a:pt x="36194" y="223393"/>
                  </a:lnTo>
                </a:path>
                <a:path w="40005" h="235585">
                  <a:moveTo>
                    <a:pt x="34417" y="231394"/>
                  </a:moveTo>
                  <a:lnTo>
                    <a:pt x="34543" y="231140"/>
                  </a:lnTo>
                  <a:lnTo>
                    <a:pt x="34543" y="230886"/>
                  </a:lnTo>
                  <a:lnTo>
                    <a:pt x="34543" y="230632"/>
                  </a:lnTo>
                </a:path>
                <a:path w="40005" h="235585">
                  <a:moveTo>
                    <a:pt x="26288" y="232283"/>
                  </a:moveTo>
                  <a:lnTo>
                    <a:pt x="26415" y="232664"/>
                  </a:lnTo>
                  <a:lnTo>
                    <a:pt x="26669" y="233045"/>
                  </a:lnTo>
                  <a:lnTo>
                    <a:pt x="26924" y="233299"/>
                  </a:lnTo>
                </a:path>
                <a:path w="40005" h="235585">
                  <a:moveTo>
                    <a:pt x="20193" y="231775"/>
                  </a:moveTo>
                  <a:lnTo>
                    <a:pt x="20193" y="232156"/>
                  </a:lnTo>
                  <a:lnTo>
                    <a:pt x="20319" y="232410"/>
                  </a:lnTo>
                  <a:lnTo>
                    <a:pt x="20446" y="232664"/>
                  </a:lnTo>
                </a:path>
                <a:path w="40005" h="235585">
                  <a:moveTo>
                    <a:pt x="12954" y="231521"/>
                  </a:moveTo>
                  <a:lnTo>
                    <a:pt x="13334" y="231267"/>
                  </a:lnTo>
                  <a:lnTo>
                    <a:pt x="13843" y="231012"/>
                  </a:lnTo>
                  <a:lnTo>
                    <a:pt x="14096" y="230632"/>
                  </a:lnTo>
                </a:path>
                <a:path w="40005" h="235585">
                  <a:moveTo>
                    <a:pt x="4318" y="224790"/>
                  </a:moveTo>
                  <a:lnTo>
                    <a:pt x="4190" y="225044"/>
                  </a:lnTo>
                  <a:lnTo>
                    <a:pt x="4063" y="225425"/>
                  </a:lnTo>
                  <a:lnTo>
                    <a:pt x="4063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064258" y="3417061"/>
              <a:ext cx="5080" cy="78105"/>
            </a:xfrm>
            <a:custGeom>
              <a:avLst/>
              <a:gdLst/>
              <a:ahLst/>
              <a:cxnLst/>
              <a:rect l="l" t="t" r="r" b="b"/>
              <a:pathLst>
                <a:path w="5080" h="78104">
                  <a:moveTo>
                    <a:pt x="4699" y="762"/>
                  </a:moveTo>
                  <a:lnTo>
                    <a:pt x="3937" y="0"/>
                  </a:lnTo>
                  <a:lnTo>
                    <a:pt x="2159" y="0"/>
                  </a:lnTo>
                  <a:lnTo>
                    <a:pt x="1524" y="762"/>
                  </a:lnTo>
                  <a:lnTo>
                    <a:pt x="1524" y="2540"/>
                  </a:lnTo>
                  <a:lnTo>
                    <a:pt x="2159" y="3302"/>
                  </a:lnTo>
                  <a:lnTo>
                    <a:pt x="3937" y="3302"/>
                  </a:lnTo>
                  <a:lnTo>
                    <a:pt x="4699" y="2540"/>
                  </a:lnTo>
                  <a:lnTo>
                    <a:pt x="4699" y="1651"/>
                  </a:lnTo>
                  <a:lnTo>
                    <a:pt x="4699" y="762"/>
                  </a:lnTo>
                  <a:close/>
                </a:path>
                <a:path w="5080" h="78104">
                  <a:moveTo>
                    <a:pt x="4826" y="74041"/>
                  </a:moveTo>
                  <a:lnTo>
                    <a:pt x="3683" y="73025"/>
                  </a:lnTo>
                  <a:lnTo>
                    <a:pt x="1016" y="73025"/>
                  </a:lnTo>
                  <a:lnTo>
                    <a:pt x="0" y="74041"/>
                  </a:lnTo>
                  <a:lnTo>
                    <a:pt x="0" y="76708"/>
                  </a:lnTo>
                  <a:lnTo>
                    <a:pt x="1016" y="77851"/>
                  </a:lnTo>
                  <a:lnTo>
                    <a:pt x="3683" y="77851"/>
                  </a:lnTo>
                  <a:lnTo>
                    <a:pt x="4826" y="76708"/>
                  </a:lnTo>
                  <a:lnTo>
                    <a:pt x="4826" y="75438"/>
                  </a:lnTo>
                  <a:lnTo>
                    <a:pt x="4826" y="74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2046097" y="3345687"/>
              <a:ext cx="40005" cy="248920"/>
            </a:xfrm>
            <a:custGeom>
              <a:avLst/>
              <a:gdLst/>
              <a:ahLst/>
              <a:cxnLst/>
              <a:rect l="l" t="t" r="r" b="b"/>
              <a:pathLst>
                <a:path w="40005" h="248920">
                  <a:moveTo>
                    <a:pt x="4063" y="238251"/>
                  </a:moveTo>
                  <a:lnTo>
                    <a:pt x="3682" y="241681"/>
                  </a:lnTo>
                  <a:lnTo>
                    <a:pt x="5968" y="244728"/>
                  </a:lnTo>
                  <a:lnTo>
                    <a:pt x="9143" y="245237"/>
                  </a:lnTo>
                  <a:lnTo>
                    <a:pt x="10540" y="245363"/>
                  </a:lnTo>
                  <a:lnTo>
                    <a:pt x="11810" y="245110"/>
                  </a:lnTo>
                  <a:lnTo>
                    <a:pt x="12953" y="244475"/>
                  </a:lnTo>
                  <a:lnTo>
                    <a:pt x="14223" y="246761"/>
                  </a:lnTo>
                  <a:lnTo>
                    <a:pt x="17017" y="247650"/>
                  </a:lnTo>
                  <a:lnTo>
                    <a:pt x="19303" y="246379"/>
                  </a:lnTo>
                  <a:lnTo>
                    <a:pt x="19684" y="246252"/>
                  </a:lnTo>
                  <a:lnTo>
                    <a:pt x="20065" y="245872"/>
                  </a:lnTo>
                  <a:lnTo>
                    <a:pt x="20446" y="245617"/>
                  </a:lnTo>
                  <a:lnTo>
                    <a:pt x="21335" y="247523"/>
                  </a:lnTo>
                  <a:lnTo>
                    <a:pt x="23748" y="248412"/>
                  </a:lnTo>
                  <a:lnTo>
                    <a:pt x="25653" y="247396"/>
                  </a:lnTo>
                  <a:lnTo>
                    <a:pt x="26161" y="247141"/>
                  </a:lnTo>
                  <a:lnTo>
                    <a:pt x="26542" y="246761"/>
                  </a:lnTo>
                  <a:lnTo>
                    <a:pt x="26923" y="246252"/>
                  </a:lnTo>
                  <a:lnTo>
                    <a:pt x="28447" y="248158"/>
                  </a:lnTo>
                  <a:lnTo>
                    <a:pt x="31241" y="248285"/>
                  </a:lnTo>
                  <a:lnTo>
                    <a:pt x="33019" y="246761"/>
                  </a:lnTo>
                  <a:lnTo>
                    <a:pt x="33781" y="246125"/>
                  </a:lnTo>
                  <a:lnTo>
                    <a:pt x="34289" y="245237"/>
                  </a:lnTo>
                  <a:lnTo>
                    <a:pt x="34416" y="244221"/>
                  </a:lnTo>
                  <a:lnTo>
                    <a:pt x="36956" y="243459"/>
                  </a:lnTo>
                  <a:lnTo>
                    <a:pt x="38353" y="240791"/>
                  </a:lnTo>
                  <a:lnTo>
                    <a:pt x="37718" y="238125"/>
                  </a:lnTo>
                  <a:lnTo>
                    <a:pt x="37591" y="237744"/>
                  </a:lnTo>
                  <a:lnTo>
                    <a:pt x="37464" y="237489"/>
                  </a:lnTo>
                  <a:lnTo>
                    <a:pt x="39496" y="234823"/>
                  </a:lnTo>
                  <a:lnTo>
                    <a:pt x="38988" y="231012"/>
                  </a:lnTo>
                  <a:lnTo>
                    <a:pt x="36448" y="228853"/>
                  </a:lnTo>
                  <a:lnTo>
                    <a:pt x="35559" y="228219"/>
                  </a:lnTo>
                  <a:lnTo>
                    <a:pt x="34670" y="227837"/>
                  </a:lnTo>
                  <a:lnTo>
                    <a:pt x="33654" y="227711"/>
                  </a:lnTo>
                  <a:lnTo>
                    <a:pt x="33654" y="224789"/>
                  </a:lnTo>
                  <a:lnTo>
                    <a:pt x="31241" y="222376"/>
                  </a:lnTo>
                  <a:lnTo>
                    <a:pt x="28447" y="222376"/>
                  </a:lnTo>
                  <a:lnTo>
                    <a:pt x="27558" y="222376"/>
                  </a:lnTo>
                  <a:lnTo>
                    <a:pt x="26669" y="222758"/>
                  </a:lnTo>
                  <a:lnTo>
                    <a:pt x="25780" y="223265"/>
                  </a:lnTo>
                  <a:lnTo>
                    <a:pt x="24891" y="219963"/>
                  </a:lnTo>
                  <a:lnTo>
                    <a:pt x="21589" y="218059"/>
                  </a:lnTo>
                  <a:lnTo>
                    <a:pt x="18414" y="219075"/>
                  </a:lnTo>
                  <a:lnTo>
                    <a:pt x="17017" y="219583"/>
                  </a:lnTo>
                  <a:lnTo>
                    <a:pt x="15875" y="220345"/>
                  </a:lnTo>
                  <a:lnTo>
                    <a:pt x="15112" y="221614"/>
                  </a:lnTo>
                  <a:lnTo>
                    <a:pt x="11937" y="219583"/>
                  </a:lnTo>
                  <a:lnTo>
                    <a:pt x="7746" y="220599"/>
                  </a:lnTo>
                  <a:lnTo>
                    <a:pt x="5841" y="224027"/>
                  </a:lnTo>
                  <a:lnTo>
                    <a:pt x="3682" y="223900"/>
                  </a:lnTo>
                  <a:lnTo>
                    <a:pt x="1777" y="225425"/>
                  </a:lnTo>
                  <a:lnTo>
                    <a:pt x="1523" y="227584"/>
                  </a:lnTo>
                  <a:lnTo>
                    <a:pt x="1396" y="228726"/>
                  </a:lnTo>
                  <a:lnTo>
                    <a:pt x="1777" y="229870"/>
                  </a:lnTo>
                  <a:lnTo>
                    <a:pt x="2539" y="230759"/>
                  </a:lnTo>
                  <a:lnTo>
                    <a:pt x="634" y="231901"/>
                  </a:lnTo>
                  <a:lnTo>
                    <a:pt x="0" y="234314"/>
                  </a:lnTo>
                  <a:lnTo>
                    <a:pt x="1142" y="236220"/>
                  </a:lnTo>
                  <a:lnTo>
                    <a:pt x="1777" y="237362"/>
                  </a:lnTo>
                  <a:lnTo>
                    <a:pt x="2793" y="237998"/>
                  </a:lnTo>
                  <a:lnTo>
                    <a:pt x="4063" y="238125"/>
                  </a:lnTo>
                  <a:close/>
                </a:path>
                <a:path w="40005" h="248920">
                  <a:moveTo>
                    <a:pt x="22732" y="888"/>
                  </a:moveTo>
                  <a:lnTo>
                    <a:pt x="22732" y="381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462" y="0"/>
                  </a:lnTo>
                  <a:lnTo>
                    <a:pt x="21208" y="381"/>
                  </a:lnTo>
                  <a:lnTo>
                    <a:pt x="21208" y="888"/>
                  </a:lnTo>
                  <a:lnTo>
                    <a:pt x="21208" y="1270"/>
                  </a:lnTo>
                  <a:lnTo>
                    <a:pt x="21462" y="1650"/>
                  </a:lnTo>
                  <a:lnTo>
                    <a:pt x="21970" y="1650"/>
                  </a:lnTo>
                  <a:lnTo>
                    <a:pt x="22351" y="1650"/>
                  </a:lnTo>
                  <a:lnTo>
                    <a:pt x="22732" y="1270"/>
                  </a:lnTo>
                  <a:lnTo>
                    <a:pt x="22732" y="888"/>
                  </a:lnTo>
                  <a:close/>
                </a:path>
                <a:path w="40005" h="248920">
                  <a:moveTo>
                    <a:pt x="22859" y="73025"/>
                  </a:moveTo>
                  <a:lnTo>
                    <a:pt x="22859" y="72136"/>
                  </a:lnTo>
                  <a:lnTo>
                    <a:pt x="22097" y="71374"/>
                  </a:lnTo>
                  <a:lnTo>
                    <a:pt x="21208" y="71374"/>
                  </a:lnTo>
                  <a:lnTo>
                    <a:pt x="20319" y="71374"/>
                  </a:lnTo>
                  <a:lnTo>
                    <a:pt x="19684" y="72136"/>
                  </a:lnTo>
                  <a:lnTo>
                    <a:pt x="19684" y="73025"/>
                  </a:lnTo>
                  <a:lnTo>
                    <a:pt x="19684" y="73913"/>
                  </a:lnTo>
                  <a:lnTo>
                    <a:pt x="20319" y="74675"/>
                  </a:lnTo>
                  <a:lnTo>
                    <a:pt x="21208" y="74675"/>
                  </a:lnTo>
                  <a:lnTo>
                    <a:pt x="22097" y="74675"/>
                  </a:lnTo>
                  <a:lnTo>
                    <a:pt x="22859" y="73913"/>
                  </a:lnTo>
                  <a:lnTo>
                    <a:pt x="22859" y="73025"/>
                  </a:lnTo>
                  <a:close/>
                </a:path>
                <a:path w="40005" h="248920">
                  <a:moveTo>
                    <a:pt x="22986" y="146812"/>
                  </a:moveTo>
                  <a:lnTo>
                    <a:pt x="22986" y="145414"/>
                  </a:lnTo>
                  <a:lnTo>
                    <a:pt x="21843" y="144399"/>
                  </a:lnTo>
                  <a:lnTo>
                    <a:pt x="20573" y="144399"/>
                  </a:lnTo>
                  <a:lnTo>
                    <a:pt x="19176" y="144399"/>
                  </a:lnTo>
                  <a:lnTo>
                    <a:pt x="18160" y="145414"/>
                  </a:lnTo>
                  <a:lnTo>
                    <a:pt x="18160" y="146812"/>
                  </a:lnTo>
                  <a:lnTo>
                    <a:pt x="18160" y="148082"/>
                  </a:lnTo>
                  <a:lnTo>
                    <a:pt x="19176" y="149225"/>
                  </a:lnTo>
                  <a:lnTo>
                    <a:pt x="20573" y="149225"/>
                  </a:lnTo>
                  <a:lnTo>
                    <a:pt x="21843" y="149225"/>
                  </a:lnTo>
                  <a:lnTo>
                    <a:pt x="22986" y="148082"/>
                  </a:lnTo>
                  <a:lnTo>
                    <a:pt x="22986" y="146812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2067305" y="3466972"/>
              <a:ext cx="1905" cy="1905"/>
            </a:xfrm>
            <a:custGeom>
              <a:avLst/>
              <a:gdLst/>
              <a:ahLst/>
              <a:cxnLst/>
              <a:rect l="l" t="t" r="r" b="b"/>
              <a:pathLst>
                <a:path w="1905" h="1904">
                  <a:moveTo>
                    <a:pt x="1143" y="0"/>
                  </a:moveTo>
                  <a:lnTo>
                    <a:pt x="381" y="0"/>
                  </a:lnTo>
                  <a:lnTo>
                    <a:pt x="0" y="380"/>
                  </a:lnTo>
                  <a:lnTo>
                    <a:pt x="0" y="1142"/>
                  </a:lnTo>
                  <a:lnTo>
                    <a:pt x="381" y="1524"/>
                  </a:lnTo>
                  <a:lnTo>
                    <a:pt x="1143" y="1524"/>
                  </a:lnTo>
                  <a:lnTo>
                    <a:pt x="1524" y="1142"/>
                  </a:lnTo>
                  <a:lnTo>
                    <a:pt x="1524" y="762"/>
                  </a:lnTo>
                  <a:lnTo>
                    <a:pt x="1524" y="38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2046097" y="3466972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8"/>
                  </a:moveTo>
                  <a:lnTo>
                    <a:pt x="3682" y="228853"/>
                  </a:lnTo>
                  <a:lnTo>
                    <a:pt x="5968" y="231775"/>
                  </a:lnTo>
                  <a:lnTo>
                    <a:pt x="9143" y="232282"/>
                  </a:lnTo>
                  <a:lnTo>
                    <a:pt x="10540" y="232409"/>
                  </a:lnTo>
                  <a:lnTo>
                    <a:pt x="11810" y="232156"/>
                  </a:lnTo>
                  <a:lnTo>
                    <a:pt x="12953" y="231520"/>
                  </a:lnTo>
                  <a:lnTo>
                    <a:pt x="14223" y="233806"/>
                  </a:lnTo>
                  <a:lnTo>
                    <a:pt x="17017" y="234569"/>
                  </a:lnTo>
                  <a:lnTo>
                    <a:pt x="19303" y="233425"/>
                  </a:lnTo>
                  <a:lnTo>
                    <a:pt x="19684" y="233171"/>
                  </a:lnTo>
                  <a:lnTo>
                    <a:pt x="20065" y="232918"/>
                  </a:lnTo>
                  <a:lnTo>
                    <a:pt x="20446" y="232663"/>
                  </a:lnTo>
                  <a:lnTo>
                    <a:pt x="21335" y="234569"/>
                  </a:lnTo>
                  <a:lnTo>
                    <a:pt x="23748" y="235203"/>
                  </a:lnTo>
                  <a:lnTo>
                    <a:pt x="25653" y="234314"/>
                  </a:lnTo>
                  <a:lnTo>
                    <a:pt x="26161" y="234060"/>
                  </a:lnTo>
                  <a:lnTo>
                    <a:pt x="26542" y="233679"/>
                  </a:lnTo>
                  <a:lnTo>
                    <a:pt x="26923" y="233299"/>
                  </a:lnTo>
                  <a:lnTo>
                    <a:pt x="28447" y="234950"/>
                  </a:lnTo>
                  <a:lnTo>
                    <a:pt x="31241" y="235203"/>
                  </a:lnTo>
                  <a:lnTo>
                    <a:pt x="33019" y="233679"/>
                  </a:lnTo>
                  <a:lnTo>
                    <a:pt x="33781" y="233044"/>
                  </a:lnTo>
                  <a:lnTo>
                    <a:pt x="34289" y="232282"/>
                  </a:lnTo>
                  <a:lnTo>
                    <a:pt x="34416" y="231266"/>
                  </a:lnTo>
                  <a:lnTo>
                    <a:pt x="36956" y="230631"/>
                  </a:lnTo>
                  <a:lnTo>
                    <a:pt x="38353" y="228091"/>
                  </a:lnTo>
                  <a:lnTo>
                    <a:pt x="37718" y="225551"/>
                  </a:lnTo>
                  <a:lnTo>
                    <a:pt x="37591" y="225170"/>
                  </a:lnTo>
                  <a:lnTo>
                    <a:pt x="39496" y="222503"/>
                  </a:lnTo>
                  <a:lnTo>
                    <a:pt x="33654" y="215645"/>
                  </a:lnTo>
                  <a:lnTo>
                    <a:pt x="33654" y="212851"/>
                  </a:lnTo>
                  <a:lnTo>
                    <a:pt x="31241" y="210693"/>
                  </a:lnTo>
                  <a:lnTo>
                    <a:pt x="28447" y="210693"/>
                  </a:lnTo>
                  <a:lnTo>
                    <a:pt x="27558" y="210693"/>
                  </a:lnTo>
                  <a:lnTo>
                    <a:pt x="26669" y="210946"/>
                  </a:lnTo>
                  <a:lnTo>
                    <a:pt x="25780" y="211454"/>
                  </a:lnTo>
                  <a:lnTo>
                    <a:pt x="24891" y="208406"/>
                  </a:lnTo>
                  <a:lnTo>
                    <a:pt x="21589" y="206628"/>
                  </a:lnTo>
                  <a:lnTo>
                    <a:pt x="18414" y="207518"/>
                  </a:lnTo>
                  <a:lnTo>
                    <a:pt x="17017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6" y="209041"/>
                  </a:lnTo>
                  <a:lnTo>
                    <a:pt x="5841" y="212216"/>
                  </a:lnTo>
                  <a:lnTo>
                    <a:pt x="5714" y="212344"/>
                  </a:lnTo>
                  <a:lnTo>
                    <a:pt x="3682" y="212089"/>
                  </a:lnTo>
                  <a:lnTo>
                    <a:pt x="1777" y="213487"/>
                  </a:lnTo>
                  <a:lnTo>
                    <a:pt x="1523" y="215645"/>
                  </a:lnTo>
                  <a:lnTo>
                    <a:pt x="1396" y="216662"/>
                  </a:lnTo>
                  <a:lnTo>
                    <a:pt x="1777" y="217804"/>
                  </a:lnTo>
                  <a:lnTo>
                    <a:pt x="2539" y="218566"/>
                  </a:lnTo>
                  <a:lnTo>
                    <a:pt x="634" y="219709"/>
                  </a:lnTo>
                  <a:lnTo>
                    <a:pt x="0" y="221995"/>
                  </a:lnTo>
                  <a:lnTo>
                    <a:pt x="1142" y="223774"/>
                  </a:lnTo>
                  <a:lnTo>
                    <a:pt x="1777" y="224789"/>
                  </a:lnTo>
                  <a:lnTo>
                    <a:pt x="2793" y="225551"/>
                  </a:lnTo>
                  <a:lnTo>
                    <a:pt x="4063" y="225551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0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89" y="0"/>
                  </a:lnTo>
                  <a:lnTo>
                    <a:pt x="21208" y="380"/>
                  </a:lnTo>
                  <a:lnTo>
                    <a:pt x="21208" y="762"/>
                  </a:lnTo>
                  <a:lnTo>
                    <a:pt x="21208" y="1142"/>
                  </a:lnTo>
                  <a:lnTo>
                    <a:pt x="21589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2"/>
                  </a:lnTo>
                  <a:lnTo>
                    <a:pt x="22732" y="762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2122297" y="3458971"/>
              <a:ext cx="41275" cy="98425"/>
            </a:xfrm>
            <a:custGeom>
              <a:avLst/>
              <a:gdLst/>
              <a:ahLst/>
              <a:cxnLst/>
              <a:rect l="l" t="t" r="r" b="b"/>
              <a:pathLst>
                <a:path w="41275" h="98425">
                  <a:moveTo>
                    <a:pt x="23622" y="1016"/>
                  </a:moveTo>
                  <a:lnTo>
                    <a:pt x="22606" y="0"/>
                  </a:lnTo>
                  <a:lnTo>
                    <a:pt x="20066" y="0"/>
                  </a:lnTo>
                  <a:lnTo>
                    <a:pt x="19050" y="1016"/>
                  </a:lnTo>
                  <a:lnTo>
                    <a:pt x="19050" y="3556"/>
                  </a:lnTo>
                  <a:lnTo>
                    <a:pt x="20066" y="4572"/>
                  </a:lnTo>
                  <a:lnTo>
                    <a:pt x="22606" y="4572"/>
                  </a:lnTo>
                  <a:lnTo>
                    <a:pt x="23622" y="3556"/>
                  </a:lnTo>
                  <a:lnTo>
                    <a:pt x="23622" y="2286"/>
                  </a:lnTo>
                  <a:lnTo>
                    <a:pt x="23622" y="1016"/>
                  </a:lnTo>
                  <a:close/>
                </a:path>
                <a:path w="41275" h="98425">
                  <a:moveTo>
                    <a:pt x="41021" y="85725"/>
                  </a:moveTo>
                  <a:lnTo>
                    <a:pt x="40627" y="82931"/>
                  </a:lnTo>
                  <a:lnTo>
                    <a:pt x="40513" y="82042"/>
                  </a:lnTo>
                  <a:lnTo>
                    <a:pt x="37846" y="80022"/>
                  </a:lnTo>
                  <a:lnTo>
                    <a:pt x="36957" y="79375"/>
                  </a:lnTo>
                  <a:lnTo>
                    <a:pt x="35941" y="78994"/>
                  </a:lnTo>
                  <a:lnTo>
                    <a:pt x="34925" y="78994"/>
                  </a:lnTo>
                  <a:lnTo>
                    <a:pt x="34925" y="76085"/>
                  </a:lnTo>
                  <a:lnTo>
                    <a:pt x="33362" y="74676"/>
                  </a:lnTo>
                  <a:lnTo>
                    <a:pt x="32512" y="73914"/>
                  </a:lnTo>
                  <a:lnTo>
                    <a:pt x="28575" y="73914"/>
                  </a:lnTo>
                  <a:lnTo>
                    <a:pt x="27686" y="74168"/>
                  </a:lnTo>
                  <a:lnTo>
                    <a:pt x="26797" y="74676"/>
                  </a:lnTo>
                  <a:lnTo>
                    <a:pt x="26289" y="73152"/>
                  </a:lnTo>
                  <a:lnTo>
                    <a:pt x="25984" y="72263"/>
                  </a:lnTo>
                  <a:lnTo>
                    <a:pt x="25895" y="72009"/>
                  </a:lnTo>
                  <a:lnTo>
                    <a:pt x="25781" y="71628"/>
                  </a:lnTo>
                  <a:lnTo>
                    <a:pt x="22352" y="69850"/>
                  </a:lnTo>
                  <a:lnTo>
                    <a:pt x="19050" y="70739"/>
                  </a:lnTo>
                  <a:lnTo>
                    <a:pt x="17780" y="71120"/>
                  </a:lnTo>
                  <a:lnTo>
                    <a:pt x="16510" y="72009"/>
                  </a:lnTo>
                  <a:lnTo>
                    <a:pt x="15748" y="73152"/>
                  </a:lnTo>
                  <a:lnTo>
                    <a:pt x="12446" y="71259"/>
                  </a:lnTo>
                  <a:lnTo>
                    <a:pt x="8001" y="72263"/>
                  </a:lnTo>
                  <a:lnTo>
                    <a:pt x="6096" y="75438"/>
                  </a:lnTo>
                  <a:lnTo>
                    <a:pt x="3619" y="75438"/>
                  </a:lnTo>
                  <a:lnTo>
                    <a:pt x="1778" y="76708"/>
                  </a:lnTo>
                  <a:lnTo>
                    <a:pt x="1498" y="78994"/>
                  </a:lnTo>
                  <a:lnTo>
                    <a:pt x="1435" y="80022"/>
                  </a:lnTo>
                  <a:lnTo>
                    <a:pt x="1778" y="81026"/>
                  </a:lnTo>
                  <a:lnTo>
                    <a:pt x="2540" y="81788"/>
                  </a:lnTo>
                  <a:lnTo>
                    <a:pt x="635" y="82931"/>
                  </a:lnTo>
                  <a:lnTo>
                    <a:pt x="0" y="85217"/>
                  </a:lnTo>
                  <a:lnTo>
                    <a:pt x="1778" y="88023"/>
                  </a:lnTo>
                  <a:lnTo>
                    <a:pt x="2921" y="88785"/>
                  </a:lnTo>
                  <a:lnTo>
                    <a:pt x="4178" y="88785"/>
                  </a:lnTo>
                  <a:lnTo>
                    <a:pt x="3886" y="91313"/>
                  </a:lnTo>
                  <a:lnTo>
                    <a:pt x="3810" y="92075"/>
                  </a:lnTo>
                  <a:lnTo>
                    <a:pt x="6096" y="94996"/>
                  </a:lnTo>
                  <a:lnTo>
                    <a:pt x="10375" y="95631"/>
                  </a:lnTo>
                  <a:lnTo>
                    <a:pt x="11861" y="95631"/>
                  </a:lnTo>
                  <a:lnTo>
                    <a:pt x="13462" y="94742"/>
                  </a:lnTo>
                  <a:lnTo>
                    <a:pt x="14732" y="97028"/>
                  </a:lnTo>
                  <a:lnTo>
                    <a:pt x="17653" y="97790"/>
                  </a:lnTo>
                  <a:lnTo>
                    <a:pt x="20307" y="96520"/>
                  </a:lnTo>
                  <a:lnTo>
                    <a:pt x="21234" y="95961"/>
                  </a:lnTo>
                  <a:lnTo>
                    <a:pt x="22225" y="97790"/>
                  </a:lnTo>
                  <a:lnTo>
                    <a:pt x="24638" y="98425"/>
                  </a:lnTo>
                  <a:lnTo>
                    <a:pt x="26543" y="97548"/>
                  </a:lnTo>
                  <a:lnTo>
                    <a:pt x="27178" y="97282"/>
                  </a:lnTo>
                  <a:lnTo>
                    <a:pt x="27508" y="97028"/>
                  </a:lnTo>
                  <a:lnTo>
                    <a:pt x="27940" y="96520"/>
                  </a:lnTo>
                  <a:lnTo>
                    <a:pt x="29591" y="98171"/>
                  </a:lnTo>
                  <a:lnTo>
                    <a:pt x="32385" y="98425"/>
                  </a:lnTo>
                  <a:lnTo>
                    <a:pt x="34747" y="96520"/>
                  </a:lnTo>
                  <a:lnTo>
                    <a:pt x="34874" y="96520"/>
                  </a:lnTo>
                  <a:lnTo>
                    <a:pt x="35306" y="95897"/>
                  </a:lnTo>
                  <a:lnTo>
                    <a:pt x="35471" y="95631"/>
                  </a:lnTo>
                  <a:lnTo>
                    <a:pt x="35687" y="94996"/>
                  </a:lnTo>
                  <a:lnTo>
                    <a:pt x="35750" y="94742"/>
                  </a:lnTo>
                  <a:lnTo>
                    <a:pt x="35814" y="94488"/>
                  </a:lnTo>
                  <a:lnTo>
                    <a:pt x="38354" y="93853"/>
                  </a:lnTo>
                  <a:lnTo>
                    <a:pt x="39878" y="91313"/>
                  </a:lnTo>
                  <a:lnTo>
                    <a:pt x="39243" y="88785"/>
                  </a:lnTo>
                  <a:lnTo>
                    <a:pt x="39116" y="88392"/>
                  </a:lnTo>
                  <a:lnTo>
                    <a:pt x="41021" y="85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2122297" y="3322192"/>
              <a:ext cx="41275" cy="235585"/>
            </a:xfrm>
            <a:custGeom>
              <a:avLst/>
              <a:gdLst/>
              <a:ahLst/>
              <a:cxnLst/>
              <a:rect l="l" t="t" r="r" b="b"/>
              <a:pathLst>
                <a:path w="41275" h="235585">
                  <a:moveTo>
                    <a:pt x="4190" y="225679"/>
                  </a:moveTo>
                  <a:lnTo>
                    <a:pt x="3809" y="228854"/>
                  </a:lnTo>
                  <a:lnTo>
                    <a:pt x="6095" y="231775"/>
                  </a:lnTo>
                  <a:lnTo>
                    <a:pt x="9525" y="232283"/>
                  </a:lnTo>
                  <a:lnTo>
                    <a:pt x="10921" y="232410"/>
                  </a:lnTo>
                  <a:lnTo>
                    <a:pt x="12318" y="232156"/>
                  </a:lnTo>
                  <a:lnTo>
                    <a:pt x="13461" y="231521"/>
                  </a:lnTo>
                  <a:lnTo>
                    <a:pt x="14731" y="233807"/>
                  </a:lnTo>
                  <a:lnTo>
                    <a:pt x="21208" y="232664"/>
                  </a:lnTo>
                  <a:lnTo>
                    <a:pt x="22225" y="234569"/>
                  </a:lnTo>
                  <a:lnTo>
                    <a:pt x="24637" y="235204"/>
                  </a:lnTo>
                  <a:lnTo>
                    <a:pt x="26542" y="234315"/>
                  </a:lnTo>
                  <a:lnTo>
                    <a:pt x="27177" y="234061"/>
                  </a:lnTo>
                  <a:lnTo>
                    <a:pt x="27685" y="233680"/>
                  </a:lnTo>
                  <a:lnTo>
                    <a:pt x="27939" y="233299"/>
                  </a:lnTo>
                  <a:lnTo>
                    <a:pt x="29590" y="234950"/>
                  </a:lnTo>
                  <a:lnTo>
                    <a:pt x="35813" y="231267"/>
                  </a:lnTo>
                  <a:lnTo>
                    <a:pt x="38353" y="230632"/>
                  </a:lnTo>
                  <a:lnTo>
                    <a:pt x="39877" y="228092"/>
                  </a:lnTo>
                  <a:lnTo>
                    <a:pt x="39242" y="225552"/>
                  </a:lnTo>
                  <a:lnTo>
                    <a:pt x="39115" y="225425"/>
                  </a:lnTo>
                  <a:lnTo>
                    <a:pt x="39115" y="225171"/>
                  </a:lnTo>
                  <a:lnTo>
                    <a:pt x="41020" y="222504"/>
                  </a:lnTo>
                  <a:lnTo>
                    <a:pt x="40512" y="218821"/>
                  </a:lnTo>
                  <a:lnTo>
                    <a:pt x="37845" y="216789"/>
                  </a:lnTo>
                  <a:lnTo>
                    <a:pt x="36956" y="216154"/>
                  </a:lnTo>
                  <a:lnTo>
                    <a:pt x="35940" y="215773"/>
                  </a:lnTo>
                  <a:lnTo>
                    <a:pt x="34925" y="215646"/>
                  </a:lnTo>
                  <a:lnTo>
                    <a:pt x="34925" y="212852"/>
                  </a:lnTo>
                  <a:lnTo>
                    <a:pt x="32511" y="210693"/>
                  </a:lnTo>
                  <a:lnTo>
                    <a:pt x="29590" y="210693"/>
                  </a:lnTo>
                  <a:lnTo>
                    <a:pt x="28575" y="210693"/>
                  </a:lnTo>
                  <a:lnTo>
                    <a:pt x="27685" y="210947"/>
                  </a:lnTo>
                  <a:lnTo>
                    <a:pt x="26796" y="211455"/>
                  </a:lnTo>
                  <a:lnTo>
                    <a:pt x="25780" y="208407"/>
                  </a:lnTo>
                  <a:lnTo>
                    <a:pt x="22351" y="206629"/>
                  </a:lnTo>
                  <a:lnTo>
                    <a:pt x="19050" y="207518"/>
                  </a:lnTo>
                  <a:lnTo>
                    <a:pt x="17779" y="207899"/>
                  </a:lnTo>
                  <a:lnTo>
                    <a:pt x="16509" y="208787"/>
                  </a:lnTo>
                  <a:lnTo>
                    <a:pt x="15747" y="209931"/>
                  </a:lnTo>
                  <a:lnTo>
                    <a:pt x="12445" y="208026"/>
                  </a:lnTo>
                  <a:lnTo>
                    <a:pt x="8000" y="209042"/>
                  </a:lnTo>
                  <a:lnTo>
                    <a:pt x="6095" y="212217"/>
                  </a:lnTo>
                  <a:lnTo>
                    <a:pt x="3809" y="212090"/>
                  </a:lnTo>
                  <a:lnTo>
                    <a:pt x="1777" y="213487"/>
                  </a:lnTo>
                  <a:lnTo>
                    <a:pt x="1523" y="215646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2" y="223774"/>
                  </a:lnTo>
                  <a:lnTo>
                    <a:pt x="1777" y="224790"/>
                  </a:lnTo>
                  <a:lnTo>
                    <a:pt x="2920" y="225552"/>
                  </a:lnTo>
                  <a:lnTo>
                    <a:pt x="4190" y="225552"/>
                  </a:lnTo>
                  <a:close/>
                </a:path>
                <a:path w="41275" h="235585">
                  <a:moveTo>
                    <a:pt x="23621" y="762"/>
                  </a:moveTo>
                  <a:lnTo>
                    <a:pt x="23621" y="381"/>
                  </a:lnTo>
                  <a:lnTo>
                    <a:pt x="23240" y="0"/>
                  </a:lnTo>
                  <a:lnTo>
                    <a:pt x="22859" y="0"/>
                  </a:lnTo>
                  <a:lnTo>
                    <a:pt x="22351" y="0"/>
                  </a:lnTo>
                  <a:lnTo>
                    <a:pt x="22097" y="381"/>
                  </a:lnTo>
                  <a:lnTo>
                    <a:pt x="22097" y="762"/>
                  </a:lnTo>
                  <a:lnTo>
                    <a:pt x="22097" y="1143"/>
                  </a:lnTo>
                  <a:lnTo>
                    <a:pt x="22351" y="1524"/>
                  </a:lnTo>
                  <a:lnTo>
                    <a:pt x="22859" y="1524"/>
                  </a:lnTo>
                  <a:lnTo>
                    <a:pt x="23240" y="1524"/>
                  </a:lnTo>
                  <a:lnTo>
                    <a:pt x="23621" y="1143"/>
                  </a:lnTo>
                  <a:lnTo>
                    <a:pt x="23621" y="762"/>
                  </a:lnTo>
                  <a:close/>
                </a:path>
                <a:path w="41275" h="235585">
                  <a:moveTo>
                    <a:pt x="23621" y="69087"/>
                  </a:moveTo>
                  <a:lnTo>
                    <a:pt x="23621" y="68326"/>
                  </a:lnTo>
                  <a:lnTo>
                    <a:pt x="22859" y="67564"/>
                  </a:lnTo>
                  <a:lnTo>
                    <a:pt x="22097" y="67564"/>
                  </a:lnTo>
                  <a:lnTo>
                    <a:pt x="21208" y="67564"/>
                  </a:lnTo>
                  <a:lnTo>
                    <a:pt x="20573" y="68326"/>
                  </a:lnTo>
                  <a:lnTo>
                    <a:pt x="20573" y="69087"/>
                  </a:lnTo>
                  <a:lnTo>
                    <a:pt x="20573" y="69977"/>
                  </a:lnTo>
                  <a:lnTo>
                    <a:pt x="21208" y="70612"/>
                  </a:lnTo>
                  <a:lnTo>
                    <a:pt x="22097" y="70612"/>
                  </a:lnTo>
                  <a:lnTo>
                    <a:pt x="22859" y="70612"/>
                  </a:lnTo>
                  <a:lnTo>
                    <a:pt x="23621" y="69977"/>
                  </a:lnTo>
                  <a:lnTo>
                    <a:pt x="23621" y="69087"/>
                  </a:lnTo>
                  <a:close/>
                </a:path>
                <a:path w="41275" h="235585">
                  <a:moveTo>
                    <a:pt x="23621" y="139065"/>
                  </a:moveTo>
                  <a:lnTo>
                    <a:pt x="23621" y="137795"/>
                  </a:lnTo>
                  <a:lnTo>
                    <a:pt x="22605" y="136779"/>
                  </a:lnTo>
                  <a:lnTo>
                    <a:pt x="21335" y="136779"/>
                  </a:lnTo>
                  <a:lnTo>
                    <a:pt x="20065" y="136779"/>
                  </a:lnTo>
                  <a:lnTo>
                    <a:pt x="19050" y="137795"/>
                  </a:lnTo>
                  <a:lnTo>
                    <a:pt x="19050" y="139065"/>
                  </a:lnTo>
                  <a:lnTo>
                    <a:pt x="19050" y="140335"/>
                  </a:lnTo>
                  <a:lnTo>
                    <a:pt x="20065" y="141351"/>
                  </a:lnTo>
                  <a:lnTo>
                    <a:pt x="21335" y="141351"/>
                  </a:lnTo>
                  <a:lnTo>
                    <a:pt x="22605" y="141351"/>
                  </a:lnTo>
                  <a:lnTo>
                    <a:pt x="23621" y="140335"/>
                  </a:lnTo>
                  <a:lnTo>
                    <a:pt x="23621" y="139065"/>
                  </a:lnTo>
                  <a:close/>
                </a:path>
                <a:path w="41275" h="235585">
                  <a:moveTo>
                    <a:pt x="4952" y="218186"/>
                  </a:moveTo>
                  <a:lnTo>
                    <a:pt x="4190" y="218186"/>
                  </a:lnTo>
                  <a:lnTo>
                    <a:pt x="3301" y="218312"/>
                  </a:lnTo>
                  <a:lnTo>
                    <a:pt x="2666" y="218694"/>
                  </a:lnTo>
                </a:path>
                <a:path w="41275" h="235585">
                  <a:moveTo>
                    <a:pt x="6984" y="212725"/>
                  </a:moveTo>
                  <a:lnTo>
                    <a:pt x="6603" y="212598"/>
                  </a:lnTo>
                  <a:lnTo>
                    <a:pt x="6350" y="212471"/>
                  </a:lnTo>
                  <a:lnTo>
                    <a:pt x="5968" y="212471"/>
                  </a:lnTo>
                </a:path>
                <a:path w="41275" h="235585">
                  <a:moveTo>
                    <a:pt x="15747" y="210058"/>
                  </a:moveTo>
                  <a:lnTo>
                    <a:pt x="15493" y="210312"/>
                  </a:lnTo>
                  <a:lnTo>
                    <a:pt x="15239" y="210693"/>
                  </a:lnTo>
                  <a:lnTo>
                    <a:pt x="15112" y="211074"/>
                  </a:lnTo>
                </a:path>
                <a:path w="41275" h="235585">
                  <a:moveTo>
                    <a:pt x="27050" y="212725"/>
                  </a:moveTo>
                  <a:lnTo>
                    <a:pt x="27050" y="212344"/>
                  </a:lnTo>
                  <a:lnTo>
                    <a:pt x="26923" y="211962"/>
                  </a:lnTo>
                  <a:lnTo>
                    <a:pt x="26796" y="211582"/>
                  </a:lnTo>
                </a:path>
                <a:path w="41275" h="235585">
                  <a:moveTo>
                    <a:pt x="31876" y="220218"/>
                  </a:moveTo>
                  <a:lnTo>
                    <a:pt x="33781" y="219456"/>
                  </a:lnTo>
                  <a:lnTo>
                    <a:pt x="34925" y="217678"/>
                  </a:lnTo>
                  <a:lnTo>
                    <a:pt x="34925" y="215773"/>
                  </a:lnTo>
                </a:path>
                <a:path w="41275" h="235585">
                  <a:moveTo>
                    <a:pt x="38988" y="225044"/>
                  </a:moveTo>
                  <a:lnTo>
                    <a:pt x="38734" y="224409"/>
                  </a:lnTo>
                  <a:lnTo>
                    <a:pt x="38226" y="223774"/>
                  </a:lnTo>
                  <a:lnTo>
                    <a:pt x="37591" y="223393"/>
                  </a:lnTo>
                </a:path>
                <a:path w="41275" h="235585">
                  <a:moveTo>
                    <a:pt x="35813" y="231394"/>
                  </a:moveTo>
                  <a:lnTo>
                    <a:pt x="35813" y="231140"/>
                  </a:lnTo>
                  <a:lnTo>
                    <a:pt x="35813" y="230886"/>
                  </a:lnTo>
                  <a:lnTo>
                    <a:pt x="35813" y="230632"/>
                  </a:lnTo>
                </a:path>
                <a:path w="41275" h="235585">
                  <a:moveTo>
                    <a:pt x="27304" y="232283"/>
                  </a:moveTo>
                  <a:lnTo>
                    <a:pt x="27431" y="232664"/>
                  </a:lnTo>
                  <a:lnTo>
                    <a:pt x="27685" y="233045"/>
                  </a:lnTo>
                  <a:lnTo>
                    <a:pt x="27939" y="233299"/>
                  </a:lnTo>
                </a:path>
                <a:path w="41275" h="235585">
                  <a:moveTo>
                    <a:pt x="20954" y="231775"/>
                  </a:moveTo>
                  <a:lnTo>
                    <a:pt x="20954" y="232156"/>
                  </a:lnTo>
                  <a:lnTo>
                    <a:pt x="21081" y="232410"/>
                  </a:lnTo>
                  <a:lnTo>
                    <a:pt x="21335" y="232664"/>
                  </a:lnTo>
                </a:path>
                <a:path w="41275" h="235585">
                  <a:moveTo>
                    <a:pt x="13461" y="231521"/>
                  </a:moveTo>
                  <a:lnTo>
                    <a:pt x="13969" y="231267"/>
                  </a:lnTo>
                  <a:lnTo>
                    <a:pt x="14350" y="231012"/>
                  </a:lnTo>
                  <a:lnTo>
                    <a:pt x="14604" y="230632"/>
                  </a:lnTo>
                </a:path>
                <a:path w="41275" h="235585">
                  <a:moveTo>
                    <a:pt x="4444" y="224790"/>
                  </a:moveTo>
                  <a:lnTo>
                    <a:pt x="4317" y="225044"/>
                  </a:lnTo>
                  <a:lnTo>
                    <a:pt x="4317" y="225425"/>
                  </a:lnTo>
                  <a:lnTo>
                    <a:pt x="4190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2161921" y="3561460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22733" y="68326"/>
                  </a:moveTo>
                  <a:lnTo>
                    <a:pt x="22098" y="67564"/>
                  </a:lnTo>
                  <a:lnTo>
                    <a:pt x="20447" y="67564"/>
                  </a:lnTo>
                  <a:lnTo>
                    <a:pt x="19685" y="68326"/>
                  </a:lnTo>
                  <a:lnTo>
                    <a:pt x="19685" y="69977"/>
                  </a:lnTo>
                  <a:lnTo>
                    <a:pt x="20447" y="70612"/>
                  </a:lnTo>
                  <a:lnTo>
                    <a:pt x="22098" y="70612"/>
                  </a:lnTo>
                  <a:lnTo>
                    <a:pt x="22733" y="69977"/>
                  </a:lnTo>
                  <a:lnTo>
                    <a:pt x="22733" y="69088"/>
                  </a:lnTo>
                  <a:lnTo>
                    <a:pt x="22733" y="68326"/>
                  </a:lnTo>
                  <a:close/>
                </a:path>
                <a:path w="40005" h="235585">
                  <a:moveTo>
                    <a:pt x="22733" y="381"/>
                  </a:moveTo>
                  <a:lnTo>
                    <a:pt x="22352" y="0"/>
                  </a:lnTo>
                  <a:lnTo>
                    <a:pt x="21590" y="0"/>
                  </a:lnTo>
                  <a:lnTo>
                    <a:pt x="21209" y="381"/>
                  </a:lnTo>
                  <a:lnTo>
                    <a:pt x="21209" y="1143"/>
                  </a:lnTo>
                  <a:lnTo>
                    <a:pt x="21590" y="1524"/>
                  </a:lnTo>
                  <a:lnTo>
                    <a:pt x="22352" y="1524"/>
                  </a:lnTo>
                  <a:lnTo>
                    <a:pt x="22733" y="1143"/>
                  </a:lnTo>
                  <a:lnTo>
                    <a:pt x="22733" y="762"/>
                  </a:lnTo>
                  <a:lnTo>
                    <a:pt x="22733" y="381"/>
                  </a:lnTo>
                  <a:close/>
                </a:path>
                <a:path w="40005" h="235585">
                  <a:moveTo>
                    <a:pt x="22860" y="137795"/>
                  </a:moveTo>
                  <a:lnTo>
                    <a:pt x="21844" y="136779"/>
                  </a:lnTo>
                  <a:lnTo>
                    <a:pt x="19304" y="136779"/>
                  </a:lnTo>
                  <a:lnTo>
                    <a:pt x="18288" y="137795"/>
                  </a:lnTo>
                  <a:lnTo>
                    <a:pt x="18288" y="140335"/>
                  </a:lnTo>
                  <a:lnTo>
                    <a:pt x="19304" y="141351"/>
                  </a:lnTo>
                  <a:lnTo>
                    <a:pt x="21844" y="141351"/>
                  </a:lnTo>
                  <a:lnTo>
                    <a:pt x="22860" y="140335"/>
                  </a:lnTo>
                  <a:lnTo>
                    <a:pt x="22860" y="139065"/>
                  </a:lnTo>
                  <a:lnTo>
                    <a:pt x="22860" y="137795"/>
                  </a:lnTo>
                  <a:close/>
                </a:path>
                <a:path w="40005" h="235585">
                  <a:moveTo>
                    <a:pt x="39497" y="222504"/>
                  </a:moveTo>
                  <a:lnTo>
                    <a:pt x="39103" y="219710"/>
                  </a:lnTo>
                  <a:lnTo>
                    <a:pt x="38989" y="218821"/>
                  </a:lnTo>
                  <a:lnTo>
                    <a:pt x="36449" y="216789"/>
                  </a:lnTo>
                  <a:lnTo>
                    <a:pt x="35560" y="216154"/>
                  </a:lnTo>
                  <a:lnTo>
                    <a:pt x="34671" y="215773"/>
                  </a:lnTo>
                  <a:lnTo>
                    <a:pt x="33655" y="215773"/>
                  </a:lnTo>
                  <a:lnTo>
                    <a:pt x="33655" y="212852"/>
                  </a:lnTo>
                  <a:lnTo>
                    <a:pt x="33083" y="212344"/>
                  </a:lnTo>
                  <a:lnTo>
                    <a:pt x="32092" y="211455"/>
                  </a:lnTo>
                  <a:lnTo>
                    <a:pt x="31242" y="210693"/>
                  </a:lnTo>
                  <a:lnTo>
                    <a:pt x="27559" y="210693"/>
                  </a:lnTo>
                  <a:lnTo>
                    <a:pt x="26670" y="210947"/>
                  </a:lnTo>
                  <a:lnTo>
                    <a:pt x="25781" y="211455"/>
                  </a:lnTo>
                  <a:lnTo>
                    <a:pt x="25336" y="209931"/>
                  </a:lnTo>
                  <a:lnTo>
                    <a:pt x="25069" y="209042"/>
                  </a:lnTo>
                  <a:lnTo>
                    <a:pt x="24993" y="208788"/>
                  </a:lnTo>
                  <a:lnTo>
                    <a:pt x="24892" y="208407"/>
                  </a:lnTo>
                  <a:lnTo>
                    <a:pt x="21590" y="206629"/>
                  </a:lnTo>
                  <a:lnTo>
                    <a:pt x="16560" y="208026"/>
                  </a:lnTo>
                  <a:lnTo>
                    <a:pt x="16852" y="208026"/>
                  </a:lnTo>
                  <a:lnTo>
                    <a:pt x="15875" y="208788"/>
                  </a:lnTo>
                  <a:lnTo>
                    <a:pt x="15113" y="209931"/>
                  </a:lnTo>
                  <a:lnTo>
                    <a:pt x="11938" y="208026"/>
                  </a:lnTo>
                  <a:lnTo>
                    <a:pt x="7747" y="209042"/>
                  </a:lnTo>
                  <a:lnTo>
                    <a:pt x="5842" y="212217"/>
                  </a:lnTo>
                  <a:lnTo>
                    <a:pt x="5715" y="212344"/>
                  </a:lnTo>
                  <a:lnTo>
                    <a:pt x="4686" y="212217"/>
                  </a:lnTo>
                  <a:lnTo>
                    <a:pt x="3505" y="212217"/>
                  </a:lnTo>
                  <a:lnTo>
                    <a:pt x="1778" y="213487"/>
                  </a:lnTo>
                  <a:lnTo>
                    <a:pt x="1498" y="215773"/>
                  </a:lnTo>
                  <a:lnTo>
                    <a:pt x="1435" y="216789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778" y="224790"/>
                  </a:lnTo>
                  <a:lnTo>
                    <a:pt x="2794" y="225564"/>
                  </a:lnTo>
                  <a:lnTo>
                    <a:pt x="4051" y="225564"/>
                  </a:lnTo>
                  <a:lnTo>
                    <a:pt x="3759" y="228092"/>
                  </a:lnTo>
                  <a:lnTo>
                    <a:pt x="3683" y="228854"/>
                  </a:lnTo>
                  <a:lnTo>
                    <a:pt x="5969" y="231775"/>
                  </a:lnTo>
                  <a:lnTo>
                    <a:pt x="9931" y="232410"/>
                  </a:lnTo>
                  <a:lnTo>
                    <a:pt x="11353" y="232410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6"/>
                  </a:lnTo>
                  <a:lnTo>
                    <a:pt x="20447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6162" y="234061"/>
                  </a:lnTo>
                  <a:lnTo>
                    <a:pt x="26797" y="233426"/>
                  </a:lnTo>
                  <a:lnTo>
                    <a:pt x="27038" y="233426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324" y="233426"/>
                  </a:lnTo>
                  <a:lnTo>
                    <a:pt x="33782" y="233045"/>
                  </a:lnTo>
                  <a:lnTo>
                    <a:pt x="34036" y="232664"/>
                  </a:lnTo>
                  <a:lnTo>
                    <a:pt x="34201" y="232410"/>
                  </a:lnTo>
                  <a:lnTo>
                    <a:pt x="34353" y="231775"/>
                  </a:lnTo>
                  <a:lnTo>
                    <a:pt x="34378" y="231521"/>
                  </a:lnTo>
                  <a:lnTo>
                    <a:pt x="34417" y="231267"/>
                  </a:lnTo>
                  <a:lnTo>
                    <a:pt x="36957" y="230632"/>
                  </a:lnTo>
                  <a:lnTo>
                    <a:pt x="38354" y="228092"/>
                  </a:lnTo>
                  <a:lnTo>
                    <a:pt x="37719" y="225564"/>
                  </a:lnTo>
                  <a:lnTo>
                    <a:pt x="37592" y="225171"/>
                  </a:lnTo>
                  <a:lnTo>
                    <a:pt x="39497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2161921" y="3561460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4" y="225678"/>
                  </a:moveTo>
                  <a:lnTo>
                    <a:pt x="3683" y="228853"/>
                  </a:lnTo>
                  <a:lnTo>
                    <a:pt x="5968" y="231775"/>
                  </a:lnTo>
                  <a:lnTo>
                    <a:pt x="9143" y="232282"/>
                  </a:lnTo>
                  <a:lnTo>
                    <a:pt x="10541" y="232409"/>
                  </a:lnTo>
                  <a:lnTo>
                    <a:pt x="11811" y="232156"/>
                  </a:lnTo>
                  <a:lnTo>
                    <a:pt x="12954" y="231520"/>
                  </a:lnTo>
                  <a:lnTo>
                    <a:pt x="14224" y="233806"/>
                  </a:lnTo>
                  <a:lnTo>
                    <a:pt x="17018" y="234569"/>
                  </a:lnTo>
                  <a:lnTo>
                    <a:pt x="19304" y="233425"/>
                  </a:lnTo>
                  <a:lnTo>
                    <a:pt x="19685" y="233171"/>
                  </a:lnTo>
                  <a:lnTo>
                    <a:pt x="20066" y="232918"/>
                  </a:lnTo>
                  <a:lnTo>
                    <a:pt x="20447" y="232663"/>
                  </a:lnTo>
                  <a:lnTo>
                    <a:pt x="21336" y="234569"/>
                  </a:lnTo>
                  <a:lnTo>
                    <a:pt x="23749" y="235203"/>
                  </a:lnTo>
                  <a:lnTo>
                    <a:pt x="25654" y="234314"/>
                  </a:lnTo>
                  <a:lnTo>
                    <a:pt x="26162" y="234061"/>
                  </a:lnTo>
                  <a:lnTo>
                    <a:pt x="26543" y="233680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2" y="235203"/>
                  </a:lnTo>
                  <a:lnTo>
                    <a:pt x="33020" y="233680"/>
                  </a:lnTo>
                  <a:lnTo>
                    <a:pt x="33781" y="233044"/>
                  </a:lnTo>
                  <a:lnTo>
                    <a:pt x="34290" y="232282"/>
                  </a:lnTo>
                  <a:lnTo>
                    <a:pt x="34417" y="231266"/>
                  </a:lnTo>
                  <a:lnTo>
                    <a:pt x="36956" y="230631"/>
                  </a:lnTo>
                  <a:lnTo>
                    <a:pt x="38354" y="228091"/>
                  </a:lnTo>
                  <a:lnTo>
                    <a:pt x="37718" y="225551"/>
                  </a:lnTo>
                  <a:lnTo>
                    <a:pt x="37592" y="225170"/>
                  </a:lnTo>
                  <a:lnTo>
                    <a:pt x="39497" y="222503"/>
                  </a:lnTo>
                  <a:lnTo>
                    <a:pt x="33655" y="215645"/>
                  </a:lnTo>
                  <a:lnTo>
                    <a:pt x="33655" y="212851"/>
                  </a:lnTo>
                  <a:lnTo>
                    <a:pt x="31242" y="210693"/>
                  </a:lnTo>
                  <a:lnTo>
                    <a:pt x="28448" y="210693"/>
                  </a:lnTo>
                  <a:lnTo>
                    <a:pt x="27559" y="210693"/>
                  </a:lnTo>
                  <a:lnTo>
                    <a:pt x="26670" y="210946"/>
                  </a:lnTo>
                  <a:lnTo>
                    <a:pt x="25781" y="211455"/>
                  </a:lnTo>
                  <a:lnTo>
                    <a:pt x="24892" y="208406"/>
                  </a:lnTo>
                  <a:lnTo>
                    <a:pt x="21590" y="206628"/>
                  </a:lnTo>
                  <a:lnTo>
                    <a:pt x="18415" y="207518"/>
                  </a:lnTo>
                  <a:lnTo>
                    <a:pt x="17018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7" y="209041"/>
                  </a:lnTo>
                  <a:lnTo>
                    <a:pt x="5842" y="212216"/>
                  </a:lnTo>
                  <a:lnTo>
                    <a:pt x="5715" y="212344"/>
                  </a:lnTo>
                  <a:lnTo>
                    <a:pt x="3683" y="212089"/>
                  </a:lnTo>
                  <a:lnTo>
                    <a:pt x="1778" y="213487"/>
                  </a:lnTo>
                  <a:lnTo>
                    <a:pt x="1524" y="215645"/>
                  </a:lnTo>
                  <a:lnTo>
                    <a:pt x="1397" y="216662"/>
                  </a:lnTo>
                  <a:lnTo>
                    <a:pt x="1778" y="217805"/>
                  </a:lnTo>
                  <a:lnTo>
                    <a:pt x="2540" y="218566"/>
                  </a:lnTo>
                  <a:lnTo>
                    <a:pt x="635" y="219709"/>
                  </a:lnTo>
                  <a:lnTo>
                    <a:pt x="0" y="221995"/>
                  </a:lnTo>
                  <a:lnTo>
                    <a:pt x="1143" y="223774"/>
                  </a:lnTo>
                  <a:lnTo>
                    <a:pt x="1778" y="224789"/>
                  </a:lnTo>
                  <a:lnTo>
                    <a:pt x="2793" y="225551"/>
                  </a:lnTo>
                  <a:lnTo>
                    <a:pt x="4064" y="225551"/>
                  </a:lnTo>
                  <a:close/>
                </a:path>
                <a:path w="40005" h="235585">
                  <a:moveTo>
                    <a:pt x="22733" y="762"/>
                  </a:moveTo>
                  <a:lnTo>
                    <a:pt x="22733" y="380"/>
                  </a:lnTo>
                  <a:lnTo>
                    <a:pt x="22352" y="0"/>
                  </a:lnTo>
                  <a:lnTo>
                    <a:pt x="21971" y="0"/>
                  </a:lnTo>
                  <a:lnTo>
                    <a:pt x="21590" y="0"/>
                  </a:lnTo>
                  <a:lnTo>
                    <a:pt x="21209" y="380"/>
                  </a:lnTo>
                  <a:lnTo>
                    <a:pt x="21209" y="762"/>
                  </a:lnTo>
                  <a:lnTo>
                    <a:pt x="21209" y="1142"/>
                  </a:lnTo>
                  <a:lnTo>
                    <a:pt x="21590" y="1524"/>
                  </a:lnTo>
                  <a:lnTo>
                    <a:pt x="21971" y="1524"/>
                  </a:lnTo>
                  <a:lnTo>
                    <a:pt x="22352" y="1524"/>
                  </a:lnTo>
                  <a:lnTo>
                    <a:pt x="22733" y="1142"/>
                  </a:lnTo>
                  <a:lnTo>
                    <a:pt x="22733" y="762"/>
                  </a:lnTo>
                  <a:close/>
                </a:path>
                <a:path w="40005" h="235585">
                  <a:moveTo>
                    <a:pt x="22733" y="69087"/>
                  </a:moveTo>
                  <a:lnTo>
                    <a:pt x="22733" y="68325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447" y="67563"/>
                  </a:lnTo>
                  <a:lnTo>
                    <a:pt x="19685" y="68325"/>
                  </a:lnTo>
                  <a:lnTo>
                    <a:pt x="19685" y="69087"/>
                  </a:lnTo>
                  <a:lnTo>
                    <a:pt x="19685" y="69976"/>
                  </a:lnTo>
                  <a:lnTo>
                    <a:pt x="20447" y="70612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733" y="69976"/>
                  </a:lnTo>
                  <a:lnTo>
                    <a:pt x="22733" y="69087"/>
                  </a:lnTo>
                  <a:close/>
                </a:path>
                <a:path w="40005" h="235585">
                  <a:moveTo>
                    <a:pt x="22860" y="139064"/>
                  </a:moveTo>
                  <a:lnTo>
                    <a:pt x="22860" y="137794"/>
                  </a:lnTo>
                  <a:lnTo>
                    <a:pt x="21843" y="136778"/>
                  </a:lnTo>
                  <a:lnTo>
                    <a:pt x="20574" y="136778"/>
                  </a:lnTo>
                  <a:lnTo>
                    <a:pt x="19304" y="136778"/>
                  </a:lnTo>
                  <a:lnTo>
                    <a:pt x="18287" y="137794"/>
                  </a:lnTo>
                  <a:lnTo>
                    <a:pt x="18287" y="139064"/>
                  </a:lnTo>
                  <a:lnTo>
                    <a:pt x="18287" y="140334"/>
                  </a:lnTo>
                  <a:lnTo>
                    <a:pt x="19304" y="141350"/>
                  </a:lnTo>
                  <a:lnTo>
                    <a:pt x="20574" y="141350"/>
                  </a:lnTo>
                  <a:lnTo>
                    <a:pt x="21843" y="141350"/>
                  </a:lnTo>
                  <a:lnTo>
                    <a:pt x="22860" y="140334"/>
                  </a:lnTo>
                  <a:lnTo>
                    <a:pt x="22860" y="139064"/>
                  </a:lnTo>
                  <a:close/>
                </a:path>
                <a:path w="40005" h="235585">
                  <a:moveTo>
                    <a:pt x="4826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40" y="218694"/>
                  </a:lnTo>
                </a:path>
                <a:path w="40005" h="235585">
                  <a:moveTo>
                    <a:pt x="6731" y="212725"/>
                  </a:moveTo>
                  <a:lnTo>
                    <a:pt x="6477" y="212597"/>
                  </a:lnTo>
                  <a:lnTo>
                    <a:pt x="6096" y="212470"/>
                  </a:lnTo>
                  <a:lnTo>
                    <a:pt x="5715" y="212470"/>
                  </a:lnTo>
                </a:path>
                <a:path w="40005" h="235585">
                  <a:moveTo>
                    <a:pt x="15112" y="210057"/>
                  </a:moveTo>
                  <a:lnTo>
                    <a:pt x="14986" y="210312"/>
                  </a:lnTo>
                  <a:lnTo>
                    <a:pt x="14731" y="210693"/>
                  </a:lnTo>
                  <a:lnTo>
                    <a:pt x="14605" y="211074"/>
                  </a:lnTo>
                </a:path>
                <a:path w="40005" h="235585">
                  <a:moveTo>
                    <a:pt x="26035" y="212725"/>
                  </a:moveTo>
                  <a:lnTo>
                    <a:pt x="26035" y="212344"/>
                  </a:lnTo>
                  <a:lnTo>
                    <a:pt x="25908" y="211962"/>
                  </a:lnTo>
                  <a:lnTo>
                    <a:pt x="25781" y="211581"/>
                  </a:lnTo>
                </a:path>
                <a:path w="40005" h="235585">
                  <a:moveTo>
                    <a:pt x="30734" y="220218"/>
                  </a:moveTo>
                  <a:lnTo>
                    <a:pt x="32512" y="219456"/>
                  </a:lnTo>
                  <a:lnTo>
                    <a:pt x="33655" y="217677"/>
                  </a:lnTo>
                  <a:lnTo>
                    <a:pt x="33655" y="215772"/>
                  </a:lnTo>
                </a:path>
                <a:path w="40005" h="235585">
                  <a:moveTo>
                    <a:pt x="37465" y="225044"/>
                  </a:moveTo>
                  <a:lnTo>
                    <a:pt x="37211" y="224408"/>
                  </a:lnTo>
                  <a:lnTo>
                    <a:pt x="36830" y="223774"/>
                  </a:lnTo>
                  <a:lnTo>
                    <a:pt x="36195" y="223393"/>
                  </a:lnTo>
                </a:path>
                <a:path w="40005" h="235585">
                  <a:moveTo>
                    <a:pt x="34417" y="231394"/>
                  </a:moveTo>
                  <a:lnTo>
                    <a:pt x="34543" y="231139"/>
                  </a:lnTo>
                  <a:lnTo>
                    <a:pt x="34543" y="230886"/>
                  </a:lnTo>
                  <a:lnTo>
                    <a:pt x="34543" y="230631"/>
                  </a:lnTo>
                </a:path>
                <a:path w="40005" h="235585">
                  <a:moveTo>
                    <a:pt x="26289" y="232282"/>
                  </a:moveTo>
                  <a:lnTo>
                    <a:pt x="26416" y="232663"/>
                  </a:lnTo>
                  <a:lnTo>
                    <a:pt x="26670" y="233044"/>
                  </a:lnTo>
                  <a:lnTo>
                    <a:pt x="26924" y="233299"/>
                  </a:lnTo>
                </a:path>
                <a:path w="40005" h="235585">
                  <a:moveTo>
                    <a:pt x="20193" y="231775"/>
                  </a:moveTo>
                  <a:lnTo>
                    <a:pt x="20193" y="232156"/>
                  </a:lnTo>
                  <a:lnTo>
                    <a:pt x="20320" y="232409"/>
                  </a:lnTo>
                  <a:lnTo>
                    <a:pt x="20447" y="232663"/>
                  </a:lnTo>
                </a:path>
                <a:path w="40005" h="235585">
                  <a:moveTo>
                    <a:pt x="12954" y="231520"/>
                  </a:moveTo>
                  <a:lnTo>
                    <a:pt x="13335" y="231266"/>
                  </a:lnTo>
                  <a:lnTo>
                    <a:pt x="13843" y="231012"/>
                  </a:lnTo>
                  <a:lnTo>
                    <a:pt x="14097" y="230631"/>
                  </a:lnTo>
                </a:path>
                <a:path w="40005" h="235585">
                  <a:moveTo>
                    <a:pt x="4318" y="224789"/>
                  </a:moveTo>
                  <a:lnTo>
                    <a:pt x="4191" y="225044"/>
                  </a:lnTo>
                  <a:lnTo>
                    <a:pt x="4064" y="225425"/>
                  </a:lnTo>
                  <a:lnTo>
                    <a:pt x="4064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2204593" y="3445636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22733" y="68326"/>
                  </a:moveTo>
                  <a:lnTo>
                    <a:pt x="22098" y="67564"/>
                  </a:lnTo>
                  <a:lnTo>
                    <a:pt x="20447" y="67564"/>
                  </a:lnTo>
                  <a:lnTo>
                    <a:pt x="19685" y="68326"/>
                  </a:lnTo>
                  <a:lnTo>
                    <a:pt x="19685" y="69977"/>
                  </a:lnTo>
                  <a:lnTo>
                    <a:pt x="20447" y="70612"/>
                  </a:lnTo>
                  <a:lnTo>
                    <a:pt x="22098" y="70612"/>
                  </a:lnTo>
                  <a:lnTo>
                    <a:pt x="22733" y="69977"/>
                  </a:lnTo>
                  <a:lnTo>
                    <a:pt x="22733" y="69088"/>
                  </a:lnTo>
                  <a:lnTo>
                    <a:pt x="22733" y="68326"/>
                  </a:lnTo>
                  <a:close/>
                </a:path>
                <a:path w="40005" h="235585">
                  <a:moveTo>
                    <a:pt x="22733" y="381"/>
                  </a:moveTo>
                  <a:lnTo>
                    <a:pt x="22352" y="0"/>
                  </a:lnTo>
                  <a:lnTo>
                    <a:pt x="21590" y="0"/>
                  </a:lnTo>
                  <a:lnTo>
                    <a:pt x="21209" y="381"/>
                  </a:lnTo>
                  <a:lnTo>
                    <a:pt x="21209" y="1143"/>
                  </a:lnTo>
                  <a:lnTo>
                    <a:pt x="21590" y="1524"/>
                  </a:lnTo>
                  <a:lnTo>
                    <a:pt x="22352" y="1524"/>
                  </a:lnTo>
                  <a:lnTo>
                    <a:pt x="22733" y="1143"/>
                  </a:lnTo>
                  <a:lnTo>
                    <a:pt x="22733" y="762"/>
                  </a:lnTo>
                  <a:lnTo>
                    <a:pt x="22733" y="381"/>
                  </a:lnTo>
                  <a:close/>
                </a:path>
                <a:path w="40005" h="235585">
                  <a:moveTo>
                    <a:pt x="22860" y="137807"/>
                  </a:moveTo>
                  <a:lnTo>
                    <a:pt x="21844" y="136779"/>
                  </a:lnTo>
                  <a:lnTo>
                    <a:pt x="19304" y="136779"/>
                  </a:lnTo>
                  <a:lnTo>
                    <a:pt x="18288" y="137807"/>
                  </a:lnTo>
                  <a:lnTo>
                    <a:pt x="18288" y="140335"/>
                  </a:lnTo>
                  <a:lnTo>
                    <a:pt x="19304" y="141351"/>
                  </a:lnTo>
                  <a:lnTo>
                    <a:pt x="21844" y="141351"/>
                  </a:lnTo>
                  <a:lnTo>
                    <a:pt x="22860" y="140335"/>
                  </a:lnTo>
                  <a:lnTo>
                    <a:pt x="22860" y="139065"/>
                  </a:lnTo>
                  <a:lnTo>
                    <a:pt x="22860" y="137807"/>
                  </a:lnTo>
                  <a:close/>
                </a:path>
                <a:path w="40005" h="235585">
                  <a:moveTo>
                    <a:pt x="39497" y="222504"/>
                  </a:moveTo>
                  <a:lnTo>
                    <a:pt x="39103" y="219710"/>
                  </a:lnTo>
                  <a:lnTo>
                    <a:pt x="38989" y="218821"/>
                  </a:lnTo>
                  <a:lnTo>
                    <a:pt x="36449" y="216789"/>
                  </a:lnTo>
                  <a:lnTo>
                    <a:pt x="35560" y="216154"/>
                  </a:lnTo>
                  <a:lnTo>
                    <a:pt x="34671" y="215773"/>
                  </a:lnTo>
                  <a:lnTo>
                    <a:pt x="33655" y="215646"/>
                  </a:lnTo>
                  <a:lnTo>
                    <a:pt x="33655" y="212852"/>
                  </a:lnTo>
                  <a:lnTo>
                    <a:pt x="32943" y="212217"/>
                  </a:lnTo>
                  <a:lnTo>
                    <a:pt x="32092" y="211455"/>
                  </a:lnTo>
                  <a:lnTo>
                    <a:pt x="31242" y="210693"/>
                  </a:lnTo>
                  <a:lnTo>
                    <a:pt x="27559" y="210693"/>
                  </a:lnTo>
                  <a:lnTo>
                    <a:pt x="26670" y="210947"/>
                  </a:lnTo>
                  <a:lnTo>
                    <a:pt x="25781" y="211455"/>
                  </a:lnTo>
                  <a:lnTo>
                    <a:pt x="25336" y="209931"/>
                  </a:lnTo>
                  <a:lnTo>
                    <a:pt x="25069" y="209042"/>
                  </a:lnTo>
                  <a:lnTo>
                    <a:pt x="24993" y="208788"/>
                  </a:lnTo>
                  <a:lnTo>
                    <a:pt x="24892" y="208407"/>
                  </a:lnTo>
                  <a:lnTo>
                    <a:pt x="21590" y="206629"/>
                  </a:lnTo>
                  <a:lnTo>
                    <a:pt x="16560" y="208026"/>
                  </a:lnTo>
                  <a:lnTo>
                    <a:pt x="16852" y="208026"/>
                  </a:lnTo>
                  <a:lnTo>
                    <a:pt x="15875" y="208788"/>
                  </a:lnTo>
                  <a:lnTo>
                    <a:pt x="15113" y="209931"/>
                  </a:lnTo>
                  <a:lnTo>
                    <a:pt x="11938" y="208026"/>
                  </a:lnTo>
                  <a:lnTo>
                    <a:pt x="7747" y="209042"/>
                  </a:lnTo>
                  <a:lnTo>
                    <a:pt x="5918" y="212090"/>
                  </a:lnTo>
                  <a:lnTo>
                    <a:pt x="5842" y="212217"/>
                  </a:lnTo>
                  <a:lnTo>
                    <a:pt x="3683" y="212090"/>
                  </a:lnTo>
                  <a:lnTo>
                    <a:pt x="1778" y="213487"/>
                  </a:lnTo>
                  <a:lnTo>
                    <a:pt x="1511" y="215646"/>
                  </a:lnTo>
                  <a:lnTo>
                    <a:pt x="1435" y="216789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778" y="224790"/>
                  </a:lnTo>
                  <a:lnTo>
                    <a:pt x="2794" y="225552"/>
                  </a:lnTo>
                  <a:lnTo>
                    <a:pt x="4064" y="225552"/>
                  </a:lnTo>
                  <a:lnTo>
                    <a:pt x="4064" y="225679"/>
                  </a:lnTo>
                  <a:lnTo>
                    <a:pt x="3771" y="228092"/>
                  </a:lnTo>
                  <a:lnTo>
                    <a:pt x="3683" y="228854"/>
                  </a:lnTo>
                  <a:lnTo>
                    <a:pt x="5969" y="231775"/>
                  </a:lnTo>
                  <a:lnTo>
                    <a:pt x="9144" y="232283"/>
                  </a:lnTo>
                  <a:lnTo>
                    <a:pt x="10541" y="232410"/>
                  </a:lnTo>
                  <a:lnTo>
                    <a:pt x="11176" y="232283"/>
                  </a:lnTo>
                  <a:lnTo>
                    <a:pt x="11582" y="232283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6"/>
                  </a:lnTo>
                  <a:lnTo>
                    <a:pt x="20447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6162" y="234061"/>
                  </a:lnTo>
                  <a:lnTo>
                    <a:pt x="26797" y="233426"/>
                  </a:lnTo>
                  <a:lnTo>
                    <a:pt x="27038" y="233426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324" y="233426"/>
                  </a:lnTo>
                  <a:lnTo>
                    <a:pt x="33782" y="233045"/>
                  </a:lnTo>
                  <a:lnTo>
                    <a:pt x="34023" y="232664"/>
                  </a:lnTo>
                  <a:lnTo>
                    <a:pt x="34201" y="232410"/>
                  </a:lnTo>
                  <a:lnTo>
                    <a:pt x="34290" y="232283"/>
                  </a:lnTo>
                  <a:lnTo>
                    <a:pt x="34378" y="231521"/>
                  </a:lnTo>
                  <a:lnTo>
                    <a:pt x="34417" y="231267"/>
                  </a:lnTo>
                  <a:lnTo>
                    <a:pt x="36957" y="230632"/>
                  </a:lnTo>
                  <a:lnTo>
                    <a:pt x="38354" y="228092"/>
                  </a:lnTo>
                  <a:lnTo>
                    <a:pt x="37744" y="225679"/>
                  </a:lnTo>
                  <a:lnTo>
                    <a:pt x="37719" y="225552"/>
                  </a:lnTo>
                  <a:lnTo>
                    <a:pt x="37592" y="225171"/>
                  </a:lnTo>
                  <a:lnTo>
                    <a:pt x="37363" y="225171"/>
                  </a:lnTo>
                  <a:lnTo>
                    <a:pt x="39497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2204593" y="3445636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9"/>
                  </a:moveTo>
                  <a:lnTo>
                    <a:pt x="3682" y="228854"/>
                  </a:lnTo>
                  <a:lnTo>
                    <a:pt x="5968" y="231775"/>
                  </a:lnTo>
                  <a:lnTo>
                    <a:pt x="9143" y="232282"/>
                  </a:lnTo>
                  <a:lnTo>
                    <a:pt x="10540" y="232410"/>
                  </a:lnTo>
                  <a:lnTo>
                    <a:pt x="11811" y="232156"/>
                  </a:lnTo>
                  <a:lnTo>
                    <a:pt x="12954" y="231520"/>
                  </a:lnTo>
                  <a:lnTo>
                    <a:pt x="14224" y="233806"/>
                  </a:lnTo>
                  <a:lnTo>
                    <a:pt x="17018" y="234569"/>
                  </a:lnTo>
                  <a:lnTo>
                    <a:pt x="19304" y="233425"/>
                  </a:lnTo>
                  <a:lnTo>
                    <a:pt x="19684" y="233171"/>
                  </a:lnTo>
                  <a:lnTo>
                    <a:pt x="20065" y="232918"/>
                  </a:lnTo>
                  <a:lnTo>
                    <a:pt x="20446" y="232663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5654" y="234314"/>
                  </a:lnTo>
                  <a:lnTo>
                    <a:pt x="26162" y="234061"/>
                  </a:lnTo>
                  <a:lnTo>
                    <a:pt x="26543" y="233680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019" y="233680"/>
                  </a:lnTo>
                  <a:lnTo>
                    <a:pt x="33781" y="233044"/>
                  </a:lnTo>
                  <a:lnTo>
                    <a:pt x="34289" y="232282"/>
                  </a:lnTo>
                  <a:lnTo>
                    <a:pt x="34417" y="231267"/>
                  </a:lnTo>
                  <a:lnTo>
                    <a:pt x="36956" y="230631"/>
                  </a:lnTo>
                  <a:lnTo>
                    <a:pt x="38354" y="228092"/>
                  </a:lnTo>
                  <a:lnTo>
                    <a:pt x="37718" y="225551"/>
                  </a:lnTo>
                  <a:lnTo>
                    <a:pt x="37592" y="225170"/>
                  </a:lnTo>
                  <a:lnTo>
                    <a:pt x="37464" y="225044"/>
                  </a:lnTo>
                  <a:lnTo>
                    <a:pt x="39496" y="222504"/>
                  </a:lnTo>
                  <a:lnTo>
                    <a:pt x="33655" y="215645"/>
                  </a:lnTo>
                  <a:lnTo>
                    <a:pt x="33655" y="212851"/>
                  </a:lnTo>
                  <a:lnTo>
                    <a:pt x="31242" y="210693"/>
                  </a:lnTo>
                  <a:lnTo>
                    <a:pt x="28448" y="210693"/>
                  </a:lnTo>
                  <a:lnTo>
                    <a:pt x="27558" y="210693"/>
                  </a:lnTo>
                  <a:lnTo>
                    <a:pt x="26669" y="210946"/>
                  </a:lnTo>
                  <a:lnTo>
                    <a:pt x="25781" y="211455"/>
                  </a:lnTo>
                  <a:lnTo>
                    <a:pt x="24892" y="208406"/>
                  </a:lnTo>
                  <a:lnTo>
                    <a:pt x="21589" y="206629"/>
                  </a:lnTo>
                  <a:lnTo>
                    <a:pt x="18414" y="207518"/>
                  </a:lnTo>
                  <a:lnTo>
                    <a:pt x="17018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6" y="209042"/>
                  </a:lnTo>
                  <a:lnTo>
                    <a:pt x="5842" y="212217"/>
                  </a:lnTo>
                  <a:lnTo>
                    <a:pt x="5714" y="212217"/>
                  </a:lnTo>
                  <a:lnTo>
                    <a:pt x="3682" y="212089"/>
                  </a:lnTo>
                  <a:lnTo>
                    <a:pt x="1777" y="213487"/>
                  </a:lnTo>
                  <a:lnTo>
                    <a:pt x="1524" y="215645"/>
                  </a:lnTo>
                  <a:lnTo>
                    <a:pt x="1396" y="216662"/>
                  </a:lnTo>
                  <a:lnTo>
                    <a:pt x="1777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5"/>
                  </a:lnTo>
                  <a:lnTo>
                    <a:pt x="1143" y="223774"/>
                  </a:lnTo>
                  <a:lnTo>
                    <a:pt x="1777" y="224789"/>
                  </a:lnTo>
                  <a:lnTo>
                    <a:pt x="2793" y="225551"/>
                  </a:lnTo>
                  <a:lnTo>
                    <a:pt x="4063" y="225551"/>
                  </a:lnTo>
                  <a:lnTo>
                    <a:pt x="4063" y="225679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0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89" y="0"/>
                  </a:lnTo>
                  <a:lnTo>
                    <a:pt x="21208" y="380"/>
                  </a:lnTo>
                  <a:lnTo>
                    <a:pt x="21208" y="762"/>
                  </a:lnTo>
                  <a:lnTo>
                    <a:pt x="21208" y="1142"/>
                  </a:lnTo>
                  <a:lnTo>
                    <a:pt x="21589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2"/>
                  </a:lnTo>
                  <a:lnTo>
                    <a:pt x="22732" y="762"/>
                  </a:lnTo>
                  <a:close/>
                </a:path>
                <a:path w="40005" h="235585">
                  <a:moveTo>
                    <a:pt x="22732" y="69087"/>
                  </a:moveTo>
                  <a:lnTo>
                    <a:pt x="22732" y="68325"/>
                  </a:lnTo>
                  <a:lnTo>
                    <a:pt x="22098" y="67563"/>
                  </a:lnTo>
                  <a:lnTo>
                    <a:pt x="21208" y="67563"/>
                  </a:lnTo>
                  <a:lnTo>
                    <a:pt x="20446" y="67563"/>
                  </a:lnTo>
                  <a:lnTo>
                    <a:pt x="19684" y="68325"/>
                  </a:lnTo>
                  <a:lnTo>
                    <a:pt x="19684" y="69087"/>
                  </a:lnTo>
                  <a:lnTo>
                    <a:pt x="19684" y="69976"/>
                  </a:lnTo>
                  <a:lnTo>
                    <a:pt x="20446" y="70612"/>
                  </a:lnTo>
                  <a:lnTo>
                    <a:pt x="21208" y="70612"/>
                  </a:lnTo>
                  <a:lnTo>
                    <a:pt x="22098" y="70612"/>
                  </a:lnTo>
                  <a:lnTo>
                    <a:pt x="22732" y="69976"/>
                  </a:lnTo>
                  <a:lnTo>
                    <a:pt x="22732" y="69087"/>
                  </a:lnTo>
                  <a:close/>
                </a:path>
                <a:path w="40005" h="235585">
                  <a:moveTo>
                    <a:pt x="22859" y="139064"/>
                  </a:moveTo>
                  <a:lnTo>
                    <a:pt x="22859" y="137795"/>
                  </a:lnTo>
                  <a:lnTo>
                    <a:pt x="21843" y="136778"/>
                  </a:lnTo>
                  <a:lnTo>
                    <a:pt x="20574" y="136778"/>
                  </a:lnTo>
                  <a:lnTo>
                    <a:pt x="19304" y="136778"/>
                  </a:lnTo>
                  <a:lnTo>
                    <a:pt x="18287" y="137795"/>
                  </a:lnTo>
                  <a:lnTo>
                    <a:pt x="18287" y="139064"/>
                  </a:lnTo>
                  <a:lnTo>
                    <a:pt x="18287" y="140335"/>
                  </a:lnTo>
                  <a:lnTo>
                    <a:pt x="19304" y="141350"/>
                  </a:lnTo>
                  <a:lnTo>
                    <a:pt x="20574" y="141350"/>
                  </a:lnTo>
                  <a:lnTo>
                    <a:pt x="21843" y="141350"/>
                  </a:lnTo>
                  <a:lnTo>
                    <a:pt x="22859" y="140335"/>
                  </a:lnTo>
                  <a:lnTo>
                    <a:pt x="22859" y="139064"/>
                  </a:lnTo>
                  <a:close/>
                </a:path>
                <a:path w="40005" h="235585">
                  <a:moveTo>
                    <a:pt x="4825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39" y="218694"/>
                  </a:lnTo>
                </a:path>
                <a:path w="40005" h="235585">
                  <a:moveTo>
                    <a:pt x="6731" y="212725"/>
                  </a:moveTo>
                  <a:lnTo>
                    <a:pt x="6476" y="212598"/>
                  </a:lnTo>
                  <a:lnTo>
                    <a:pt x="6095" y="212470"/>
                  </a:lnTo>
                  <a:lnTo>
                    <a:pt x="5714" y="212470"/>
                  </a:lnTo>
                </a:path>
                <a:path w="40005" h="235585">
                  <a:moveTo>
                    <a:pt x="15112" y="210057"/>
                  </a:moveTo>
                  <a:lnTo>
                    <a:pt x="14986" y="210312"/>
                  </a:lnTo>
                  <a:lnTo>
                    <a:pt x="14731" y="210693"/>
                  </a:lnTo>
                  <a:lnTo>
                    <a:pt x="14605" y="211074"/>
                  </a:lnTo>
                </a:path>
                <a:path w="40005" h="235585">
                  <a:moveTo>
                    <a:pt x="26034" y="212725"/>
                  </a:moveTo>
                  <a:lnTo>
                    <a:pt x="26034" y="212344"/>
                  </a:lnTo>
                  <a:lnTo>
                    <a:pt x="25907" y="211962"/>
                  </a:lnTo>
                  <a:lnTo>
                    <a:pt x="25781" y="211581"/>
                  </a:lnTo>
                </a:path>
                <a:path w="40005" h="235585">
                  <a:moveTo>
                    <a:pt x="30733" y="220218"/>
                  </a:moveTo>
                  <a:lnTo>
                    <a:pt x="32512" y="219456"/>
                  </a:lnTo>
                  <a:lnTo>
                    <a:pt x="33655" y="217677"/>
                  </a:lnTo>
                  <a:lnTo>
                    <a:pt x="33655" y="215773"/>
                  </a:lnTo>
                </a:path>
                <a:path w="40005" h="235585">
                  <a:moveTo>
                    <a:pt x="37464" y="225044"/>
                  </a:moveTo>
                  <a:lnTo>
                    <a:pt x="37211" y="224408"/>
                  </a:lnTo>
                  <a:lnTo>
                    <a:pt x="36830" y="223774"/>
                  </a:lnTo>
                  <a:lnTo>
                    <a:pt x="36194" y="223393"/>
                  </a:lnTo>
                </a:path>
                <a:path w="40005" h="235585">
                  <a:moveTo>
                    <a:pt x="34417" y="231394"/>
                  </a:moveTo>
                  <a:lnTo>
                    <a:pt x="34543" y="231139"/>
                  </a:lnTo>
                  <a:lnTo>
                    <a:pt x="34543" y="230886"/>
                  </a:lnTo>
                  <a:lnTo>
                    <a:pt x="34543" y="230631"/>
                  </a:lnTo>
                </a:path>
                <a:path w="40005" h="235585">
                  <a:moveTo>
                    <a:pt x="26288" y="232282"/>
                  </a:moveTo>
                  <a:lnTo>
                    <a:pt x="26415" y="232663"/>
                  </a:lnTo>
                  <a:lnTo>
                    <a:pt x="26669" y="233044"/>
                  </a:lnTo>
                  <a:lnTo>
                    <a:pt x="26924" y="233299"/>
                  </a:lnTo>
                </a:path>
                <a:path w="40005" h="235585">
                  <a:moveTo>
                    <a:pt x="20193" y="231775"/>
                  </a:moveTo>
                  <a:lnTo>
                    <a:pt x="20193" y="232156"/>
                  </a:lnTo>
                  <a:lnTo>
                    <a:pt x="20319" y="232410"/>
                  </a:lnTo>
                  <a:lnTo>
                    <a:pt x="20446" y="232663"/>
                  </a:lnTo>
                </a:path>
                <a:path w="40005" h="235585">
                  <a:moveTo>
                    <a:pt x="12954" y="231520"/>
                  </a:moveTo>
                  <a:lnTo>
                    <a:pt x="13334" y="231267"/>
                  </a:lnTo>
                  <a:lnTo>
                    <a:pt x="13843" y="231012"/>
                  </a:lnTo>
                  <a:lnTo>
                    <a:pt x="14096" y="230631"/>
                  </a:lnTo>
                </a:path>
                <a:path w="40005" h="235585">
                  <a:moveTo>
                    <a:pt x="4318" y="224789"/>
                  </a:moveTo>
                  <a:lnTo>
                    <a:pt x="4190" y="225044"/>
                  </a:lnTo>
                  <a:lnTo>
                    <a:pt x="4063" y="225425"/>
                  </a:lnTo>
                  <a:lnTo>
                    <a:pt x="4063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2221357" y="3393439"/>
              <a:ext cx="40005" cy="98425"/>
            </a:xfrm>
            <a:custGeom>
              <a:avLst/>
              <a:gdLst/>
              <a:ahLst/>
              <a:cxnLst/>
              <a:rect l="l" t="t" r="r" b="b"/>
              <a:pathLst>
                <a:path w="40005" h="98425">
                  <a:moveTo>
                    <a:pt x="10541" y="95631"/>
                  </a:moveTo>
                  <a:lnTo>
                    <a:pt x="9131" y="95504"/>
                  </a:lnTo>
                  <a:lnTo>
                    <a:pt x="9931" y="95631"/>
                  </a:lnTo>
                  <a:lnTo>
                    <a:pt x="10541" y="95631"/>
                  </a:lnTo>
                  <a:close/>
                </a:path>
                <a:path w="40005" h="98425">
                  <a:moveTo>
                    <a:pt x="13436" y="95631"/>
                  </a:moveTo>
                  <a:lnTo>
                    <a:pt x="13296" y="95377"/>
                  </a:lnTo>
                  <a:lnTo>
                    <a:pt x="11811" y="95377"/>
                  </a:lnTo>
                  <a:lnTo>
                    <a:pt x="10541" y="95631"/>
                  </a:lnTo>
                  <a:lnTo>
                    <a:pt x="13436" y="95631"/>
                  </a:lnTo>
                  <a:close/>
                </a:path>
                <a:path w="40005" h="98425">
                  <a:moveTo>
                    <a:pt x="22860" y="1016"/>
                  </a:moveTo>
                  <a:lnTo>
                    <a:pt x="21844" y="0"/>
                  </a:lnTo>
                  <a:lnTo>
                    <a:pt x="19304" y="0"/>
                  </a:lnTo>
                  <a:lnTo>
                    <a:pt x="18288" y="1016"/>
                  </a:lnTo>
                  <a:lnTo>
                    <a:pt x="18288" y="3556"/>
                  </a:lnTo>
                  <a:lnTo>
                    <a:pt x="19304" y="4572"/>
                  </a:lnTo>
                  <a:lnTo>
                    <a:pt x="21844" y="4572"/>
                  </a:lnTo>
                  <a:lnTo>
                    <a:pt x="22860" y="3556"/>
                  </a:lnTo>
                  <a:lnTo>
                    <a:pt x="22860" y="2286"/>
                  </a:lnTo>
                  <a:lnTo>
                    <a:pt x="22860" y="1016"/>
                  </a:lnTo>
                  <a:close/>
                </a:path>
                <a:path w="40005" h="98425">
                  <a:moveTo>
                    <a:pt x="34201" y="95631"/>
                  </a:moveTo>
                  <a:lnTo>
                    <a:pt x="13436" y="95631"/>
                  </a:lnTo>
                  <a:lnTo>
                    <a:pt x="14224" y="97028"/>
                  </a:lnTo>
                  <a:lnTo>
                    <a:pt x="17018" y="97790"/>
                  </a:lnTo>
                  <a:lnTo>
                    <a:pt x="19304" y="96647"/>
                  </a:lnTo>
                  <a:lnTo>
                    <a:pt x="20447" y="95885"/>
                  </a:lnTo>
                  <a:lnTo>
                    <a:pt x="21336" y="97790"/>
                  </a:lnTo>
                  <a:lnTo>
                    <a:pt x="23749" y="98425"/>
                  </a:lnTo>
                  <a:lnTo>
                    <a:pt x="26162" y="97282"/>
                  </a:lnTo>
                  <a:lnTo>
                    <a:pt x="26797" y="96647"/>
                  </a:lnTo>
                  <a:lnTo>
                    <a:pt x="27038" y="96647"/>
                  </a:lnTo>
                  <a:lnTo>
                    <a:pt x="28448" y="98171"/>
                  </a:lnTo>
                  <a:lnTo>
                    <a:pt x="31242" y="98425"/>
                  </a:lnTo>
                  <a:lnTo>
                    <a:pt x="33324" y="96647"/>
                  </a:lnTo>
                  <a:lnTo>
                    <a:pt x="33782" y="96266"/>
                  </a:lnTo>
                  <a:lnTo>
                    <a:pt x="34036" y="95885"/>
                  </a:lnTo>
                  <a:lnTo>
                    <a:pt x="34201" y="95631"/>
                  </a:lnTo>
                  <a:close/>
                </a:path>
                <a:path w="40005" h="98425">
                  <a:moveTo>
                    <a:pt x="39497" y="85725"/>
                  </a:moveTo>
                  <a:lnTo>
                    <a:pt x="39103" y="82931"/>
                  </a:lnTo>
                  <a:lnTo>
                    <a:pt x="38989" y="82042"/>
                  </a:lnTo>
                  <a:lnTo>
                    <a:pt x="36449" y="80010"/>
                  </a:lnTo>
                  <a:lnTo>
                    <a:pt x="35560" y="79375"/>
                  </a:lnTo>
                  <a:lnTo>
                    <a:pt x="34671" y="78994"/>
                  </a:lnTo>
                  <a:lnTo>
                    <a:pt x="33655" y="78994"/>
                  </a:lnTo>
                  <a:lnTo>
                    <a:pt x="33655" y="76073"/>
                  </a:lnTo>
                  <a:lnTo>
                    <a:pt x="32092" y="74676"/>
                  </a:lnTo>
                  <a:lnTo>
                    <a:pt x="31242" y="73914"/>
                  </a:lnTo>
                  <a:lnTo>
                    <a:pt x="27559" y="73914"/>
                  </a:lnTo>
                  <a:lnTo>
                    <a:pt x="26670" y="74168"/>
                  </a:lnTo>
                  <a:lnTo>
                    <a:pt x="25781" y="74676"/>
                  </a:lnTo>
                  <a:lnTo>
                    <a:pt x="25336" y="73152"/>
                  </a:lnTo>
                  <a:lnTo>
                    <a:pt x="25069" y="72263"/>
                  </a:lnTo>
                  <a:lnTo>
                    <a:pt x="24993" y="72009"/>
                  </a:lnTo>
                  <a:lnTo>
                    <a:pt x="24892" y="71628"/>
                  </a:lnTo>
                  <a:lnTo>
                    <a:pt x="21590" y="69850"/>
                  </a:lnTo>
                  <a:lnTo>
                    <a:pt x="16560" y="71247"/>
                  </a:lnTo>
                  <a:lnTo>
                    <a:pt x="16852" y="71247"/>
                  </a:lnTo>
                  <a:lnTo>
                    <a:pt x="15875" y="72009"/>
                  </a:lnTo>
                  <a:lnTo>
                    <a:pt x="15113" y="73152"/>
                  </a:lnTo>
                  <a:lnTo>
                    <a:pt x="11938" y="71247"/>
                  </a:lnTo>
                  <a:lnTo>
                    <a:pt x="7747" y="72263"/>
                  </a:lnTo>
                  <a:lnTo>
                    <a:pt x="5842" y="75438"/>
                  </a:lnTo>
                  <a:lnTo>
                    <a:pt x="3505" y="75438"/>
                  </a:lnTo>
                  <a:lnTo>
                    <a:pt x="1778" y="76708"/>
                  </a:lnTo>
                  <a:lnTo>
                    <a:pt x="1498" y="78994"/>
                  </a:lnTo>
                  <a:lnTo>
                    <a:pt x="1435" y="80010"/>
                  </a:lnTo>
                  <a:lnTo>
                    <a:pt x="1778" y="81026"/>
                  </a:lnTo>
                  <a:lnTo>
                    <a:pt x="2540" y="81788"/>
                  </a:lnTo>
                  <a:lnTo>
                    <a:pt x="635" y="82931"/>
                  </a:lnTo>
                  <a:lnTo>
                    <a:pt x="0" y="85217"/>
                  </a:lnTo>
                  <a:lnTo>
                    <a:pt x="1778" y="88011"/>
                  </a:lnTo>
                  <a:lnTo>
                    <a:pt x="2794" y="88785"/>
                  </a:lnTo>
                  <a:lnTo>
                    <a:pt x="4051" y="88785"/>
                  </a:lnTo>
                  <a:lnTo>
                    <a:pt x="3759" y="91313"/>
                  </a:lnTo>
                  <a:lnTo>
                    <a:pt x="3683" y="92075"/>
                  </a:lnTo>
                  <a:lnTo>
                    <a:pt x="5969" y="94996"/>
                  </a:lnTo>
                  <a:lnTo>
                    <a:pt x="8343" y="95377"/>
                  </a:lnTo>
                  <a:lnTo>
                    <a:pt x="11811" y="95377"/>
                  </a:lnTo>
                  <a:lnTo>
                    <a:pt x="12954" y="94742"/>
                  </a:lnTo>
                  <a:lnTo>
                    <a:pt x="13296" y="95377"/>
                  </a:lnTo>
                  <a:lnTo>
                    <a:pt x="34302" y="95377"/>
                  </a:lnTo>
                  <a:lnTo>
                    <a:pt x="34378" y="94742"/>
                  </a:lnTo>
                  <a:lnTo>
                    <a:pt x="34417" y="94488"/>
                  </a:lnTo>
                  <a:lnTo>
                    <a:pt x="36957" y="93853"/>
                  </a:lnTo>
                  <a:lnTo>
                    <a:pt x="38354" y="91313"/>
                  </a:lnTo>
                  <a:lnTo>
                    <a:pt x="37719" y="88785"/>
                  </a:lnTo>
                  <a:lnTo>
                    <a:pt x="37592" y="88392"/>
                  </a:lnTo>
                  <a:lnTo>
                    <a:pt x="37465" y="88265"/>
                  </a:lnTo>
                  <a:lnTo>
                    <a:pt x="39497" y="857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2221357" y="3256660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8"/>
                  </a:moveTo>
                  <a:lnTo>
                    <a:pt x="3682" y="228853"/>
                  </a:lnTo>
                  <a:lnTo>
                    <a:pt x="5968" y="231775"/>
                  </a:lnTo>
                  <a:lnTo>
                    <a:pt x="9143" y="232283"/>
                  </a:lnTo>
                  <a:lnTo>
                    <a:pt x="10541" y="232410"/>
                  </a:lnTo>
                  <a:lnTo>
                    <a:pt x="11811" y="232155"/>
                  </a:lnTo>
                  <a:lnTo>
                    <a:pt x="12954" y="231521"/>
                  </a:lnTo>
                  <a:lnTo>
                    <a:pt x="14224" y="233806"/>
                  </a:lnTo>
                  <a:lnTo>
                    <a:pt x="17018" y="234568"/>
                  </a:lnTo>
                  <a:lnTo>
                    <a:pt x="19304" y="233425"/>
                  </a:lnTo>
                  <a:lnTo>
                    <a:pt x="19685" y="233172"/>
                  </a:lnTo>
                  <a:lnTo>
                    <a:pt x="20066" y="232917"/>
                  </a:lnTo>
                  <a:lnTo>
                    <a:pt x="20447" y="232663"/>
                  </a:lnTo>
                  <a:lnTo>
                    <a:pt x="21336" y="234568"/>
                  </a:lnTo>
                  <a:lnTo>
                    <a:pt x="23749" y="235203"/>
                  </a:lnTo>
                  <a:lnTo>
                    <a:pt x="25654" y="234314"/>
                  </a:lnTo>
                  <a:lnTo>
                    <a:pt x="26162" y="234061"/>
                  </a:lnTo>
                  <a:lnTo>
                    <a:pt x="26543" y="233679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2" y="235203"/>
                  </a:lnTo>
                  <a:lnTo>
                    <a:pt x="33019" y="233679"/>
                  </a:lnTo>
                  <a:lnTo>
                    <a:pt x="33781" y="233044"/>
                  </a:lnTo>
                  <a:lnTo>
                    <a:pt x="34290" y="232283"/>
                  </a:lnTo>
                  <a:lnTo>
                    <a:pt x="34417" y="231266"/>
                  </a:lnTo>
                  <a:lnTo>
                    <a:pt x="36956" y="230631"/>
                  </a:lnTo>
                  <a:lnTo>
                    <a:pt x="38354" y="228091"/>
                  </a:lnTo>
                  <a:lnTo>
                    <a:pt x="37718" y="225551"/>
                  </a:lnTo>
                  <a:lnTo>
                    <a:pt x="37592" y="225171"/>
                  </a:lnTo>
                  <a:lnTo>
                    <a:pt x="37465" y="225043"/>
                  </a:lnTo>
                  <a:lnTo>
                    <a:pt x="39497" y="222503"/>
                  </a:lnTo>
                  <a:lnTo>
                    <a:pt x="33655" y="215646"/>
                  </a:lnTo>
                  <a:lnTo>
                    <a:pt x="33655" y="212851"/>
                  </a:lnTo>
                  <a:lnTo>
                    <a:pt x="31242" y="210692"/>
                  </a:lnTo>
                  <a:lnTo>
                    <a:pt x="28448" y="210692"/>
                  </a:lnTo>
                  <a:lnTo>
                    <a:pt x="27559" y="210692"/>
                  </a:lnTo>
                  <a:lnTo>
                    <a:pt x="26669" y="210947"/>
                  </a:lnTo>
                  <a:lnTo>
                    <a:pt x="25781" y="211454"/>
                  </a:lnTo>
                  <a:lnTo>
                    <a:pt x="24892" y="208406"/>
                  </a:lnTo>
                  <a:lnTo>
                    <a:pt x="21590" y="206628"/>
                  </a:lnTo>
                  <a:lnTo>
                    <a:pt x="18415" y="207517"/>
                  </a:lnTo>
                  <a:lnTo>
                    <a:pt x="17018" y="207899"/>
                  </a:lnTo>
                  <a:lnTo>
                    <a:pt x="15875" y="208787"/>
                  </a:lnTo>
                  <a:lnTo>
                    <a:pt x="15112" y="209930"/>
                  </a:lnTo>
                  <a:lnTo>
                    <a:pt x="11937" y="208025"/>
                  </a:lnTo>
                  <a:lnTo>
                    <a:pt x="7747" y="209041"/>
                  </a:lnTo>
                  <a:lnTo>
                    <a:pt x="5842" y="212216"/>
                  </a:lnTo>
                  <a:lnTo>
                    <a:pt x="3682" y="212089"/>
                  </a:lnTo>
                  <a:lnTo>
                    <a:pt x="1778" y="213487"/>
                  </a:lnTo>
                  <a:lnTo>
                    <a:pt x="1524" y="215646"/>
                  </a:lnTo>
                  <a:lnTo>
                    <a:pt x="1397" y="216662"/>
                  </a:lnTo>
                  <a:lnTo>
                    <a:pt x="1778" y="217804"/>
                  </a:lnTo>
                  <a:lnTo>
                    <a:pt x="2540" y="218566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8" y="224789"/>
                  </a:lnTo>
                  <a:lnTo>
                    <a:pt x="2793" y="225551"/>
                  </a:lnTo>
                  <a:lnTo>
                    <a:pt x="4063" y="225551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0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90" y="0"/>
                  </a:lnTo>
                  <a:lnTo>
                    <a:pt x="21209" y="380"/>
                  </a:lnTo>
                  <a:lnTo>
                    <a:pt x="21209" y="762"/>
                  </a:lnTo>
                  <a:lnTo>
                    <a:pt x="21209" y="1142"/>
                  </a:lnTo>
                  <a:lnTo>
                    <a:pt x="21590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2"/>
                  </a:lnTo>
                  <a:lnTo>
                    <a:pt x="22732" y="762"/>
                  </a:lnTo>
                  <a:close/>
                </a:path>
                <a:path w="40005" h="235585">
                  <a:moveTo>
                    <a:pt x="22732" y="69087"/>
                  </a:moveTo>
                  <a:lnTo>
                    <a:pt x="22732" y="68325"/>
                  </a:lnTo>
                  <a:lnTo>
                    <a:pt x="22098" y="67563"/>
                  </a:lnTo>
                  <a:lnTo>
                    <a:pt x="21209" y="67563"/>
                  </a:lnTo>
                  <a:lnTo>
                    <a:pt x="20447" y="67563"/>
                  </a:lnTo>
                  <a:lnTo>
                    <a:pt x="19685" y="68325"/>
                  </a:lnTo>
                  <a:lnTo>
                    <a:pt x="19685" y="69087"/>
                  </a:lnTo>
                  <a:lnTo>
                    <a:pt x="19685" y="69976"/>
                  </a:lnTo>
                  <a:lnTo>
                    <a:pt x="20447" y="70612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732" y="69976"/>
                  </a:lnTo>
                  <a:lnTo>
                    <a:pt x="22732" y="69087"/>
                  </a:lnTo>
                  <a:close/>
                </a:path>
                <a:path w="40005" h="235585">
                  <a:moveTo>
                    <a:pt x="22860" y="139064"/>
                  </a:moveTo>
                  <a:lnTo>
                    <a:pt x="22860" y="137794"/>
                  </a:lnTo>
                  <a:lnTo>
                    <a:pt x="21843" y="136778"/>
                  </a:lnTo>
                  <a:lnTo>
                    <a:pt x="20574" y="136778"/>
                  </a:lnTo>
                  <a:lnTo>
                    <a:pt x="19304" y="136778"/>
                  </a:lnTo>
                  <a:lnTo>
                    <a:pt x="18287" y="137794"/>
                  </a:lnTo>
                  <a:lnTo>
                    <a:pt x="18287" y="139064"/>
                  </a:lnTo>
                  <a:lnTo>
                    <a:pt x="18287" y="140335"/>
                  </a:lnTo>
                  <a:lnTo>
                    <a:pt x="19304" y="141350"/>
                  </a:lnTo>
                  <a:lnTo>
                    <a:pt x="20574" y="141350"/>
                  </a:lnTo>
                  <a:lnTo>
                    <a:pt x="21843" y="141350"/>
                  </a:lnTo>
                  <a:lnTo>
                    <a:pt x="22860" y="140335"/>
                  </a:lnTo>
                  <a:lnTo>
                    <a:pt x="22860" y="139064"/>
                  </a:lnTo>
                  <a:close/>
                </a:path>
                <a:path w="40005" h="235585">
                  <a:moveTo>
                    <a:pt x="4825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40" y="218693"/>
                  </a:lnTo>
                </a:path>
                <a:path w="40005" h="235585">
                  <a:moveTo>
                    <a:pt x="6731" y="212725"/>
                  </a:moveTo>
                  <a:lnTo>
                    <a:pt x="6476" y="212598"/>
                  </a:lnTo>
                  <a:lnTo>
                    <a:pt x="6095" y="212471"/>
                  </a:lnTo>
                  <a:lnTo>
                    <a:pt x="5715" y="212471"/>
                  </a:lnTo>
                </a:path>
                <a:path w="40005" h="235585">
                  <a:moveTo>
                    <a:pt x="15112" y="210058"/>
                  </a:moveTo>
                  <a:lnTo>
                    <a:pt x="14986" y="210312"/>
                  </a:lnTo>
                  <a:lnTo>
                    <a:pt x="14731" y="210692"/>
                  </a:lnTo>
                  <a:lnTo>
                    <a:pt x="14605" y="211074"/>
                  </a:lnTo>
                </a:path>
                <a:path w="40005" h="235585">
                  <a:moveTo>
                    <a:pt x="26035" y="212725"/>
                  </a:moveTo>
                  <a:lnTo>
                    <a:pt x="26035" y="212343"/>
                  </a:lnTo>
                  <a:lnTo>
                    <a:pt x="25907" y="211962"/>
                  </a:lnTo>
                  <a:lnTo>
                    <a:pt x="25781" y="211581"/>
                  </a:lnTo>
                </a:path>
                <a:path w="40005" h="235585">
                  <a:moveTo>
                    <a:pt x="30734" y="220217"/>
                  </a:moveTo>
                  <a:lnTo>
                    <a:pt x="32512" y="219455"/>
                  </a:lnTo>
                  <a:lnTo>
                    <a:pt x="33655" y="217677"/>
                  </a:lnTo>
                  <a:lnTo>
                    <a:pt x="33655" y="215773"/>
                  </a:lnTo>
                </a:path>
                <a:path w="40005" h="235585">
                  <a:moveTo>
                    <a:pt x="37465" y="225043"/>
                  </a:moveTo>
                  <a:lnTo>
                    <a:pt x="37211" y="224409"/>
                  </a:lnTo>
                  <a:lnTo>
                    <a:pt x="36830" y="223774"/>
                  </a:lnTo>
                  <a:lnTo>
                    <a:pt x="36194" y="223392"/>
                  </a:lnTo>
                </a:path>
                <a:path w="40005" h="235585">
                  <a:moveTo>
                    <a:pt x="34417" y="231393"/>
                  </a:moveTo>
                  <a:lnTo>
                    <a:pt x="34543" y="231139"/>
                  </a:lnTo>
                  <a:lnTo>
                    <a:pt x="34543" y="230886"/>
                  </a:lnTo>
                  <a:lnTo>
                    <a:pt x="34543" y="230631"/>
                  </a:lnTo>
                </a:path>
                <a:path w="40005" h="235585">
                  <a:moveTo>
                    <a:pt x="26288" y="232283"/>
                  </a:moveTo>
                  <a:lnTo>
                    <a:pt x="26416" y="232663"/>
                  </a:lnTo>
                  <a:lnTo>
                    <a:pt x="26669" y="233044"/>
                  </a:lnTo>
                  <a:lnTo>
                    <a:pt x="26924" y="233299"/>
                  </a:lnTo>
                </a:path>
                <a:path w="40005" h="235585">
                  <a:moveTo>
                    <a:pt x="20193" y="231775"/>
                  </a:moveTo>
                  <a:lnTo>
                    <a:pt x="20193" y="232155"/>
                  </a:lnTo>
                  <a:lnTo>
                    <a:pt x="20319" y="232410"/>
                  </a:lnTo>
                  <a:lnTo>
                    <a:pt x="20447" y="232663"/>
                  </a:lnTo>
                </a:path>
                <a:path w="40005" h="235585">
                  <a:moveTo>
                    <a:pt x="12954" y="231521"/>
                  </a:moveTo>
                  <a:lnTo>
                    <a:pt x="13335" y="231266"/>
                  </a:lnTo>
                  <a:lnTo>
                    <a:pt x="13843" y="231012"/>
                  </a:lnTo>
                  <a:lnTo>
                    <a:pt x="14097" y="230631"/>
                  </a:lnTo>
                </a:path>
                <a:path w="40005" h="235585">
                  <a:moveTo>
                    <a:pt x="4318" y="224789"/>
                  </a:moveTo>
                  <a:lnTo>
                    <a:pt x="4191" y="225043"/>
                  </a:lnTo>
                  <a:lnTo>
                    <a:pt x="4063" y="225425"/>
                  </a:lnTo>
                  <a:lnTo>
                    <a:pt x="406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1587881" y="3463289"/>
              <a:ext cx="78740" cy="28575"/>
            </a:xfrm>
            <a:custGeom>
              <a:avLst/>
              <a:gdLst/>
              <a:ahLst/>
              <a:cxnLst/>
              <a:rect l="l" t="t" r="r" b="b"/>
              <a:pathLst>
                <a:path w="78739" h="28575">
                  <a:moveTo>
                    <a:pt x="1524" y="18415"/>
                  </a:moveTo>
                  <a:lnTo>
                    <a:pt x="1143" y="18034"/>
                  </a:lnTo>
                  <a:lnTo>
                    <a:pt x="381" y="18034"/>
                  </a:lnTo>
                  <a:lnTo>
                    <a:pt x="0" y="18415"/>
                  </a:lnTo>
                  <a:lnTo>
                    <a:pt x="0" y="19304"/>
                  </a:lnTo>
                  <a:lnTo>
                    <a:pt x="381" y="19558"/>
                  </a:lnTo>
                  <a:lnTo>
                    <a:pt x="1143" y="19558"/>
                  </a:lnTo>
                  <a:lnTo>
                    <a:pt x="1524" y="19304"/>
                  </a:lnTo>
                  <a:lnTo>
                    <a:pt x="1524" y="18796"/>
                  </a:lnTo>
                  <a:lnTo>
                    <a:pt x="1524" y="18415"/>
                  </a:lnTo>
                  <a:close/>
                </a:path>
                <a:path w="78739" h="28575">
                  <a:moveTo>
                    <a:pt x="14859" y="17018"/>
                  </a:moveTo>
                  <a:lnTo>
                    <a:pt x="14097" y="16383"/>
                  </a:lnTo>
                  <a:lnTo>
                    <a:pt x="12446" y="16383"/>
                  </a:lnTo>
                  <a:lnTo>
                    <a:pt x="11811" y="17018"/>
                  </a:lnTo>
                  <a:lnTo>
                    <a:pt x="11811" y="18796"/>
                  </a:lnTo>
                  <a:lnTo>
                    <a:pt x="12446" y="19431"/>
                  </a:lnTo>
                  <a:lnTo>
                    <a:pt x="14097" y="19431"/>
                  </a:lnTo>
                  <a:lnTo>
                    <a:pt x="14859" y="18796"/>
                  </a:lnTo>
                  <a:lnTo>
                    <a:pt x="14859" y="17907"/>
                  </a:lnTo>
                  <a:lnTo>
                    <a:pt x="14859" y="17018"/>
                  </a:lnTo>
                  <a:close/>
                </a:path>
                <a:path w="78739" h="28575">
                  <a:moveTo>
                    <a:pt x="29591" y="15621"/>
                  </a:moveTo>
                  <a:lnTo>
                    <a:pt x="28575" y="14605"/>
                  </a:lnTo>
                  <a:lnTo>
                    <a:pt x="26035" y="14605"/>
                  </a:lnTo>
                  <a:lnTo>
                    <a:pt x="25019" y="15621"/>
                  </a:lnTo>
                  <a:lnTo>
                    <a:pt x="25019" y="18161"/>
                  </a:lnTo>
                  <a:lnTo>
                    <a:pt x="26035" y="19177"/>
                  </a:lnTo>
                  <a:lnTo>
                    <a:pt x="28575" y="19177"/>
                  </a:lnTo>
                  <a:lnTo>
                    <a:pt x="29591" y="18161"/>
                  </a:lnTo>
                  <a:lnTo>
                    <a:pt x="29591" y="16891"/>
                  </a:lnTo>
                  <a:lnTo>
                    <a:pt x="29591" y="15621"/>
                  </a:lnTo>
                  <a:close/>
                </a:path>
                <a:path w="78739" h="28575">
                  <a:moveTo>
                    <a:pt x="49657" y="25781"/>
                  </a:moveTo>
                  <a:lnTo>
                    <a:pt x="48247" y="25654"/>
                  </a:lnTo>
                  <a:lnTo>
                    <a:pt x="49047" y="25781"/>
                  </a:lnTo>
                  <a:lnTo>
                    <a:pt x="49657" y="25781"/>
                  </a:lnTo>
                  <a:close/>
                </a:path>
                <a:path w="78739" h="28575">
                  <a:moveTo>
                    <a:pt x="52552" y="25781"/>
                  </a:moveTo>
                  <a:lnTo>
                    <a:pt x="52412" y="25527"/>
                  </a:lnTo>
                  <a:lnTo>
                    <a:pt x="50914" y="25527"/>
                  </a:lnTo>
                  <a:lnTo>
                    <a:pt x="49657" y="25781"/>
                  </a:lnTo>
                  <a:lnTo>
                    <a:pt x="52552" y="25781"/>
                  </a:lnTo>
                  <a:close/>
                </a:path>
                <a:path w="78739" h="28575">
                  <a:moveTo>
                    <a:pt x="73317" y="25781"/>
                  </a:moveTo>
                  <a:lnTo>
                    <a:pt x="52552" y="25781"/>
                  </a:lnTo>
                  <a:lnTo>
                    <a:pt x="53327" y="27178"/>
                  </a:lnTo>
                  <a:lnTo>
                    <a:pt x="56121" y="27940"/>
                  </a:lnTo>
                  <a:lnTo>
                    <a:pt x="58420" y="26797"/>
                  </a:lnTo>
                  <a:lnTo>
                    <a:pt x="59563" y="26035"/>
                  </a:lnTo>
                  <a:lnTo>
                    <a:pt x="60439" y="27940"/>
                  </a:lnTo>
                  <a:lnTo>
                    <a:pt x="62852" y="28575"/>
                  </a:lnTo>
                  <a:lnTo>
                    <a:pt x="65265" y="27432"/>
                  </a:lnTo>
                  <a:lnTo>
                    <a:pt x="65913" y="26797"/>
                  </a:lnTo>
                  <a:lnTo>
                    <a:pt x="66154" y="26797"/>
                  </a:lnTo>
                  <a:lnTo>
                    <a:pt x="67564" y="28321"/>
                  </a:lnTo>
                  <a:lnTo>
                    <a:pt x="70358" y="28575"/>
                  </a:lnTo>
                  <a:lnTo>
                    <a:pt x="72440" y="26797"/>
                  </a:lnTo>
                  <a:lnTo>
                    <a:pt x="72898" y="26416"/>
                  </a:lnTo>
                  <a:lnTo>
                    <a:pt x="73152" y="26035"/>
                  </a:lnTo>
                  <a:lnTo>
                    <a:pt x="73317" y="25781"/>
                  </a:lnTo>
                  <a:close/>
                </a:path>
                <a:path w="78739" h="28575">
                  <a:moveTo>
                    <a:pt x="78613" y="15875"/>
                  </a:moveTo>
                  <a:lnTo>
                    <a:pt x="78219" y="13081"/>
                  </a:lnTo>
                  <a:lnTo>
                    <a:pt x="78105" y="12192"/>
                  </a:lnTo>
                  <a:lnTo>
                    <a:pt x="75552" y="10160"/>
                  </a:lnTo>
                  <a:lnTo>
                    <a:pt x="74676" y="9525"/>
                  </a:lnTo>
                  <a:lnTo>
                    <a:pt x="73787" y="9144"/>
                  </a:lnTo>
                  <a:lnTo>
                    <a:pt x="72758" y="9144"/>
                  </a:lnTo>
                  <a:lnTo>
                    <a:pt x="72758" y="6223"/>
                  </a:lnTo>
                  <a:lnTo>
                    <a:pt x="71208" y="4826"/>
                  </a:lnTo>
                  <a:lnTo>
                    <a:pt x="70358" y="4064"/>
                  </a:lnTo>
                  <a:lnTo>
                    <a:pt x="66675" y="4064"/>
                  </a:lnTo>
                  <a:lnTo>
                    <a:pt x="65786" y="4318"/>
                  </a:lnTo>
                  <a:lnTo>
                    <a:pt x="64884" y="4826"/>
                  </a:lnTo>
                  <a:lnTo>
                    <a:pt x="64439" y="3302"/>
                  </a:lnTo>
                  <a:lnTo>
                    <a:pt x="64185" y="2413"/>
                  </a:lnTo>
                  <a:lnTo>
                    <a:pt x="64109" y="2159"/>
                  </a:lnTo>
                  <a:lnTo>
                    <a:pt x="64008" y="1778"/>
                  </a:lnTo>
                  <a:lnTo>
                    <a:pt x="60706" y="0"/>
                  </a:lnTo>
                  <a:lnTo>
                    <a:pt x="55676" y="1397"/>
                  </a:lnTo>
                  <a:lnTo>
                    <a:pt x="55968" y="1397"/>
                  </a:lnTo>
                  <a:lnTo>
                    <a:pt x="54991" y="2159"/>
                  </a:lnTo>
                  <a:lnTo>
                    <a:pt x="54229" y="3302"/>
                  </a:lnTo>
                  <a:lnTo>
                    <a:pt x="51054" y="1397"/>
                  </a:lnTo>
                  <a:lnTo>
                    <a:pt x="46863" y="2413"/>
                  </a:lnTo>
                  <a:lnTo>
                    <a:pt x="44958" y="5588"/>
                  </a:lnTo>
                  <a:lnTo>
                    <a:pt x="42621" y="5588"/>
                  </a:lnTo>
                  <a:lnTo>
                    <a:pt x="40894" y="6858"/>
                  </a:lnTo>
                  <a:lnTo>
                    <a:pt x="40614" y="9144"/>
                  </a:lnTo>
                  <a:lnTo>
                    <a:pt x="40551" y="10160"/>
                  </a:lnTo>
                  <a:lnTo>
                    <a:pt x="40894" y="11176"/>
                  </a:lnTo>
                  <a:lnTo>
                    <a:pt x="41656" y="11938"/>
                  </a:lnTo>
                  <a:lnTo>
                    <a:pt x="39751" y="13081"/>
                  </a:lnTo>
                  <a:lnTo>
                    <a:pt x="39116" y="15367"/>
                  </a:lnTo>
                  <a:lnTo>
                    <a:pt x="40894" y="18161"/>
                  </a:lnTo>
                  <a:lnTo>
                    <a:pt x="41910" y="18935"/>
                  </a:lnTo>
                  <a:lnTo>
                    <a:pt x="43167" y="18935"/>
                  </a:lnTo>
                  <a:lnTo>
                    <a:pt x="42875" y="21463"/>
                  </a:lnTo>
                  <a:lnTo>
                    <a:pt x="42799" y="22225"/>
                  </a:lnTo>
                  <a:lnTo>
                    <a:pt x="45085" y="25146"/>
                  </a:lnTo>
                  <a:lnTo>
                    <a:pt x="47459" y="25527"/>
                  </a:lnTo>
                  <a:lnTo>
                    <a:pt x="50914" y="25527"/>
                  </a:lnTo>
                  <a:lnTo>
                    <a:pt x="52070" y="24892"/>
                  </a:lnTo>
                  <a:lnTo>
                    <a:pt x="52412" y="25527"/>
                  </a:lnTo>
                  <a:lnTo>
                    <a:pt x="73418" y="25527"/>
                  </a:lnTo>
                  <a:lnTo>
                    <a:pt x="73494" y="24892"/>
                  </a:lnTo>
                  <a:lnTo>
                    <a:pt x="73533" y="24638"/>
                  </a:lnTo>
                  <a:lnTo>
                    <a:pt x="76073" y="24003"/>
                  </a:lnTo>
                  <a:lnTo>
                    <a:pt x="77470" y="21463"/>
                  </a:lnTo>
                  <a:lnTo>
                    <a:pt x="76835" y="18935"/>
                  </a:lnTo>
                  <a:lnTo>
                    <a:pt x="76708" y="18542"/>
                  </a:lnTo>
                  <a:lnTo>
                    <a:pt x="76581" y="18415"/>
                  </a:lnTo>
                  <a:lnTo>
                    <a:pt x="78613" y="15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587881" y="3463289"/>
              <a:ext cx="78740" cy="28575"/>
            </a:xfrm>
            <a:custGeom>
              <a:avLst/>
              <a:gdLst/>
              <a:ahLst/>
              <a:cxnLst/>
              <a:rect l="l" t="t" r="r" b="b"/>
              <a:pathLst>
                <a:path w="78739" h="28575">
                  <a:moveTo>
                    <a:pt x="43180" y="19050"/>
                  </a:moveTo>
                  <a:lnTo>
                    <a:pt x="42799" y="22225"/>
                  </a:lnTo>
                  <a:lnTo>
                    <a:pt x="45085" y="25146"/>
                  </a:lnTo>
                  <a:lnTo>
                    <a:pt x="48260" y="25654"/>
                  </a:lnTo>
                  <a:lnTo>
                    <a:pt x="49656" y="25781"/>
                  </a:lnTo>
                  <a:lnTo>
                    <a:pt x="50926" y="25526"/>
                  </a:lnTo>
                  <a:lnTo>
                    <a:pt x="52069" y="24892"/>
                  </a:lnTo>
                  <a:lnTo>
                    <a:pt x="53339" y="27177"/>
                  </a:lnTo>
                  <a:lnTo>
                    <a:pt x="56133" y="27939"/>
                  </a:lnTo>
                  <a:lnTo>
                    <a:pt x="58419" y="26797"/>
                  </a:lnTo>
                  <a:lnTo>
                    <a:pt x="58800" y="26543"/>
                  </a:lnTo>
                  <a:lnTo>
                    <a:pt x="59181" y="26288"/>
                  </a:lnTo>
                  <a:lnTo>
                    <a:pt x="59562" y="26035"/>
                  </a:lnTo>
                  <a:lnTo>
                    <a:pt x="60451" y="27939"/>
                  </a:lnTo>
                  <a:lnTo>
                    <a:pt x="62864" y="28575"/>
                  </a:lnTo>
                  <a:lnTo>
                    <a:pt x="64769" y="27686"/>
                  </a:lnTo>
                  <a:lnTo>
                    <a:pt x="65277" y="27432"/>
                  </a:lnTo>
                  <a:lnTo>
                    <a:pt x="65658" y="27050"/>
                  </a:lnTo>
                  <a:lnTo>
                    <a:pt x="66039" y="26670"/>
                  </a:lnTo>
                  <a:lnTo>
                    <a:pt x="67563" y="28321"/>
                  </a:lnTo>
                  <a:lnTo>
                    <a:pt x="70357" y="28575"/>
                  </a:lnTo>
                  <a:lnTo>
                    <a:pt x="72136" y="27050"/>
                  </a:lnTo>
                  <a:lnTo>
                    <a:pt x="72898" y="26415"/>
                  </a:lnTo>
                  <a:lnTo>
                    <a:pt x="73406" y="25654"/>
                  </a:lnTo>
                  <a:lnTo>
                    <a:pt x="73532" y="24637"/>
                  </a:lnTo>
                  <a:lnTo>
                    <a:pt x="76073" y="24002"/>
                  </a:lnTo>
                  <a:lnTo>
                    <a:pt x="77469" y="21462"/>
                  </a:lnTo>
                  <a:lnTo>
                    <a:pt x="76835" y="18923"/>
                  </a:lnTo>
                  <a:lnTo>
                    <a:pt x="76707" y="18542"/>
                  </a:lnTo>
                  <a:lnTo>
                    <a:pt x="76581" y="18414"/>
                  </a:lnTo>
                  <a:lnTo>
                    <a:pt x="78612" y="15875"/>
                  </a:lnTo>
                  <a:lnTo>
                    <a:pt x="72770" y="9017"/>
                  </a:lnTo>
                  <a:lnTo>
                    <a:pt x="72770" y="6223"/>
                  </a:lnTo>
                  <a:lnTo>
                    <a:pt x="70357" y="4063"/>
                  </a:lnTo>
                  <a:lnTo>
                    <a:pt x="67563" y="4063"/>
                  </a:lnTo>
                  <a:lnTo>
                    <a:pt x="66675" y="4063"/>
                  </a:lnTo>
                  <a:lnTo>
                    <a:pt x="65786" y="4318"/>
                  </a:lnTo>
                  <a:lnTo>
                    <a:pt x="64896" y="4825"/>
                  </a:lnTo>
                  <a:lnTo>
                    <a:pt x="64007" y="1777"/>
                  </a:lnTo>
                  <a:lnTo>
                    <a:pt x="60706" y="0"/>
                  </a:lnTo>
                  <a:lnTo>
                    <a:pt x="57531" y="888"/>
                  </a:lnTo>
                  <a:lnTo>
                    <a:pt x="56133" y="1270"/>
                  </a:lnTo>
                  <a:lnTo>
                    <a:pt x="54991" y="2159"/>
                  </a:lnTo>
                  <a:lnTo>
                    <a:pt x="54229" y="3301"/>
                  </a:lnTo>
                  <a:lnTo>
                    <a:pt x="51054" y="1397"/>
                  </a:lnTo>
                  <a:lnTo>
                    <a:pt x="46862" y="2412"/>
                  </a:lnTo>
                  <a:lnTo>
                    <a:pt x="44957" y="5587"/>
                  </a:lnTo>
                  <a:lnTo>
                    <a:pt x="42799" y="5461"/>
                  </a:lnTo>
                  <a:lnTo>
                    <a:pt x="40893" y="6858"/>
                  </a:lnTo>
                  <a:lnTo>
                    <a:pt x="40639" y="9017"/>
                  </a:lnTo>
                  <a:lnTo>
                    <a:pt x="40512" y="10033"/>
                  </a:lnTo>
                  <a:lnTo>
                    <a:pt x="40893" y="11175"/>
                  </a:lnTo>
                  <a:lnTo>
                    <a:pt x="41656" y="11937"/>
                  </a:lnTo>
                  <a:lnTo>
                    <a:pt x="39750" y="13081"/>
                  </a:lnTo>
                  <a:lnTo>
                    <a:pt x="39116" y="15367"/>
                  </a:lnTo>
                  <a:lnTo>
                    <a:pt x="40258" y="17145"/>
                  </a:lnTo>
                  <a:lnTo>
                    <a:pt x="40893" y="18161"/>
                  </a:lnTo>
                  <a:lnTo>
                    <a:pt x="41910" y="18923"/>
                  </a:lnTo>
                  <a:lnTo>
                    <a:pt x="43180" y="18923"/>
                  </a:lnTo>
                  <a:close/>
                </a:path>
                <a:path w="78739" h="28575">
                  <a:moveTo>
                    <a:pt x="1524" y="18796"/>
                  </a:moveTo>
                  <a:lnTo>
                    <a:pt x="1524" y="18414"/>
                  </a:lnTo>
                  <a:lnTo>
                    <a:pt x="1143" y="18034"/>
                  </a:lnTo>
                  <a:lnTo>
                    <a:pt x="762" y="18034"/>
                  </a:lnTo>
                  <a:lnTo>
                    <a:pt x="381" y="18034"/>
                  </a:lnTo>
                  <a:lnTo>
                    <a:pt x="0" y="18414"/>
                  </a:lnTo>
                  <a:lnTo>
                    <a:pt x="0" y="18796"/>
                  </a:lnTo>
                  <a:lnTo>
                    <a:pt x="0" y="19304"/>
                  </a:lnTo>
                  <a:lnTo>
                    <a:pt x="381" y="19558"/>
                  </a:lnTo>
                  <a:lnTo>
                    <a:pt x="762" y="19558"/>
                  </a:lnTo>
                  <a:lnTo>
                    <a:pt x="1143" y="19558"/>
                  </a:lnTo>
                  <a:lnTo>
                    <a:pt x="1524" y="19304"/>
                  </a:lnTo>
                  <a:lnTo>
                    <a:pt x="1524" y="18796"/>
                  </a:lnTo>
                  <a:close/>
                </a:path>
                <a:path w="78739" h="28575">
                  <a:moveTo>
                    <a:pt x="14859" y="17907"/>
                  </a:moveTo>
                  <a:lnTo>
                    <a:pt x="14859" y="17018"/>
                  </a:lnTo>
                  <a:lnTo>
                    <a:pt x="14096" y="16383"/>
                  </a:lnTo>
                  <a:lnTo>
                    <a:pt x="13334" y="16383"/>
                  </a:lnTo>
                  <a:lnTo>
                    <a:pt x="12446" y="16383"/>
                  </a:lnTo>
                  <a:lnTo>
                    <a:pt x="11810" y="17018"/>
                  </a:lnTo>
                  <a:lnTo>
                    <a:pt x="11810" y="17907"/>
                  </a:lnTo>
                  <a:lnTo>
                    <a:pt x="11810" y="18796"/>
                  </a:lnTo>
                  <a:lnTo>
                    <a:pt x="12446" y="19431"/>
                  </a:lnTo>
                  <a:lnTo>
                    <a:pt x="13334" y="19431"/>
                  </a:lnTo>
                  <a:lnTo>
                    <a:pt x="14096" y="19431"/>
                  </a:lnTo>
                  <a:lnTo>
                    <a:pt x="14859" y="18796"/>
                  </a:lnTo>
                  <a:lnTo>
                    <a:pt x="14859" y="17907"/>
                  </a:lnTo>
                  <a:close/>
                </a:path>
                <a:path w="78739" h="28575">
                  <a:moveTo>
                    <a:pt x="29590" y="16890"/>
                  </a:moveTo>
                  <a:lnTo>
                    <a:pt x="29590" y="15621"/>
                  </a:lnTo>
                  <a:lnTo>
                    <a:pt x="28575" y="14605"/>
                  </a:lnTo>
                  <a:lnTo>
                    <a:pt x="27305" y="14605"/>
                  </a:lnTo>
                  <a:lnTo>
                    <a:pt x="26034" y="14605"/>
                  </a:lnTo>
                  <a:lnTo>
                    <a:pt x="25018" y="15621"/>
                  </a:lnTo>
                  <a:lnTo>
                    <a:pt x="25018" y="16890"/>
                  </a:lnTo>
                  <a:lnTo>
                    <a:pt x="25018" y="18161"/>
                  </a:lnTo>
                  <a:lnTo>
                    <a:pt x="26034" y="19176"/>
                  </a:lnTo>
                  <a:lnTo>
                    <a:pt x="27305" y="19176"/>
                  </a:lnTo>
                  <a:lnTo>
                    <a:pt x="28575" y="19176"/>
                  </a:lnTo>
                  <a:lnTo>
                    <a:pt x="29590" y="18161"/>
                  </a:lnTo>
                  <a:lnTo>
                    <a:pt x="29590" y="16890"/>
                  </a:lnTo>
                  <a:close/>
                </a:path>
                <a:path w="78739" h="28575">
                  <a:moveTo>
                    <a:pt x="43942" y="11557"/>
                  </a:moveTo>
                  <a:lnTo>
                    <a:pt x="43052" y="11557"/>
                  </a:lnTo>
                  <a:lnTo>
                    <a:pt x="42291" y="11684"/>
                  </a:lnTo>
                  <a:lnTo>
                    <a:pt x="41656" y="12064"/>
                  </a:lnTo>
                </a:path>
                <a:path w="78739" h="28575">
                  <a:moveTo>
                    <a:pt x="45846" y="6096"/>
                  </a:moveTo>
                  <a:lnTo>
                    <a:pt x="45593" y="5969"/>
                  </a:lnTo>
                  <a:lnTo>
                    <a:pt x="45212" y="5842"/>
                  </a:lnTo>
                  <a:lnTo>
                    <a:pt x="44831" y="5842"/>
                  </a:lnTo>
                </a:path>
                <a:path w="78739" h="28575">
                  <a:moveTo>
                    <a:pt x="54229" y="3429"/>
                  </a:moveTo>
                  <a:lnTo>
                    <a:pt x="54101" y="3683"/>
                  </a:lnTo>
                  <a:lnTo>
                    <a:pt x="53848" y="4063"/>
                  </a:lnTo>
                  <a:lnTo>
                    <a:pt x="53720" y="4445"/>
                  </a:lnTo>
                </a:path>
                <a:path w="78739" h="28575">
                  <a:moveTo>
                    <a:pt x="65150" y="6096"/>
                  </a:moveTo>
                  <a:lnTo>
                    <a:pt x="65150" y="5714"/>
                  </a:lnTo>
                  <a:lnTo>
                    <a:pt x="65024" y="5334"/>
                  </a:lnTo>
                  <a:lnTo>
                    <a:pt x="64896" y="4952"/>
                  </a:lnTo>
                </a:path>
                <a:path w="78739" h="28575">
                  <a:moveTo>
                    <a:pt x="69850" y="13588"/>
                  </a:moveTo>
                  <a:lnTo>
                    <a:pt x="71627" y="12826"/>
                  </a:lnTo>
                  <a:lnTo>
                    <a:pt x="72770" y="11049"/>
                  </a:lnTo>
                  <a:lnTo>
                    <a:pt x="72770" y="9144"/>
                  </a:lnTo>
                </a:path>
                <a:path w="78739" h="28575">
                  <a:moveTo>
                    <a:pt x="76581" y="18414"/>
                  </a:moveTo>
                  <a:lnTo>
                    <a:pt x="76326" y="17780"/>
                  </a:lnTo>
                  <a:lnTo>
                    <a:pt x="75945" y="17145"/>
                  </a:lnTo>
                  <a:lnTo>
                    <a:pt x="75311" y="16763"/>
                  </a:lnTo>
                </a:path>
                <a:path w="78739" h="28575">
                  <a:moveTo>
                    <a:pt x="73532" y="24764"/>
                  </a:moveTo>
                  <a:lnTo>
                    <a:pt x="73660" y="24511"/>
                  </a:lnTo>
                  <a:lnTo>
                    <a:pt x="73660" y="24257"/>
                  </a:lnTo>
                  <a:lnTo>
                    <a:pt x="73660" y="24002"/>
                  </a:lnTo>
                </a:path>
                <a:path w="78739" h="28575">
                  <a:moveTo>
                    <a:pt x="65405" y="25654"/>
                  </a:moveTo>
                  <a:lnTo>
                    <a:pt x="65531" y="26035"/>
                  </a:lnTo>
                  <a:lnTo>
                    <a:pt x="65786" y="26415"/>
                  </a:lnTo>
                  <a:lnTo>
                    <a:pt x="66039" y="26670"/>
                  </a:lnTo>
                </a:path>
                <a:path w="78739" h="28575">
                  <a:moveTo>
                    <a:pt x="59308" y="25146"/>
                  </a:moveTo>
                  <a:lnTo>
                    <a:pt x="59308" y="25526"/>
                  </a:lnTo>
                  <a:lnTo>
                    <a:pt x="59436" y="25781"/>
                  </a:lnTo>
                  <a:lnTo>
                    <a:pt x="59562" y="26035"/>
                  </a:lnTo>
                </a:path>
                <a:path w="78739" h="28575">
                  <a:moveTo>
                    <a:pt x="52069" y="24892"/>
                  </a:moveTo>
                  <a:lnTo>
                    <a:pt x="52450" y="24637"/>
                  </a:lnTo>
                  <a:lnTo>
                    <a:pt x="52958" y="24384"/>
                  </a:lnTo>
                  <a:lnTo>
                    <a:pt x="53212" y="24002"/>
                  </a:lnTo>
                </a:path>
                <a:path w="78739" h="28575">
                  <a:moveTo>
                    <a:pt x="43433" y="18161"/>
                  </a:moveTo>
                  <a:lnTo>
                    <a:pt x="43306" y="18414"/>
                  </a:lnTo>
                  <a:lnTo>
                    <a:pt x="43180" y="18796"/>
                  </a:lnTo>
                  <a:lnTo>
                    <a:pt x="43180" y="19050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567561" y="3411219"/>
              <a:ext cx="40005" cy="248920"/>
            </a:xfrm>
            <a:custGeom>
              <a:avLst/>
              <a:gdLst/>
              <a:ahLst/>
              <a:cxnLst/>
              <a:rect l="l" t="t" r="r" b="b"/>
              <a:pathLst>
                <a:path w="40005" h="248920">
                  <a:moveTo>
                    <a:pt x="22733" y="381"/>
                  </a:moveTo>
                  <a:lnTo>
                    <a:pt x="22352" y="0"/>
                  </a:lnTo>
                  <a:lnTo>
                    <a:pt x="21463" y="0"/>
                  </a:lnTo>
                  <a:lnTo>
                    <a:pt x="21209" y="381"/>
                  </a:lnTo>
                  <a:lnTo>
                    <a:pt x="21209" y="1270"/>
                  </a:lnTo>
                  <a:lnTo>
                    <a:pt x="21463" y="1651"/>
                  </a:lnTo>
                  <a:lnTo>
                    <a:pt x="22352" y="1651"/>
                  </a:lnTo>
                  <a:lnTo>
                    <a:pt x="22733" y="1270"/>
                  </a:lnTo>
                  <a:lnTo>
                    <a:pt x="22733" y="889"/>
                  </a:lnTo>
                  <a:lnTo>
                    <a:pt x="22733" y="381"/>
                  </a:lnTo>
                  <a:close/>
                </a:path>
                <a:path w="40005" h="248920">
                  <a:moveTo>
                    <a:pt x="22860" y="72136"/>
                  </a:moveTo>
                  <a:lnTo>
                    <a:pt x="22098" y="71374"/>
                  </a:lnTo>
                  <a:lnTo>
                    <a:pt x="20320" y="71374"/>
                  </a:lnTo>
                  <a:lnTo>
                    <a:pt x="19685" y="72136"/>
                  </a:lnTo>
                  <a:lnTo>
                    <a:pt x="19685" y="73914"/>
                  </a:lnTo>
                  <a:lnTo>
                    <a:pt x="20320" y="74676"/>
                  </a:lnTo>
                  <a:lnTo>
                    <a:pt x="22098" y="74676"/>
                  </a:lnTo>
                  <a:lnTo>
                    <a:pt x="22860" y="73914"/>
                  </a:lnTo>
                  <a:lnTo>
                    <a:pt x="22860" y="73025"/>
                  </a:lnTo>
                  <a:lnTo>
                    <a:pt x="22860" y="72136"/>
                  </a:lnTo>
                  <a:close/>
                </a:path>
                <a:path w="40005" h="248920">
                  <a:moveTo>
                    <a:pt x="26822" y="246380"/>
                  </a:moveTo>
                  <a:lnTo>
                    <a:pt x="20802" y="246380"/>
                  </a:lnTo>
                  <a:lnTo>
                    <a:pt x="21386" y="247650"/>
                  </a:lnTo>
                  <a:lnTo>
                    <a:pt x="21678" y="247650"/>
                  </a:lnTo>
                  <a:lnTo>
                    <a:pt x="23749" y="248412"/>
                  </a:lnTo>
                  <a:lnTo>
                    <a:pt x="26162" y="247142"/>
                  </a:lnTo>
                  <a:lnTo>
                    <a:pt x="26543" y="246761"/>
                  </a:lnTo>
                  <a:lnTo>
                    <a:pt x="26822" y="246380"/>
                  </a:lnTo>
                  <a:close/>
                </a:path>
                <a:path w="40005" h="248920">
                  <a:moveTo>
                    <a:pt x="33477" y="246380"/>
                  </a:moveTo>
                  <a:lnTo>
                    <a:pt x="27025" y="246380"/>
                  </a:lnTo>
                  <a:lnTo>
                    <a:pt x="28448" y="248158"/>
                  </a:lnTo>
                  <a:lnTo>
                    <a:pt x="31229" y="248297"/>
                  </a:lnTo>
                  <a:lnTo>
                    <a:pt x="33477" y="246380"/>
                  </a:lnTo>
                  <a:close/>
                </a:path>
                <a:path w="40005" h="248920">
                  <a:moveTo>
                    <a:pt x="39497" y="234823"/>
                  </a:moveTo>
                  <a:lnTo>
                    <a:pt x="39103" y="231902"/>
                  </a:lnTo>
                  <a:lnTo>
                    <a:pt x="38989" y="231013"/>
                  </a:lnTo>
                  <a:lnTo>
                    <a:pt x="36449" y="228854"/>
                  </a:lnTo>
                  <a:lnTo>
                    <a:pt x="35560" y="228219"/>
                  </a:lnTo>
                  <a:lnTo>
                    <a:pt x="34671" y="227838"/>
                  </a:lnTo>
                  <a:lnTo>
                    <a:pt x="33655" y="227838"/>
                  </a:lnTo>
                  <a:lnTo>
                    <a:pt x="33655" y="224790"/>
                  </a:lnTo>
                  <a:lnTo>
                    <a:pt x="32893" y="224028"/>
                  </a:lnTo>
                  <a:lnTo>
                    <a:pt x="32131" y="223266"/>
                  </a:lnTo>
                  <a:lnTo>
                    <a:pt x="31242" y="222377"/>
                  </a:lnTo>
                  <a:lnTo>
                    <a:pt x="27559" y="222377"/>
                  </a:lnTo>
                  <a:lnTo>
                    <a:pt x="26670" y="222758"/>
                  </a:lnTo>
                  <a:lnTo>
                    <a:pt x="25781" y="223266"/>
                  </a:lnTo>
                  <a:lnTo>
                    <a:pt x="25336" y="221615"/>
                  </a:lnTo>
                  <a:lnTo>
                    <a:pt x="25057" y="220599"/>
                  </a:lnTo>
                  <a:lnTo>
                    <a:pt x="24993" y="220345"/>
                  </a:lnTo>
                  <a:lnTo>
                    <a:pt x="24892" y="219964"/>
                  </a:lnTo>
                  <a:lnTo>
                    <a:pt x="21590" y="218059"/>
                  </a:lnTo>
                  <a:lnTo>
                    <a:pt x="18415" y="219075"/>
                  </a:lnTo>
                  <a:lnTo>
                    <a:pt x="17018" y="219583"/>
                  </a:lnTo>
                  <a:lnTo>
                    <a:pt x="15875" y="220345"/>
                  </a:lnTo>
                  <a:lnTo>
                    <a:pt x="15113" y="221615"/>
                  </a:lnTo>
                  <a:lnTo>
                    <a:pt x="11938" y="219583"/>
                  </a:lnTo>
                  <a:lnTo>
                    <a:pt x="7747" y="220599"/>
                  </a:lnTo>
                  <a:lnTo>
                    <a:pt x="5905" y="223901"/>
                  </a:lnTo>
                  <a:lnTo>
                    <a:pt x="5842" y="224028"/>
                  </a:lnTo>
                  <a:lnTo>
                    <a:pt x="3683" y="223901"/>
                  </a:lnTo>
                  <a:lnTo>
                    <a:pt x="1778" y="225425"/>
                  </a:lnTo>
                  <a:lnTo>
                    <a:pt x="1485" y="227838"/>
                  </a:lnTo>
                  <a:lnTo>
                    <a:pt x="1435" y="228854"/>
                  </a:lnTo>
                  <a:lnTo>
                    <a:pt x="1778" y="229870"/>
                  </a:lnTo>
                  <a:lnTo>
                    <a:pt x="2540" y="230759"/>
                  </a:lnTo>
                  <a:lnTo>
                    <a:pt x="635" y="231902"/>
                  </a:lnTo>
                  <a:lnTo>
                    <a:pt x="0" y="234315"/>
                  </a:lnTo>
                  <a:lnTo>
                    <a:pt x="1143" y="236220"/>
                  </a:lnTo>
                  <a:lnTo>
                    <a:pt x="1778" y="237363"/>
                  </a:lnTo>
                  <a:lnTo>
                    <a:pt x="2997" y="238125"/>
                  </a:lnTo>
                  <a:lnTo>
                    <a:pt x="4064" y="238125"/>
                  </a:lnTo>
                  <a:lnTo>
                    <a:pt x="4064" y="238252"/>
                  </a:lnTo>
                  <a:lnTo>
                    <a:pt x="3771" y="240792"/>
                  </a:lnTo>
                  <a:lnTo>
                    <a:pt x="3683" y="241681"/>
                  </a:lnTo>
                  <a:lnTo>
                    <a:pt x="5969" y="244729"/>
                  </a:lnTo>
                  <a:lnTo>
                    <a:pt x="9931" y="245364"/>
                  </a:lnTo>
                  <a:lnTo>
                    <a:pt x="11353" y="245364"/>
                  </a:lnTo>
                  <a:lnTo>
                    <a:pt x="12954" y="244475"/>
                  </a:lnTo>
                  <a:lnTo>
                    <a:pt x="14224" y="246761"/>
                  </a:lnTo>
                  <a:lnTo>
                    <a:pt x="17018" y="247650"/>
                  </a:lnTo>
                  <a:lnTo>
                    <a:pt x="19304" y="246380"/>
                  </a:lnTo>
                  <a:lnTo>
                    <a:pt x="19558" y="246380"/>
                  </a:lnTo>
                  <a:lnTo>
                    <a:pt x="20802" y="246380"/>
                  </a:lnTo>
                  <a:lnTo>
                    <a:pt x="20675" y="246126"/>
                  </a:lnTo>
                  <a:lnTo>
                    <a:pt x="20066" y="246126"/>
                  </a:lnTo>
                  <a:lnTo>
                    <a:pt x="19685" y="246253"/>
                  </a:lnTo>
                  <a:lnTo>
                    <a:pt x="20066" y="245872"/>
                  </a:lnTo>
                  <a:lnTo>
                    <a:pt x="20447" y="245618"/>
                  </a:lnTo>
                  <a:lnTo>
                    <a:pt x="20561" y="245872"/>
                  </a:lnTo>
                  <a:lnTo>
                    <a:pt x="20675" y="246126"/>
                  </a:lnTo>
                  <a:lnTo>
                    <a:pt x="26809" y="246126"/>
                  </a:lnTo>
                  <a:lnTo>
                    <a:pt x="26911" y="246265"/>
                  </a:lnTo>
                  <a:lnTo>
                    <a:pt x="27012" y="246126"/>
                  </a:lnTo>
                  <a:lnTo>
                    <a:pt x="33782" y="246126"/>
                  </a:lnTo>
                  <a:lnTo>
                    <a:pt x="34061" y="245618"/>
                  </a:lnTo>
                  <a:lnTo>
                    <a:pt x="34213" y="245364"/>
                  </a:lnTo>
                  <a:lnTo>
                    <a:pt x="34340" y="244729"/>
                  </a:lnTo>
                  <a:lnTo>
                    <a:pt x="34378" y="244475"/>
                  </a:lnTo>
                  <a:lnTo>
                    <a:pt x="34417" y="244221"/>
                  </a:lnTo>
                  <a:lnTo>
                    <a:pt x="36957" y="243459"/>
                  </a:lnTo>
                  <a:lnTo>
                    <a:pt x="38354" y="240792"/>
                  </a:lnTo>
                  <a:lnTo>
                    <a:pt x="37744" y="238252"/>
                  </a:lnTo>
                  <a:lnTo>
                    <a:pt x="37592" y="237744"/>
                  </a:lnTo>
                  <a:lnTo>
                    <a:pt x="37553" y="237363"/>
                  </a:lnTo>
                  <a:lnTo>
                    <a:pt x="39497" y="2348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1567561" y="3411219"/>
              <a:ext cx="40005" cy="248920"/>
            </a:xfrm>
            <a:custGeom>
              <a:avLst/>
              <a:gdLst/>
              <a:ahLst/>
              <a:cxnLst/>
              <a:rect l="l" t="t" r="r" b="b"/>
              <a:pathLst>
                <a:path w="40005" h="248920">
                  <a:moveTo>
                    <a:pt x="4063" y="238251"/>
                  </a:moveTo>
                  <a:lnTo>
                    <a:pt x="3682" y="241680"/>
                  </a:lnTo>
                  <a:lnTo>
                    <a:pt x="5968" y="244728"/>
                  </a:lnTo>
                  <a:lnTo>
                    <a:pt x="9143" y="245236"/>
                  </a:lnTo>
                  <a:lnTo>
                    <a:pt x="10540" y="245363"/>
                  </a:lnTo>
                  <a:lnTo>
                    <a:pt x="11810" y="245109"/>
                  </a:lnTo>
                  <a:lnTo>
                    <a:pt x="12953" y="244474"/>
                  </a:lnTo>
                  <a:lnTo>
                    <a:pt x="14223" y="246760"/>
                  </a:lnTo>
                  <a:lnTo>
                    <a:pt x="17017" y="247649"/>
                  </a:lnTo>
                  <a:lnTo>
                    <a:pt x="19303" y="246379"/>
                  </a:lnTo>
                  <a:lnTo>
                    <a:pt x="19684" y="246252"/>
                  </a:lnTo>
                  <a:lnTo>
                    <a:pt x="20065" y="245871"/>
                  </a:lnTo>
                  <a:lnTo>
                    <a:pt x="20446" y="245617"/>
                  </a:lnTo>
                  <a:lnTo>
                    <a:pt x="21335" y="247522"/>
                  </a:lnTo>
                  <a:lnTo>
                    <a:pt x="23748" y="248411"/>
                  </a:lnTo>
                  <a:lnTo>
                    <a:pt x="25653" y="247395"/>
                  </a:lnTo>
                  <a:lnTo>
                    <a:pt x="26161" y="247141"/>
                  </a:lnTo>
                  <a:lnTo>
                    <a:pt x="26542" y="246760"/>
                  </a:lnTo>
                  <a:lnTo>
                    <a:pt x="26923" y="246252"/>
                  </a:lnTo>
                  <a:lnTo>
                    <a:pt x="28447" y="248157"/>
                  </a:lnTo>
                  <a:lnTo>
                    <a:pt x="31241" y="248284"/>
                  </a:lnTo>
                  <a:lnTo>
                    <a:pt x="33019" y="246760"/>
                  </a:lnTo>
                  <a:lnTo>
                    <a:pt x="33781" y="246125"/>
                  </a:lnTo>
                  <a:lnTo>
                    <a:pt x="34289" y="245236"/>
                  </a:lnTo>
                  <a:lnTo>
                    <a:pt x="34416" y="244220"/>
                  </a:lnTo>
                  <a:lnTo>
                    <a:pt x="36956" y="243458"/>
                  </a:lnTo>
                  <a:lnTo>
                    <a:pt x="38353" y="240791"/>
                  </a:lnTo>
                  <a:lnTo>
                    <a:pt x="37718" y="238124"/>
                  </a:lnTo>
                  <a:lnTo>
                    <a:pt x="37591" y="237743"/>
                  </a:lnTo>
                  <a:lnTo>
                    <a:pt x="37464" y="237489"/>
                  </a:lnTo>
                  <a:lnTo>
                    <a:pt x="39496" y="234822"/>
                  </a:lnTo>
                  <a:lnTo>
                    <a:pt x="38988" y="231012"/>
                  </a:lnTo>
                  <a:lnTo>
                    <a:pt x="36448" y="228853"/>
                  </a:lnTo>
                  <a:lnTo>
                    <a:pt x="35559" y="228218"/>
                  </a:lnTo>
                  <a:lnTo>
                    <a:pt x="34670" y="227837"/>
                  </a:lnTo>
                  <a:lnTo>
                    <a:pt x="33654" y="227710"/>
                  </a:lnTo>
                  <a:lnTo>
                    <a:pt x="33654" y="224789"/>
                  </a:lnTo>
                  <a:lnTo>
                    <a:pt x="31241" y="222376"/>
                  </a:lnTo>
                  <a:lnTo>
                    <a:pt x="28447" y="222376"/>
                  </a:lnTo>
                  <a:lnTo>
                    <a:pt x="27558" y="222376"/>
                  </a:lnTo>
                  <a:lnTo>
                    <a:pt x="26669" y="222757"/>
                  </a:lnTo>
                  <a:lnTo>
                    <a:pt x="25780" y="223265"/>
                  </a:lnTo>
                  <a:lnTo>
                    <a:pt x="24891" y="219963"/>
                  </a:lnTo>
                  <a:lnTo>
                    <a:pt x="21589" y="218058"/>
                  </a:lnTo>
                  <a:lnTo>
                    <a:pt x="18414" y="219074"/>
                  </a:lnTo>
                  <a:lnTo>
                    <a:pt x="17017" y="219582"/>
                  </a:lnTo>
                  <a:lnTo>
                    <a:pt x="15875" y="220344"/>
                  </a:lnTo>
                  <a:lnTo>
                    <a:pt x="15112" y="221614"/>
                  </a:lnTo>
                  <a:lnTo>
                    <a:pt x="11937" y="219582"/>
                  </a:lnTo>
                  <a:lnTo>
                    <a:pt x="7746" y="220598"/>
                  </a:lnTo>
                  <a:lnTo>
                    <a:pt x="5841" y="224027"/>
                  </a:lnTo>
                  <a:lnTo>
                    <a:pt x="5714" y="224027"/>
                  </a:lnTo>
                  <a:lnTo>
                    <a:pt x="3682" y="223900"/>
                  </a:lnTo>
                  <a:lnTo>
                    <a:pt x="1777" y="225424"/>
                  </a:lnTo>
                  <a:lnTo>
                    <a:pt x="1523" y="227583"/>
                  </a:lnTo>
                  <a:lnTo>
                    <a:pt x="1396" y="228726"/>
                  </a:lnTo>
                  <a:lnTo>
                    <a:pt x="1777" y="229869"/>
                  </a:lnTo>
                  <a:lnTo>
                    <a:pt x="2539" y="230758"/>
                  </a:lnTo>
                  <a:lnTo>
                    <a:pt x="634" y="231901"/>
                  </a:lnTo>
                  <a:lnTo>
                    <a:pt x="0" y="234314"/>
                  </a:lnTo>
                  <a:lnTo>
                    <a:pt x="1142" y="236219"/>
                  </a:lnTo>
                  <a:lnTo>
                    <a:pt x="1777" y="237362"/>
                  </a:lnTo>
                  <a:lnTo>
                    <a:pt x="2793" y="237997"/>
                  </a:lnTo>
                  <a:lnTo>
                    <a:pt x="4063" y="238124"/>
                  </a:lnTo>
                  <a:lnTo>
                    <a:pt x="4063" y="238251"/>
                  </a:lnTo>
                  <a:close/>
                </a:path>
                <a:path w="40005" h="248920">
                  <a:moveTo>
                    <a:pt x="22732" y="888"/>
                  </a:moveTo>
                  <a:lnTo>
                    <a:pt x="22732" y="380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462" y="0"/>
                  </a:lnTo>
                  <a:lnTo>
                    <a:pt x="21208" y="380"/>
                  </a:lnTo>
                  <a:lnTo>
                    <a:pt x="21208" y="888"/>
                  </a:lnTo>
                  <a:lnTo>
                    <a:pt x="21208" y="1269"/>
                  </a:lnTo>
                  <a:lnTo>
                    <a:pt x="21462" y="1650"/>
                  </a:lnTo>
                  <a:lnTo>
                    <a:pt x="21970" y="1650"/>
                  </a:lnTo>
                  <a:lnTo>
                    <a:pt x="22351" y="1650"/>
                  </a:lnTo>
                  <a:lnTo>
                    <a:pt x="22732" y="1269"/>
                  </a:lnTo>
                  <a:lnTo>
                    <a:pt x="22732" y="888"/>
                  </a:lnTo>
                  <a:close/>
                </a:path>
                <a:path w="40005" h="248920">
                  <a:moveTo>
                    <a:pt x="22859" y="73025"/>
                  </a:moveTo>
                  <a:lnTo>
                    <a:pt x="22859" y="72135"/>
                  </a:lnTo>
                  <a:lnTo>
                    <a:pt x="22097" y="71374"/>
                  </a:lnTo>
                  <a:lnTo>
                    <a:pt x="21208" y="71374"/>
                  </a:lnTo>
                  <a:lnTo>
                    <a:pt x="20319" y="71374"/>
                  </a:lnTo>
                  <a:lnTo>
                    <a:pt x="19684" y="72135"/>
                  </a:lnTo>
                  <a:lnTo>
                    <a:pt x="19684" y="73025"/>
                  </a:lnTo>
                  <a:lnTo>
                    <a:pt x="19684" y="73913"/>
                  </a:lnTo>
                  <a:lnTo>
                    <a:pt x="20319" y="74675"/>
                  </a:lnTo>
                  <a:lnTo>
                    <a:pt x="21208" y="74675"/>
                  </a:lnTo>
                  <a:lnTo>
                    <a:pt x="22097" y="74675"/>
                  </a:lnTo>
                  <a:lnTo>
                    <a:pt x="22859" y="73913"/>
                  </a:lnTo>
                  <a:lnTo>
                    <a:pt x="22859" y="73025"/>
                  </a:lnTo>
                  <a:close/>
                </a:path>
                <a:path w="40005" h="248920">
                  <a:moveTo>
                    <a:pt x="4825" y="230377"/>
                  </a:moveTo>
                  <a:lnTo>
                    <a:pt x="3936" y="230250"/>
                  </a:lnTo>
                  <a:lnTo>
                    <a:pt x="3175" y="230504"/>
                  </a:lnTo>
                  <a:lnTo>
                    <a:pt x="2539" y="230885"/>
                  </a:lnTo>
                </a:path>
                <a:path w="40005" h="248920">
                  <a:moveTo>
                    <a:pt x="6730" y="224535"/>
                  </a:moveTo>
                  <a:lnTo>
                    <a:pt x="6476" y="224408"/>
                  </a:lnTo>
                  <a:lnTo>
                    <a:pt x="6095" y="224281"/>
                  </a:lnTo>
                  <a:lnTo>
                    <a:pt x="5714" y="224281"/>
                  </a:lnTo>
                </a:path>
                <a:path w="40005" h="248920">
                  <a:moveTo>
                    <a:pt x="15112" y="221741"/>
                  </a:moveTo>
                  <a:lnTo>
                    <a:pt x="14985" y="222122"/>
                  </a:lnTo>
                  <a:lnTo>
                    <a:pt x="14731" y="222503"/>
                  </a:lnTo>
                  <a:lnTo>
                    <a:pt x="14604" y="222884"/>
                  </a:lnTo>
                </a:path>
                <a:path w="40005" h="248920">
                  <a:moveTo>
                    <a:pt x="26034" y="224662"/>
                  </a:moveTo>
                  <a:lnTo>
                    <a:pt x="26034" y="224154"/>
                  </a:lnTo>
                  <a:lnTo>
                    <a:pt x="25907" y="223773"/>
                  </a:lnTo>
                  <a:lnTo>
                    <a:pt x="25780" y="223392"/>
                  </a:lnTo>
                </a:path>
                <a:path w="40005" h="248920">
                  <a:moveTo>
                    <a:pt x="30733" y="232536"/>
                  </a:moveTo>
                  <a:lnTo>
                    <a:pt x="32511" y="231647"/>
                  </a:lnTo>
                  <a:lnTo>
                    <a:pt x="33654" y="229742"/>
                  </a:lnTo>
                  <a:lnTo>
                    <a:pt x="33654" y="227710"/>
                  </a:lnTo>
                </a:path>
                <a:path w="40005" h="248920">
                  <a:moveTo>
                    <a:pt x="37464" y="237616"/>
                  </a:moveTo>
                  <a:lnTo>
                    <a:pt x="37210" y="236981"/>
                  </a:lnTo>
                  <a:lnTo>
                    <a:pt x="36829" y="236346"/>
                  </a:lnTo>
                  <a:lnTo>
                    <a:pt x="36194" y="235838"/>
                  </a:lnTo>
                </a:path>
                <a:path w="40005" h="248920">
                  <a:moveTo>
                    <a:pt x="34416" y="244220"/>
                  </a:moveTo>
                  <a:lnTo>
                    <a:pt x="34543" y="243966"/>
                  </a:lnTo>
                  <a:lnTo>
                    <a:pt x="34543" y="243712"/>
                  </a:lnTo>
                  <a:lnTo>
                    <a:pt x="34543" y="243458"/>
                  </a:lnTo>
                </a:path>
                <a:path w="40005" h="248920">
                  <a:moveTo>
                    <a:pt x="26288" y="245236"/>
                  </a:moveTo>
                  <a:lnTo>
                    <a:pt x="26415" y="245617"/>
                  </a:lnTo>
                  <a:lnTo>
                    <a:pt x="26669" y="245998"/>
                  </a:lnTo>
                  <a:lnTo>
                    <a:pt x="26923" y="246379"/>
                  </a:lnTo>
                </a:path>
                <a:path w="40005" h="248920">
                  <a:moveTo>
                    <a:pt x="20192" y="244728"/>
                  </a:moveTo>
                  <a:lnTo>
                    <a:pt x="20192" y="245109"/>
                  </a:lnTo>
                  <a:lnTo>
                    <a:pt x="20319" y="245363"/>
                  </a:lnTo>
                  <a:lnTo>
                    <a:pt x="20446" y="245617"/>
                  </a:lnTo>
                </a:path>
                <a:path w="40005" h="248920">
                  <a:moveTo>
                    <a:pt x="12953" y="244474"/>
                  </a:moveTo>
                  <a:lnTo>
                    <a:pt x="13334" y="244220"/>
                  </a:lnTo>
                  <a:lnTo>
                    <a:pt x="13842" y="243839"/>
                  </a:lnTo>
                  <a:lnTo>
                    <a:pt x="14096" y="243458"/>
                  </a:lnTo>
                </a:path>
                <a:path w="40005" h="248920">
                  <a:moveTo>
                    <a:pt x="4317" y="237362"/>
                  </a:moveTo>
                  <a:lnTo>
                    <a:pt x="4190" y="237616"/>
                  </a:lnTo>
                  <a:lnTo>
                    <a:pt x="4063" y="237997"/>
                  </a:lnTo>
                  <a:lnTo>
                    <a:pt x="4063" y="23825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1495933" y="353250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22733" y="381"/>
                  </a:moveTo>
                  <a:lnTo>
                    <a:pt x="22352" y="0"/>
                  </a:lnTo>
                  <a:lnTo>
                    <a:pt x="21590" y="0"/>
                  </a:lnTo>
                  <a:lnTo>
                    <a:pt x="21209" y="381"/>
                  </a:lnTo>
                  <a:lnTo>
                    <a:pt x="21209" y="1143"/>
                  </a:lnTo>
                  <a:lnTo>
                    <a:pt x="21590" y="1524"/>
                  </a:lnTo>
                  <a:lnTo>
                    <a:pt x="22352" y="1524"/>
                  </a:lnTo>
                  <a:lnTo>
                    <a:pt x="22733" y="1143"/>
                  </a:lnTo>
                  <a:lnTo>
                    <a:pt x="22733" y="762"/>
                  </a:lnTo>
                  <a:lnTo>
                    <a:pt x="22733" y="381"/>
                  </a:lnTo>
                  <a:close/>
                </a:path>
                <a:path w="40005" h="235585">
                  <a:moveTo>
                    <a:pt x="22860" y="137795"/>
                  </a:moveTo>
                  <a:lnTo>
                    <a:pt x="21844" y="136779"/>
                  </a:lnTo>
                  <a:lnTo>
                    <a:pt x="19304" y="136779"/>
                  </a:lnTo>
                  <a:lnTo>
                    <a:pt x="18288" y="137795"/>
                  </a:lnTo>
                  <a:lnTo>
                    <a:pt x="18288" y="140335"/>
                  </a:lnTo>
                  <a:lnTo>
                    <a:pt x="19304" y="141351"/>
                  </a:lnTo>
                  <a:lnTo>
                    <a:pt x="21844" y="141351"/>
                  </a:lnTo>
                  <a:lnTo>
                    <a:pt x="22860" y="140335"/>
                  </a:lnTo>
                  <a:lnTo>
                    <a:pt x="22860" y="139065"/>
                  </a:lnTo>
                  <a:lnTo>
                    <a:pt x="22860" y="137795"/>
                  </a:lnTo>
                  <a:close/>
                </a:path>
                <a:path w="40005" h="235585">
                  <a:moveTo>
                    <a:pt x="39497" y="222504"/>
                  </a:moveTo>
                  <a:lnTo>
                    <a:pt x="39103" y="219710"/>
                  </a:lnTo>
                  <a:lnTo>
                    <a:pt x="38989" y="218821"/>
                  </a:lnTo>
                  <a:lnTo>
                    <a:pt x="36449" y="216789"/>
                  </a:lnTo>
                  <a:lnTo>
                    <a:pt x="35560" y="216154"/>
                  </a:lnTo>
                  <a:lnTo>
                    <a:pt x="34671" y="215773"/>
                  </a:lnTo>
                  <a:lnTo>
                    <a:pt x="33655" y="215773"/>
                  </a:lnTo>
                  <a:lnTo>
                    <a:pt x="33655" y="212852"/>
                  </a:lnTo>
                  <a:lnTo>
                    <a:pt x="32943" y="212217"/>
                  </a:lnTo>
                  <a:lnTo>
                    <a:pt x="32092" y="211455"/>
                  </a:lnTo>
                  <a:lnTo>
                    <a:pt x="31242" y="210693"/>
                  </a:lnTo>
                  <a:lnTo>
                    <a:pt x="27559" y="210693"/>
                  </a:lnTo>
                  <a:lnTo>
                    <a:pt x="26670" y="210947"/>
                  </a:lnTo>
                  <a:lnTo>
                    <a:pt x="25781" y="211455"/>
                  </a:lnTo>
                  <a:lnTo>
                    <a:pt x="25336" y="209931"/>
                  </a:lnTo>
                  <a:lnTo>
                    <a:pt x="25069" y="209042"/>
                  </a:lnTo>
                  <a:lnTo>
                    <a:pt x="24993" y="208788"/>
                  </a:lnTo>
                  <a:lnTo>
                    <a:pt x="24892" y="208407"/>
                  </a:lnTo>
                  <a:lnTo>
                    <a:pt x="21590" y="206629"/>
                  </a:lnTo>
                  <a:lnTo>
                    <a:pt x="16560" y="208026"/>
                  </a:lnTo>
                  <a:lnTo>
                    <a:pt x="16852" y="208026"/>
                  </a:lnTo>
                  <a:lnTo>
                    <a:pt x="15875" y="208788"/>
                  </a:lnTo>
                  <a:lnTo>
                    <a:pt x="15113" y="209931"/>
                  </a:lnTo>
                  <a:lnTo>
                    <a:pt x="11938" y="208026"/>
                  </a:lnTo>
                  <a:lnTo>
                    <a:pt x="7747" y="209042"/>
                  </a:lnTo>
                  <a:lnTo>
                    <a:pt x="5918" y="212090"/>
                  </a:lnTo>
                  <a:lnTo>
                    <a:pt x="5842" y="212217"/>
                  </a:lnTo>
                  <a:lnTo>
                    <a:pt x="3683" y="212090"/>
                  </a:lnTo>
                  <a:lnTo>
                    <a:pt x="1778" y="213487"/>
                  </a:lnTo>
                  <a:lnTo>
                    <a:pt x="1498" y="215773"/>
                  </a:lnTo>
                  <a:lnTo>
                    <a:pt x="1435" y="216789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778" y="224790"/>
                  </a:lnTo>
                  <a:lnTo>
                    <a:pt x="2794" y="225564"/>
                  </a:lnTo>
                  <a:lnTo>
                    <a:pt x="4051" y="225564"/>
                  </a:lnTo>
                  <a:lnTo>
                    <a:pt x="3759" y="228092"/>
                  </a:lnTo>
                  <a:lnTo>
                    <a:pt x="3683" y="228854"/>
                  </a:lnTo>
                  <a:lnTo>
                    <a:pt x="5969" y="231775"/>
                  </a:lnTo>
                  <a:lnTo>
                    <a:pt x="9931" y="232410"/>
                  </a:lnTo>
                  <a:lnTo>
                    <a:pt x="11353" y="232410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6"/>
                  </a:lnTo>
                  <a:lnTo>
                    <a:pt x="20447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6162" y="234061"/>
                  </a:lnTo>
                  <a:lnTo>
                    <a:pt x="26797" y="233426"/>
                  </a:lnTo>
                  <a:lnTo>
                    <a:pt x="27038" y="233426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324" y="233426"/>
                  </a:lnTo>
                  <a:lnTo>
                    <a:pt x="33782" y="233045"/>
                  </a:lnTo>
                  <a:lnTo>
                    <a:pt x="34036" y="232664"/>
                  </a:lnTo>
                  <a:lnTo>
                    <a:pt x="34201" y="232410"/>
                  </a:lnTo>
                  <a:lnTo>
                    <a:pt x="34353" y="231775"/>
                  </a:lnTo>
                  <a:lnTo>
                    <a:pt x="34378" y="231521"/>
                  </a:lnTo>
                  <a:lnTo>
                    <a:pt x="34417" y="231267"/>
                  </a:lnTo>
                  <a:lnTo>
                    <a:pt x="36957" y="230632"/>
                  </a:lnTo>
                  <a:lnTo>
                    <a:pt x="38354" y="228092"/>
                  </a:lnTo>
                  <a:lnTo>
                    <a:pt x="37719" y="225564"/>
                  </a:lnTo>
                  <a:lnTo>
                    <a:pt x="37592" y="225171"/>
                  </a:lnTo>
                  <a:lnTo>
                    <a:pt x="37363" y="225171"/>
                  </a:lnTo>
                  <a:lnTo>
                    <a:pt x="39497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1495933" y="353250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9"/>
                  </a:moveTo>
                  <a:lnTo>
                    <a:pt x="3682" y="228854"/>
                  </a:lnTo>
                  <a:lnTo>
                    <a:pt x="5968" y="231775"/>
                  </a:lnTo>
                  <a:lnTo>
                    <a:pt x="9143" y="232283"/>
                  </a:lnTo>
                  <a:lnTo>
                    <a:pt x="10540" y="232410"/>
                  </a:lnTo>
                  <a:lnTo>
                    <a:pt x="11810" y="232156"/>
                  </a:lnTo>
                  <a:lnTo>
                    <a:pt x="12953" y="231521"/>
                  </a:lnTo>
                  <a:lnTo>
                    <a:pt x="14223" y="233807"/>
                  </a:lnTo>
                  <a:lnTo>
                    <a:pt x="17017" y="234569"/>
                  </a:lnTo>
                  <a:lnTo>
                    <a:pt x="19303" y="233426"/>
                  </a:lnTo>
                  <a:lnTo>
                    <a:pt x="19684" y="233172"/>
                  </a:lnTo>
                  <a:lnTo>
                    <a:pt x="20065" y="232918"/>
                  </a:lnTo>
                  <a:lnTo>
                    <a:pt x="20446" y="232664"/>
                  </a:lnTo>
                  <a:lnTo>
                    <a:pt x="21335" y="234569"/>
                  </a:lnTo>
                  <a:lnTo>
                    <a:pt x="23748" y="235204"/>
                  </a:lnTo>
                  <a:lnTo>
                    <a:pt x="25653" y="234315"/>
                  </a:lnTo>
                  <a:lnTo>
                    <a:pt x="26161" y="234061"/>
                  </a:lnTo>
                  <a:lnTo>
                    <a:pt x="26542" y="233680"/>
                  </a:lnTo>
                  <a:lnTo>
                    <a:pt x="26923" y="233299"/>
                  </a:lnTo>
                  <a:lnTo>
                    <a:pt x="28447" y="234950"/>
                  </a:lnTo>
                  <a:lnTo>
                    <a:pt x="31241" y="235204"/>
                  </a:lnTo>
                  <a:lnTo>
                    <a:pt x="33019" y="233680"/>
                  </a:lnTo>
                  <a:lnTo>
                    <a:pt x="33781" y="233045"/>
                  </a:lnTo>
                  <a:lnTo>
                    <a:pt x="34289" y="232283"/>
                  </a:lnTo>
                  <a:lnTo>
                    <a:pt x="34416" y="231267"/>
                  </a:lnTo>
                  <a:lnTo>
                    <a:pt x="36956" y="230632"/>
                  </a:lnTo>
                  <a:lnTo>
                    <a:pt x="38353" y="228092"/>
                  </a:lnTo>
                  <a:lnTo>
                    <a:pt x="37718" y="225552"/>
                  </a:lnTo>
                  <a:lnTo>
                    <a:pt x="37591" y="225171"/>
                  </a:lnTo>
                  <a:lnTo>
                    <a:pt x="37464" y="225044"/>
                  </a:lnTo>
                  <a:lnTo>
                    <a:pt x="39496" y="222504"/>
                  </a:lnTo>
                  <a:lnTo>
                    <a:pt x="33654" y="215646"/>
                  </a:lnTo>
                  <a:lnTo>
                    <a:pt x="33654" y="212852"/>
                  </a:lnTo>
                  <a:lnTo>
                    <a:pt x="31241" y="210693"/>
                  </a:lnTo>
                  <a:lnTo>
                    <a:pt x="28447" y="210693"/>
                  </a:lnTo>
                  <a:lnTo>
                    <a:pt x="27558" y="210693"/>
                  </a:lnTo>
                  <a:lnTo>
                    <a:pt x="26669" y="210947"/>
                  </a:lnTo>
                  <a:lnTo>
                    <a:pt x="25780" y="211455"/>
                  </a:lnTo>
                  <a:lnTo>
                    <a:pt x="24891" y="208407"/>
                  </a:lnTo>
                  <a:lnTo>
                    <a:pt x="21589" y="206629"/>
                  </a:lnTo>
                  <a:lnTo>
                    <a:pt x="18414" y="207518"/>
                  </a:lnTo>
                  <a:lnTo>
                    <a:pt x="17017" y="207899"/>
                  </a:lnTo>
                  <a:lnTo>
                    <a:pt x="15875" y="208788"/>
                  </a:lnTo>
                  <a:lnTo>
                    <a:pt x="15112" y="209931"/>
                  </a:lnTo>
                  <a:lnTo>
                    <a:pt x="11937" y="208026"/>
                  </a:lnTo>
                  <a:lnTo>
                    <a:pt x="7746" y="209042"/>
                  </a:lnTo>
                  <a:lnTo>
                    <a:pt x="5841" y="212217"/>
                  </a:lnTo>
                  <a:lnTo>
                    <a:pt x="5714" y="212217"/>
                  </a:lnTo>
                  <a:lnTo>
                    <a:pt x="3682" y="212090"/>
                  </a:lnTo>
                  <a:lnTo>
                    <a:pt x="1778" y="213487"/>
                  </a:lnTo>
                  <a:lnTo>
                    <a:pt x="1523" y="215646"/>
                  </a:lnTo>
                  <a:lnTo>
                    <a:pt x="1396" y="216662"/>
                  </a:lnTo>
                  <a:lnTo>
                    <a:pt x="1778" y="217805"/>
                  </a:lnTo>
                  <a:lnTo>
                    <a:pt x="2539" y="218567"/>
                  </a:lnTo>
                  <a:lnTo>
                    <a:pt x="634" y="219710"/>
                  </a:lnTo>
                  <a:lnTo>
                    <a:pt x="0" y="221996"/>
                  </a:lnTo>
                  <a:lnTo>
                    <a:pt x="1142" y="223774"/>
                  </a:lnTo>
                  <a:lnTo>
                    <a:pt x="1778" y="224790"/>
                  </a:lnTo>
                  <a:lnTo>
                    <a:pt x="2793" y="225552"/>
                  </a:lnTo>
                  <a:lnTo>
                    <a:pt x="4063" y="225552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1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89" y="0"/>
                  </a:lnTo>
                  <a:lnTo>
                    <a:pt x="21208" y="381"/>
                  </a:lnTo>
                  <a:lnTo>
                    <a:pt x="21208" y="762"/>
                  </a:lnTo>
                  <a:lnTo>
                    <a:pt x="21208" y="1143"/>
                  </a:lnTo>
                  <a:lnTo>
                    <a:pt x="21589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3"/>
                  </a:lnTo>
                  <a:lnTo>
                    <a:pt x="22732" y="762"/>
                  </a:lnTo>
                  <a:close/>
                </a:path>
                <a:path w="40005" h="235585">
                  <a:moveTo>
                    <a:pt x="22859" y="139065"/>
                  </a:moveTo>
                  <a:lnTo>
                    <a:pt x="22859" y="137795"/>
                  </a:lnTo>
                  <a:lnTo>
                    <a:pt x="21843" y="136779"/>
                  </a:lnTo>
                  <a:lnTo>
                    <a:pt x="20573" y="136779"/>
                  </a:lnTo>
                  <a:lnTo>
                    <a:pt x="19303" y="136779"/>
                  </a:lnTo>
                  <a:lnTo>
                    <a:pt x="18287" y="137795"/>
                  </a:lnTo>
                  <a:lnTo>
                    <a:pt x="18287" y="139065"/>
                  </a:lnTo>
                  <a:lnTo>
                    <a:pt x="18287" y="140335"/>
                  </a:lnTo>
                  <a:lnTo>
                    <a:pt x="19303" y="141351"/>
                  </a:lnTo>
                  <a:lnTo>
                    <a:pt x="20573" y="141351"/>
                  </a:lnTo>
                  <a:lnTo>
                    <a:pt x="21843" y="141351"/>
                  </a:lnTo>
                  <a:lnTo>
                    <a:pt x="22859" y="140335"/>
                  </a:lnTo>
                  <a:lnTo>
                    <a:pt x="22859" y="139065"/>
                  </a:lnTo>
                  <a:close/>
                </a:path>
                <a:path w="40005" h="235585">
                  <a:moveTo>
                    <a:pt x="4825" y="218186"/>
                  </a:moveTo>
                  <a:lnTo>
                    <a:pt x="3936" y="218186"/>
                  </a:lnTo>
                  <a:lnTo>
                    <a:pt x="3175" y="218313"/>
                  </a:lnTo>
                  <a:lnTo>
                    <a:pt x="2539" y="218694"/>
                  </a:lnTo>
                </a:path>
                <a:path w="40005" h="235585">
                  <a:moveTo>
                    <a:pt x="6730" y="212725"/>
                  </a:moveTo>
                  <a:lnTo>
                    <a:pt x="6476" y="212598"/>
                  </a:lnTo>
                  <a:lnTo>
                    <a:pt x="6095" y="212471"/>
                  </a:lnTo>
                  <a:lnTo>
                    <a:pt x="5714" y="212471"/>
                  </a:lnTo>
                </a:path>
                <a:path w="40005" h="235585">
                  <a:moveTo>
                    <a:pt x="15112" y="210058"/>
                  </a:moveTo>
                  <a:lnTo>
                    <a:pt x="14985" y="210312"/>
                  </a:lnTo>
                  <a:lnTo>
                    <a:pt x="14731" y="210693"/>
                  </a:lnTo>
                  <a:lnTo>
                    <a:pt x="14604" y="211074"/>
                  </a:lnTo>
                </a:path>
                <a:path w="40005" h="235585">
                  <a:moveTo>
                    <a:pt x="26034" y="212725"/>
                  </a:moveTo>
                  <a:lnTo>
                    <a:pt x="26034" y="212344"/>
                  </a:lnTo>
                  <a:lnTo>
                    <a:pt x="25907" y="211963"/>
                  </a:lnTo>
                  <a:lnTo>
                    <a:pt x="25780" y="211582"/>
                  </a:lnTo>
                </a:path>
                <a:path w="40005" h="235585">
                  <a:moveTo>
                    <a:pt x="30733" y="220218"/>
                  </a:moveTo>
                  <a:lnTo>
                    <a:pt x="32511" y="219456"/>
                  </a:lnTo>
                  <a:lnTo>
                    <a:pt x="33654" y="217678"/>
                  </a:lnTo>
                  <a:lnTo>
                    <a:pt x="33654" y="215773"/>
                  </a:lnTo>
                </a:path>
                <a:path w="40005" h="235585">
                  <a:moveTo>
                    <a:pt x="37464" y="225044"/>
                  </a:moveTo>
                  <a:lnTo>
                    <a:pt x="37210" y="224409"/>
                  </a:lnTo>
                  <a:lnTo>
                    <a:pt x="36829" y="223774"/>
                  </a:lnTo>
                  <a:lnTo>
                    <a:pt x="36194" y="223393"/>
                  </a:lnTo>
                </a:path>
                <a:path w="40005" h="235585">
                  <a:moveTo>
                    <a:pt x="34416" y="231394"/>
                  </a:moveTo>
                  <a:lnTo>
                    <a:pt x="34543" y="231140"/>
                  </a:lnTo>
                  <a:lnTo>
                    <a:pt x="34543" y="230886"/>
                  </a:lnTo>
                  <a:lnTo>
                    <a:pt x="34543" y="230632"/>
                  </a:lnTo>
                </a:path>
                <a:path w="40005" h="235585">
                  <a:moveTo>
                    <a:pt x="26288" y="232283"/>
                  </a:moveTo>
                  <a:lnTo>
                    <a:pt x="26415" y="232664"/>
                  </a:lnTo>
                  <a:lnTo>
                    <a:pt x="26669" y="233045"/>
                  </a:lnTo>
                  <a:lnTo>
                    <a:pt x="26923" y="233299"/>
                  </a:lnTo>
                </a:path>
                <a:path w="40005" h="235585">
                  <a:moveTo>
                    <a:pt x="20192" y="231775"/>
                  </a:moveTo>
                  <a:lnTo>
                    <a:pt x="20192" y="232156"/>
                  </a:lnTo>
                  <a:lnTo>
                    <a:pt x="20319" y="232410"/>
                  </a:lnTo>
                  <a:lnTo>
                    <a:pt x="20446" y="232664"/>
                  </a:lnTo>
                </a:path>
                <a:path w="40005" h="235585">
                  <a:moveTo>
                    <a:pt x="12953" y="231521"/>
                  </a:moveTo>
                  <a:lnTo>
                    <a:pt x="13334" y="231267"/>
                  </a:lnTo>
                  <a:lnTo>
                    <a:pt x="13842" y="231013"/>
                  </a:lnTo>
                  <a:lnTo>
                    <a:pt x="14096" y="230632"/>
                  </a:lnTo>
                </a:path>
                <a:path w="40005" h="235585">
                  <a:moveTo>
                    <a:pt x="4317" y="224790"/>
                  </a:moveTo>
                  <a:lnTo>
                    <a:pt x="4190" y="225044"/>
                  </a:lnTo>
                  <a:lnTo>
                    <a:pt x="4063" y="225425"/>
                  </a:lnTo>
                  <a:lnTo>
                    <a:pt x="4063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732026" y="3417061"/>
              <a:ext cx="5080" cy="78105"/>
            </a:xfrm>
            <a:custGeom>
              <a:avLst/>
              <a:gdLst/>
              <a:ahLst/>
              <a:cxnLst/>
              <a:rect l="l" t="t" r="r" b="b"/>
              <a:pathLst>
                <a:path w="5080" h="78104">
                  <a:moveTo>
                    <a:pt x="4699" y="762"/>
                  </a:moveTo>
                  <a:lnTo>
                    <a:pt x="3937" y="0"/>
                  </a:lnTo>
                  <a:lnTo>
                    <a:pt x="2159" y="0"/>
                  </a:lnTo>
                  <a:lnTo>
                    <a:pt x="1524" y="762"/>
                  </a:lnTo>
                  <a:lnTo>
                    <a:pt x="1524" y="2540"/>
                  </a:lnTo>
                  <a:lnTo>
                    <a:pt x="2159" y="3302"/>
                  </a:lnTo>
                  <a:lnTo>
                    <a:pt x="3937" y="3302"/>
                  </a:lnTo>
                  <a:lnTo>
                    <a:pt x="4699" y="2540"/>
                  </a:lnTo>
                  <a:lnTo>
                    <a:pt x="4699" y="1651"/>
                  </a:lnTo>
                  <a:lnTo>
                    <a:pt x="4699" y="762"/>
                  </a:lnTo>
                  <a:close/>
                </a:path>
                <a:path w="5080" h="78104">
                  <a:moveTo>
                    <a:pt x="4826" y="74041"/>
                  </a:moveTo>
                  <a:lnTo>
                    <a:pt x="3683" y="73025"/>
                  </a:lnTo>
                  <a:lnTo>
                    <a:pt x="1016" y="73025"/>
                  </a:lnTo>
                  <a:lnTo>
                    <a:pt x="0" y="74041"/>
                  </a:lnTo>
                  <a:lnTo>
                    <a:pt x="0" y="76708"/>
                  </a:lnTo>
                  <a:lnTo>
                    <a:pt x="1016" y="77851"/>
                  </a:lnTo>
                  <a:lnTo>
                    <a:pt x="3683" y="77851"/>
                  </a:lnTo>
                  <a:lnTo>
                    <a:pt x="4826" y="76708"/>
                  </a:lnTo>
                  <a:lnTo>
                    <a:pt x="4826" y="75438"/>
                  </a:lnTo>
                  <a:lnTo>
                    <a:pt x="4826" y="740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732025" y="3345687"/>
              <a:ext cx="5080" cy="149225"/>
            </a:xfrm>
            <a:custGeom>
              <a:avLst/>
              <a:gdLst/>
              <a:ahLst/>
              <a:cxnLst/>
              <a:rect l="l" t="t" r="r" b="b"/>
              <a:pathLst>
                <a:path w="5080" h="149225">
                  <a:moveTo>
                    <a:pt x="4572" y="888"/>
                  </a:moveTo>
                  <a:lnTo>
                    <a:pt x="4572" y="381"/>
                  </a:lnTo>
                  <a:lnTo>
                    <a:pt x="4191" y="0"/>
                  </a:lnTo>
                  <a:lnTo>
                    <a:pt x="3810" y="0"/>
                  </a:lnTo>
                  <a:lnTo>
                    <a:pt x="3301" y="0"/>
                  </a:lnTo>
                  <a:lnTo>
                    <a:pt x="3048" y="381"/>
                  </a:lnTo>
                  <a:lnTo>
                    <a:pt x="3048" y="888"/>
                  </a:lnTo>
                  <a:lnTo>
                    <a:pt x="3048" y="1270"/>
                  </a:lnTo>
                  <a:lnTo>
                    <a:pt x="3301" y="1650"/>
                  </a:lnTo>
                  <a:lnTo>
                    <a:pt x="3810" y="1650"/>
                  </a:lnTo>
                  <a:lnTo>
                    <a:pt x="4191" y="1650"/>
                  </a:lnTo>
                  <a:lnTo>
                    <a:pt x="4572" y="1270"/>
                  </a:lnTo>
                  <a:lnTo>
                    <a:pt x="4572" y="888"/>
                  </a:lnTo>
                  <a:close/>
                </a:path>
                <a:path w="5080" h="149225">
                  <a:moveTo>
                    <a:pt x="4699" y="73025"/>
                  </a:moveTo>
                  <a:lnTo>
                    <a:pt x="4699" y="72136"/>
                  </a:lnTo>
                  <a:lnTo>
                    <a:pt x="3937" y="71374"/>
                  </a:lnTo>
                  <a:lnTo>
                    <a:pt x="3048" y="71374"/>
                  </a:lnTo>
                  <a:lnTo>
                    <a:pt x="2159" y="71374"/>
                  </a:lnTo>
                  <a:lnTo>
                    <a:pt x="1524" y="72136"/>
                  </a:lnTo>
                  <a:lnTo>
                    <a:pt x="1524" y="73025"/>
                  </a:lnTo>
                  <a:lnTo>
                    <a:pt x="1524" y="73913"/>
                  </a:lnTo>
                  <a:lnTo>
                    <a:pt x="2159" y="74675"/>
                  </a:lnTo>
                  <a:lnTo>
                    <a:pt x="3048" y="74675"/>
                  </a:lnTo>
                  <a:lnTo>
                    <a:pt x="3937" y="74675"/>
                  </a:lnTo>
                  <a:lnTo>
                    <a:pt x="4699" y="73913"/>
                  </a:lnTo>
                  <a:lnTo>
                    <a:pt x="4699" y="73025"/>
                  </a:lnTo>
                  <a:close/>
                </a:path>
                <a:path w="5080" h="149225">
                  <a:moveTo>
                    <a:pt x="4825" y="146812"/>
                  </a:moveTo>
                  <a:lnTo>
                    <a:pt x="4825" y="145414"/>
                  </a:lnTo>
                  <a:lnTo>
                    <a:pt x="3682" y="144399"/>
                  </a:lnTo>
                  <a:lnTo>
                    <a:pt x="2412" y="144399"/>
                  </a:lnTo>
                  <a:lnTo>
                    <a:pt x="1016" y="144399"/>
                  </a:lnTo>
                  <a:lnTo>
                    <a:pt x="0" y="145414"/>
                  </a:lnTo>
                  <a:lnTo>
                    <a:pt x="0" y="146812"/>
                  </a:lnTo>
                  <a:lnTo>
                    <a:pt x="0" y="148082"/>
                  </a:lnTo>
                  <a:lnTo>
                    <a:pt x="1016" y="149225"/>
                  </a:lnTo>
                  <a:lnTo>
                    <a:pt x="2412" y="149225"/>
                  </a:lnTo>
                  <a:lnTo>
                    <a:pt x="3682" y="149225"/>
                  </a:lnTo>
                  <a:lnTo>
                    <a:pt x="4825" y="148082"/>
                  </a:lnTo>
                  <a:lnTo>
                    <a:pt x="4825" y="146812"/>
                  </a:lnTo>
                  <a:close/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1665097" y="352488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22733" y="381"/>
                  </a:moveTo>
                  <a:lnTo>
                    <a:pt x="22352" y="0"/>
                  </a:lnTo>
                  <a:lnTo>
                    <a:pt x="21590" y="0"/>
                  </a:lnTo>
                  <a:lnTo>
                    <a:pt x="21209" y="381"/>
                  </a:lnTo>
                  <a:lnTo>
                    <a:pt x="21209" y="1143"/>
                  </a:lnTo>
                  <a:lnTo>
                    <a:pt x="21590" y="1524"/>
                  </a:lnTo>
                  <a:lnTo>
                    <a:pt x="22352" y="1524"/>
                  </a:lnTo>
                  <a:lnTo>
                    <a:pt x="22733" y="1143"/>
                  </a:lnTo>
                  <a:lnTo>
                    <a:pt x="22733" y="762"/>
                  </a:lnTo>
                  <a:lnTo>
                    <a:pt x="22733" y="381"/>
                  </a:lnTo>
                  <a:close/>
                </a:path>
                <a:path w="40005" h="235585">
                  <a:moveTo>
                    <a:pt x="22860" y="137795"/>
                  </a:moveTo>
                  <a:lnTo>
                    <a:pt x="21844" y="136779"/>
                  </a:lnTo>
                  <a:lnTo>
                    <a:pt x="19304" y="136779"/>
                  </a:lnTo>
                  <a:lnTo>
                    <a:pt x="18288" y="137795"/>
                  </a:lnTo>
                  <a:lnTo>
                    <a:pt x="18288" y="140335"/>
                  </a:lnTo>
                  <a:lnTo>
                    <a:pt x="19304" y="141351"/>
                  </a:lnTo>
                  <a:lnTo>
                    <a:pt x="21844" y="141351"/>
                  </a:lnTo>
                  <a:lnTo>
                    <a:pt x="22860" y="140335"/>
                  </a:lnTo>
                  <a:lnTo>
                    <a:pt x="22860" y="139065"/>
                  </a:lnTo>
                  <a:lnTo>
                    <a:pt x="22860" y="137795"/>
                  </a:lnTo>
                  <a:close/>
                </a:path>
                <a:path w="40005" h="235585">
                  <a:moveTo>
                    <a:pt x="39497" y="222504"/>
                  </a:moveTo>
                  <a:lnTo>
                    <a:pt x="39103" y="219710"/>
                  </a:lnTo>
                  <a:lnTo>
                    <a:pt x="38989" y="218821"/>
                  </a:lnTo>
                  <a:lnTo>
                    <a:pt x="36449" y="216789"/>
                  </a:lnTo>
                  <a:lnTo>
                    <a:pt x="35560" y="216154"/>
                  </a:lnTo>
                  <a:lnTo>
                    <a:pt x="34671" y="215773"/>
                  </a:lnTo>
                  <a:lnTo>
                    <a:pt x="33655" y="215773"/>
                  </a:lnTo>
                  <a:lnTo>
                    <a:pt x="33655" y="212852"/>
                  </a:lnTo>
                  <a:lnTo>
                    <a:pt x="33083" y="212344"/>
                  </a:lnTo>
                  <a:lnTo>
                    <a:pt x="32092" y="211455"/>
                  </a:lnTo>
                  <a:lnTo>
                    <a:pt x="31242" y="210693"/>
                  </a:lnTo>
                  <a:lnTo>
                    <a:pt x="27559" y="210693"/>
                  </a:lnTo>
                  <a:lnTo>
                    <a:pt x="26670" y="210947"/>
                  </a:lnTo>
                  <a:lnTo>
                    <a:pt x="25781" y="211455"/>
                  </a:lnTo>
                  <a:lnTo>
                    <a:pt x="25336" y="209931"/>
                  </a:lnTo>
                  <a:lnTo>
                    <a:pt x="25069" y="209042"/>
                  </a:lnTo>
                  <a:lnTo>
                    <a:pt x="24993" y="208788"/>
                  </a:lnTo>
                  <a:lnTo>
                    <a:pt x="24892" y="208407"/>
                  </a:lnTo>
                  <a:lnTo>
                    <a:pt x="21590" y="206629"/>
                  </a:lnTo>
                  <a:lnTo>
                    <a:pt x="17018" y="207899"/>
                  </a:lnTo>
                  <a:lnTo>
                    <a:pt x="15875" y="208788"/>
                  </a:lnTo>
                  <a:lnTo>
                    <a:pt x="15113" y="209931"/>
                  </a:lnTo>
                  <a:lnTo>
                    <a:pt x="11938" y="208026"/>
                  </a:lnTo>
                  <a:lnTo>
                    <a:pt x="7747" y="209042"/>
                  </a:lnTo>
                  <a:lnTo>
                    <a:pt x="5842" y="212217"/>
                  </a:lnTo>
                  <a:lnTo>
                    <a:pt x="5715" y="212344"/>
                  </a:lnTo>
                  <a:lnTo>
                    <a:pt x="4686" y="212217"/>
                  </a:lnTo>
                  <a:lnTo>
                    <a:pt x="3505" y="212217"/>
                  </a:lnTo>
                  <a:lnTo>
                    <a:pt x="1778" y="213487"/>
                  </a:lnTo>
                  <a:lnTo>
                    <a:pt x="1498" y="215773"/>
                  </a:lnTo>
                  <a:lnTo>
                    <a:pt x="1435" y="216789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778" y="224790"/>
                  </a:lnTo>
                  <a:lnTo>
                    <a:pt x="2794" y="225564"/>
                  </a:lnTo>
                  <a:lnTo>
                    <a:pt x="4051" y="225564"/>
                  </a:lnTo>
                  <a:lnTo>
                    <a:pt x="3759" y="228092"/>
                  </a:lnTo>
                  <a:lnTo>
                    <a:pt x="3683" y="228854"/>
                  </a:lnTo>
                  <a:lnTo>
                    <a:pt x="5969" y="231775"/>
                  </a:lnTo>
                  <a:lnTo>
                    <a:pt x="9931" y="232410"/>
                  </a:lnTo>
                  <a:lnTo>
                    <a:pt x="11353" y="232410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6"/>
                  </a:lnTo>
                  <a:lnTo>
                    <a:pt x="20447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6162" y="234061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477" y="233299"/>
                  </a:lnTo>
                  <a:lnTo>
                    <a:pt x="33782" y="233045"/>
                  </a:lnTo>
                  <a:lnTo>
                    <a:pt x="34036" y="232664"/>
                  </a:lnTo>
                  <a:lnTo>
                    <a:pt x="34201" y="232410"/>
                  </a:lnTo>
                  <a:lnTo>
                    <a:pt x="34353" y="231775"/>
                  </a:lnTo>
                  <a:lnTo>
                    <a:pt x="34378" y="231521"/>
                  </a:lnTo>
                  <a:lnTo>
                    <a:pt x="34417" y="231267"/>
                  </a:lnTo>
                  <a:lnTo>
                    <a:pt x="36957" y="230632"/>
                  </a:lnTo>
                  <a:lnTo>
                    <a:pt x="38354" y="228092"/>
                  </a:lnTo>
                  <a:lnTo>
                    <a:pt x="37719" y="225564"/>
                  </a:lnTo>
                  <a:lnTo>
                    <a:pt x="37592" y="225171"/>
                  </a:lnTo>
                  <a:lnTo>
                    <a:pt x="39497" y="222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665097" y="352488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3" y="225678"/>
                  </a:moveTo>
                  <a:lnTo>
                    <a:pt x="3682" y="228853"/>
                  </a:lnTo>
                  <a:lnTo>
                    <a:pt x="5968" y="231775"/>
                  </a:lnTo>
                  <a:lnTo>
                    <a:pt x="9143" y="232282"/>
                  </a:lnTo>
                  <a:lnTo>
                    <a:pt x="10540" y="232409"/>
                  </a:lnTo>
                  <a:lnTo>
                    <a:pt x="11810" y="232156"/>
                  </a:lnTo>
                  <a:lnTo>
                    <a:pt x="12953" y="231520"/>
                  </a:lnTo>
                  <a:lnTo>
                    <a:pt x="14223" y="233806"/>
                  </a:lnTo>
                  <a:lnTo>
                    <a:pt x="17017" y="234569"/>
                  </a:lnTo>
                  <a:lnTo>
                    <a:pt x="19303" y="233425"/>
                  </a:lnTo>
                  <a:lnTo>
                    <a:pt x="19684" y="233171"/>
                  </a:lnTo>
                  <a:lnTo>
                    <a:pt x="20065" y="232917"/>
                  </a:lnTo>
                  <a:lnTo>
                    <a:pt x="20446" y="232663"/>
                  </a:lnTo>
                  <a:lnTo>
                    <a:pt x="21335" y="234569"/>
                  </a:lnTo>
                  <a:lnTo>
                    <a:pt x="23748" y="235203"/>
                  </a:lnTo>
                  <a:lnTo>
                    <a:pt x="25653" y="234314"/>
                  </a:lnTo>
                  <a:lnTo>
                    <a:pt x="26161" y="234060"/>
                  </a:lnTo>
                  <a:lnTo>
                    <a:pt x="26542" y="233679"/>
                  </a:lnTo>
                  <a:lnTo>
                    <a:pt x="26923" y="233298"/>
                  </a:lnTo>
                  <a:lnTo>
                    <a:pt x="28447" y="234950"/>
                  </a:lnTo>
                  <a:lnTo>
                    <a:pt x="31241" y="235203"/>
                  </a:lnTo>
                  <a:lnTo>
                    <a:pt x="33019" y="233679"/>
                  </a:lnTo>
                  <a:lnTo>
                    <a:pt x="33781" y="233044"/>
                  </a:lnTo>
                  <a:lnTo>
                    <a:pt x="34289" y="232282"/>
                  </a:lnTo>
                  <a:lnTo>
                    <a:pt x="34416" y="231266"/>
                  </a:lnTo>
                  <a:lnTo>
                    <a:pt x="36956" y="230631"/>
                  </a:lnTo>
                  <a:lnTo>
                    <a:pt x="38353" y="228091"/>
                  </a:lnTo>
                  <a:lnTo>
                    <a:pt x="37718" y="225551"/>
                  </a:lnTo>
                  <a:lnTo>
                    <a:pt x="37591" y="225170"/>
                  </a:lnTo>
                  <a:lnTo>
                    <a:pt x="39496" y="222503"/>
                  </a:lnTo>
                  <a:lnTo>
                    <a:pt x="33654" y="215645"/>
                  </a:lnTo>
                  <a:lnTo>
                    <a:pt x="33654" y="212851"/>
                  </a:lnTo>
                  <a:lnTo>
                    <a:pt x="31241" y="210692"/>
                  </a:lnTo>
                  <a:lnTo>
                    <a:pt x="28447" y="210692"/>
                  </a:lnTo>
                  <a:lnTo>
                    <a:pt x="27558" y="210692"/>
                  </a:lnTo>
                  <a:lnTo>
                    <a:pt x="26669" y="210946"/>
                  </a:lnTo>
                  <a:lnTo>
                    <a:pt x="25780" y="211454"/>
                  </a:lnTo>
                  <a:lnTo>
                    <a:pt x="24891" y="208406"/>
                  </a:lnTo>
                  <a:lnTo>
                    <a:pt x="21589" y="206628"/>
                  </a:lnTo>
                  <a:lnTo>
                    <a:pt x="18414" y="207517"/>
                  </a:lnTo>
                  <a:lnTo>
                    <a:pt x="17017" y="207898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6" y="209041"/>
                  </a:lnTo>
                  <a:lnTo>
                    <a:pt x="5841" y="212216"/>
                  </a:lnTo>
                  <a:lnTo>
                    <a:pt x="5714" y="212344"/>
                  </a:lnTo>
                  <a:lnTo>
                    <a:pt x="3682" y="212089"/>
                  </a:lnTo>
                  <a:lnTo>
                    <a:pt x="1777" y="213487"/>
                  </a:lnTo>
                  <a:lnTo>
                    <a:pt x="1523" y="215645"/>
                  </a:lnTo>
                  <a:lnTo>
                    <a:pt x="1396" y="216662"/>
                  </a:lnTo>
                  <a:lnTo>
                    <a:pt x="1777" y="217804"/>
                  </a:lnTo>
                  <a:lnTo>
                    <a:pt x="2539" y="218566"/>
                  </a:lnTo>
                  <a:lnTo>
                    <a:pt x="634" y="219709"/>
                  </a:lnTo>
                  <a:lnTo>
                    <a:pt x="0" y="221995"/>
                  </a:lnTo>
                  <a:lnTo>
                    <a:pt x="1142" y="223773"/>
                  </a:lnTo>
                  <a:lnTo>
                    <a:pt x="1777" y="224789"/>
                  </a:lnTo>
                  <a:lnTo>
                    <a:pt x="2793" y="225551"/>
                  </a:lnTo>
                  <a:lnTo>
                    <a:pt x="4063" y="225551"/>
                  </a:lnTo>
                  <a:close/>
                </a:path>
                <a:path w="40005" h="235585">
                  <a:moveTo>
                    <a:pt x="22732" y="762"/>
                  </a:moveTo>
                  <a:lnTo>
                    <a:pt x="22732" y="380"/>
                  </a:lnTo>
                  <a:lnTo>
                    <a:pt x="22351" y="0"/>
                  </a:lnTo>
                  <a:lnTo>
                    <a:pt x="21970" y="0"/>
                  </a:lnTo>
                  <a:lnTo>
                    <a:pt x="21589" y="0"/>
                  </a:lnTo>
                  <a:lnTo>
                    <a:pt x="21208" y="380"/>
                  </a:lnTo>
                  <a:lnTo>
                    <a:pt x="21208" y="762"/>
                  </a:lnTo>
                  <a:lnTo>
                    <a:pt x="21208" y="1142"/>
                  </a:lnTo>
                  <a:lnTo>
                    <a:pt x="21589" y="1524"/>
                  </a:lnTo>
                  <a:lnTo>
                    <a:pt x="21970" y="1524"/>
                  </a:lnTo>
                  <a:lnTo>
                    <a:pt x="22351" y="1524"/>
                  </a:lnTo>
                  <a:lnTo>
                    <a:pt x="22732" y="1142"/>
                  </a:lnTo>
                  <a:lnTo>
                    <a:pt x="22732" y="762"/>
                  </a:lnTo>
                  <a:close/>
                </a:path>
                <a:path w="40005" h="235585">
                  <a:moveTo>
                    <a:pt x="22859" y="139064"/>
                  </a:moveTo>
                  <a:lnTo>
                    <a:pt x="22859" y="137794"/>
                  </a:lnTo>
                  <a:lnTo>
                    <a:pt x="21843" y="136778"/>
                  </a:lnTo>
                  <a:lnTo>
                    <a:pt x="20573" y="136778"/>
                  </a:lnTo>
                  <a:lnTo>
                    <a:pt x="19303" y="136778"/>
                  </a:lnTo>
                  <a:lnTo>
                    <a:pt x="18287" y="137794"/>
                  </a:lnTo>
                  <a:lnTo>
                    <a:pt x="18287" y="139064"/>
                  </a:lnTo>
                  <a:lnTo>
                    <a:pt x="18287" y="140334"/>
                  </a:lnTo>
                  <a:lnTo>
                    <a:pt x="19303" y="141350"/>
                  </a:lnTo>
                  <a:lnTo>
                    <a:pt x="20573" y="141350"/>
                  </a:lnTo>
                  <a:lnTo>
                    <a:pt x="21843" y="141350"/>
                  </a:lnTo>
                  <a:lnTo>
                    <a:pt x="22859" y="140334"/>
                  </a:lnTo>
                  <a:lnTo>
                    <a:pt x="22859" y="139064"/>
                  </a:lnTo>
                  <a:close/>
                </a:path>
                <a:path w="40005" h="235585">
                  <a:moveTo>
                    <a:pt x="4825" y="218185"/>
                  </a:moveTo>
                  <a:lnTo>
                    <a:pt x="3936" y="218185"/>
                  </a:lnTo>
                  <a:lnTo>
                    <a:pt x="3175" y="218312"/>
                  </a:lnTo>
                  <a:lnTo>
                    <a:pt x="2539" y="218694"/>
                  </a:lnTo>
                </a:path>
                <a:path w="40005" h="235585">
                  <a:moveTo>
                    <a:pt x="6730" y="212725"/>
                  </a:moveTo>
                  <a:lnTo>
                    <a:pt x="6476" y="212597"/>
                  </a:lnTo>
                  <a:lnTo>
                    <a:pt x="6095" y="212470"/>
                  </a:lnTo>
                  <a:lnTo>
                    <a:pt x="5714" y="212470"/>
                  </a:lnTo>
                </a:path>
                <a:path w="40005" h="235585">
                  <a:moveTo>
                    <a:pt x="15112" y="210057"/>
                  </a:moveTo>
                  <a:lnTo>
                    <a:pt x="14985" y="210312"/>
                  </a:lnTo>
                  <a:lnTo>
                    <a:pt x="14731" y="210692"/>
                  </a:lnTo>
                  <a:lnTo>
                    <a:pt x="14604" y="211073"/>
                  </a:lnTo>
                </a:path>
                <a:path w="40005" h="235585">
                  <a:moveTo>
                    <a:pt x="26034" y="212725"/>
                  </a:moveTo>
                  <a:lnTo>
                    <a:pt x="26034" y="212344"/>
                  </a:lnTo>
                  <a:lnTo>
                    <a:pt x="25907" y="211962"/>
                  </a:lnTo>
                  <a:lnTo>
                    <a:pt x="25780" y="211581"/>
                  </a:lnTo>
                </a:path>
                <a:path w="40005" h="235585">
                  <a:moveTo>
                    <a:pt x="30733" y="220217"/>
                  </a:moveTo>
                  <a:lnTo>
                    <a:pt x="32511" y="219456"/>
                  </a:lnTo>
                  <a:lnTo>
                    <a:pt x="33654" y="217677"/>
                  </a:lnTo>
                  <a:lnTo>
                    <a:pt x="33654" y="215772"/>
                  </a:lnTo>
                </a:path>
                <a:path w="40005" h="235585">
                  <a:moveTo>
                    <a:pt x="37464" y="225044"/>
                  </a:moveTo>
                  <a:lnTo>
                    <a:pt x="37210" y="224408"/>
                  </a:lnTo>
                  <a:lnTo>
                    <a:pt x="36829" y="223773"/>
                  </a:lnTo>
                  <a:lnTo>
                    <a:pt x="36194" y="223392"/>
                  </a:lnTo>
                </a:path>
                <a:path w="40005" h="235585">
                  <a:moveTo>
                    <a:pt x="34416" y="231394"/>
                  </a:moveTo>
                  <a:lnTo>
                    <a:pt x="34543" y="231139"/>
                  </a:lnTo>
                  <a:lnTo>
                    <a:pt x="34543" y="230885"/>
                  </a:lnTo>
                  <a:lnTo>
                    <a:pt x="34543" y="230631"/>
                  </a:lnTo>
                </a:path>
                <a:path w="40005" h="235585">
                  <a:moveTo>
                    <a:pt x="26288" y="232282"/>
                  </a:moveTo>
                  <a:lnTo>
                    <a:pt x="26415" y="232663"/>
                  </a:lnTo>
                  <a:lnTo>
                    <a:pt x="26669" y="233044"/>
                  </a:lnTo>
                  <a:lnTo>
                    <a:pt x="26923" y="233298"/>
                  </a:lnTo>
                </a:path>
                <a:path w="40005" h="235585">
                  <a:moveTo>
                    <a:pt x="20192" y="231775"/>
                  </a:moveTo>
                  <a:lnTo>
                    <a:pt x="20192" y="232156"/>
                  </a:lnTo>
                  <a:lnTo>
                    <a:pt x="20319" y="232409"/>
                  </a:lnTo>
                  <a:lnTo>
                    <a:pt x="20446" y="232663"/>
                  </a:lnTo>
                </a:path>
                <a:path w="40005" h="235585">
                  <a:moveTo>
                    <a:pt x="12953" y="231520"/>
                  </a:moveTo>
                  <a:lnTo>
                    <a:pt x="13334" y="231266"/>
                  </a:lnTo>
                  <a:lnTo>
                    <a:pt x="13842" y="231012"/>
                  </a:lnTo>
                  <a:lnTo>
                    <a:pt x="14096" y="230631"/>
                  </a:lnTo>
                </a:path>
                <a:path w="40005" h="235585">
                  <a:moveTo>
                    <a:pt x="4317" y="224789"/>
                  </a:moveTo>
                  <a:lnTo>
                    <a:pt x="4190" y="225044"/>
                  </a:lnTo>
                  <a:lnTo>
                    <a:pt x="4063" y="225425"/>
                  </a:lnTo>
                  <a:lnTo>
                    <a:pt x="4063" y="22567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806448" y="3615689"/>
              <a:ext cx="46355" cy="146050"/>
            </a:xfrm>
            <a:custGeom>
              <a:avLst/>
              <a:gdLst/>
              <a:ahLst/>
              <a:cxnLst/>
              <a:rect l="l" t="t" r="r" b="b"/>
              <a:pathLst>
                <a:path w="46355" h="146050">
                  <a:moveTo>
                    <a:pt x="1524" y="144526"/>
                  </a:moveTo>
                  <a:lnTo>
                    <a:pt x="1143" y="144145"/>
                  </a:lnTo>
                  <a:lnTo>
                    <a:pt x="381" y="144145"/>
                  </a:lnTo>
                  <a:lnTo>
                    <a:pt x="0" y="144526"/>
                  </a:lnTo>
                  <a:lnTo>
                    <a:pt x="0" y="145288"/>
                  </a:lnTo>
                  <a:lnTo>
                    <a:pt x="381" y="145669"/>
                  </a:lnTo>
                  <a:lnTo>
                    <a:pt x="1143" y="145669"/>
                  </a:lnTo>
                  <a:lnTo>
                    <a:pt x="1524" y="145288"/>
                  </a:lnTo>
                  <a:lnTo>
                    <a:pt x="1524" y="144907"/>
                  </a:lnTo>
                  <a:lnTo>
                    <a:pt x="1524" y="144526"/>
                  </a:lnTo>
                  <a:close/>
                </a:path>
                <a:path w="46355" h="146050">
                  <a:moveTo>
                    <a:pt x="9779" y="105664"/>
                  </a:moveTo>
                  <a:lnTo>
                    <a:pt x="9144" y="104902"/>
                  </a:lnTo>
                  <a:lnTo>
                    <a:pt x="7366" y="104902"/>
                  </a:lnTo>
                  <a:lnTo>
                    <a:pt x="6731" y="105664"/>
                  </a:lnTo>
                  <a:lnTo>
                    <a:pt x="6731" y="107315"/>
                  </a:lnTo>
                  <a:lnTo>
                    <a:pt x="7366" y="107950"/>
                  </a:lnTo>
                  <a:lnTo>
                    <a:pt x="9144" y="107950"/>
                  </a:lnTo>
                  <a:lnTo>
                    <a:pt x="9779" y="107315"/>
                  </a:lnTo>
                  <a:lnTo>
                    <a:pt x="9779" y="106426"/>
                  </a:lnTo>
                  <a:lnTo>
                    <a:pt x="9779" y="105664"/>
                  </a:lnTo>
                  <a:close/>
                </a:path>
                <a:path w="46355" h="146050">
                  <a:moveTo>
                    <a:pt x="18288" y="65278"/>
                  </a:moveTo>
                  <a:lnTo>
                    <a:pt x="17272" y="64262"/>
                  </a:lnTo>
                  <a:lnTo>
                    <a:pt x="14732" y="64262"/>
                  </a:lnTo>
                  <a:lnTo>
                    <a:pt x="13716" y="65278"/>
                  </a:lnTo>
                  <a:lnTo>
                    <a:pt x="13716" y="67818"/>
                  </a:lnTo>
                  <a:lnTo>
                    <a:pt x="14732" y="68834"/>
                  </a:lnTo>
                  <a:lnTo>
                    <a:pt x="17272" y="68834"/>
                  </a:lnTo>
                  <a:lnTo>
                    <a:pt x="18288" y="67818"/>
                  </a:lnTo>
                  <a:lnTo>
                    <a:pt x="18288" y="66548"/>
                  </a:lnTo>
                  <a:lnTo>
                    <a:pt x="18288" y="65278"/>
                  </a:lnTo>
                  <a:close/>
                </a:path>
                <a:path w="46355" h="146050">
                  <a:moveTo>
                    <a:pt x="45974" y="15875"/>
                  </a:moveTo>
                  <a:lnTo>
                    <a:pt x="45580" y="13081"/>
                  </a:lnTo>
                  <a:lnTo>
                    <a:pt x="45466" y="12192"/>
                  </a:lnTo>
                  <a:lnTo>
                    <a:pt x="42926" y="10160"/>
                  </a:lnTo>
                  <a:lnTo>
                    <a:pt x="42037" y="9525"/>
                  </a:lnTo>
                  <a:lnTo>
                    <a:pt x="41148" y="9144"/>
                  </a:lnTo>
                  <a:lnTo>
                    <a:pt x="40132" y="9144"/>
                  </a:lnTo>
                  <a:lnTo>
                    <a:pt x="40132" y="6223"/>
                  </a:lnTo>
                  <a:lnTo>
                    <a:pt x="39560" y="5715"/>
                  </a:lnTo>
                  <a:lnTo>
                    <a:pt x="38569" y="4826"/>
                  </a:lnTo>
                  <a:lnTo>
                    <a:pt x="37719" y="4064"/>
                  </a:lnTo>
                  <a:lnTo>
                    <a:pt x="34036" y="4064"/>
                  </a:lnTo>
                  <a:lnTo>
                    <a:pt x="33147" y="4318"/>
                  </a:lnTo>
                  <a:lnTo>
                    <a:pt x="32258" y="4826"/>
                  </a:lnTo>
                  <a:lnTo>
                    <a:pt x="31813" y="3302"/>
                  </a:lnTo>
                  <a:lnTo>
                    <a:pt x="31546" y="2413"/>
                  </a:lnTo>
                  <a:lnTo>
                    <a:pt x="31470" y="2159"/>
                  </a:lnTo>
                  <a:lnTo>
                    <a:pt x="31369" y="1778"/>
                  </a:lnTo>
                  <a:lnTo>
                    <a:pt x="28067" y="0"/>
                  </a:lnTo>
                  <a:lnTo>
                    <a:pt x="23037" y="1397"/>
                  </a:lnTo>
                  <a:lnTo>
                    <a:pt x="23329" y="1397"/>
                  </a:lnTo>
                  <a:lnTo>
                    <a:pt x="22352" y="2159"/>
                  </a:lnTo>
                  <a:lnTo>
                    <a:pt x="21590" y="3302"/>
                  </a:lnTo>
                  <a:lnTo>
                    <a:pt x="18415" y="1397"/>
                  </a:lnTo>
                  <a:lnTo>
                    <a:pt x="14224" y="2413"/>
                  </a:lnTo>
                  <a:lnTo>
                    <a:pt x="12319" y="5588"/>
                  </a:lnTo>
                  <a:lnTo>
                    <a:pt x="12192" y="5588"/>
                  </a:lnTo>
                  <a:lnTo>
                    <a:pt x="12192" y="5715"/>
                  </a:lnTo>
                  <a:lnTo>
                    <a:pt x="11163" y="5588"/>
                  </a:lnTo>
                  <a:lnTo>
                    <a:pt x="9982" y="5588"/>
                  </a:lnTo>
                  <a:lnTo>
                    <a:pt x="8255" y="6858"/>
                  </a:lnTo>
                  <a:lnTo>
                    <a:pt x="7975" y="9144"/>
                  </a:lnTo>
                  <a:lnTo>
                    <a:pt x="7912" y="10160"/>
                  </a:lnTo>
                  <a:lnTo>
                    <a:pt x="8255" y="11176"/>
                  </a:lnTo>
                  <a:lnTo>
                    <a:pt x="9017" y="11938"/>
                  </a:lnTo>
                  <a:lnTo>
                    <a:pt x="7112" y="13081"/>
                  </a:lnTo>
                  <a:lnTo>
                    <a:pt x="6477" y="15367"/>
                  </a:lnTo>
                  <a:lnTo>
                    <a:pt x="8255" y="18161"/>
                  </a:lnTo>
                  <a:lnTo>
                    <a:pt x="9271" y="18935"/>
                  </a:lnTo>
                  <a:lnTo>
                    <a:pt x="10528" y="18935"/>
                  </a:lnTo>
                  <a:lnTo>
                    <a:pt x="10236" y="21463"/>
                  </a:lnTo>
                  <a:lnTo>
                    <a:pt x="10160" y="22225"/>
                  </a:lnTo>
                  <a:lnTo>
                    <a:pt x="12446" y="25146"/>
                  </a:lnTo>
                  <a:lnTo>
                    <a:pt x="16408" y="25781"/>
                  </a:lnTo>
                  <a:lnTo>
                    <a:pt x="17830" y="25781"/>
                  </a:lnTo>
                  <a:lnTo>
                    <a:pt x="19431" y="24892"/>
                  </a:lnTo>
                  <a:lnTo>
                    <a:pt x="20701" y="27178"/>
                  </a:lnTo>
                  <a:lnTo>
                    <a:pt x="23495" y="27940"/>
                  </a:lnTo>
                  <a:lnTo>
                    <a:pt x="25781" y="26797"/>
                  </a:lnTo>
                  <a:lnTo>
                    <a:pt x="26924" y="26035"/>
                  </a:lnTo>
                  <a:lnTo>
                    <a:pt x="27813" y="27940"/>
                  </a:lnTo>
                  <a:lnTo>
                    <a:pt x="30226" y="28575"/>
                  </a:lnTo>
                  <a:lnTo>
                    <a:pt x="32639" y="27432"/>
                  </a:lnTo>
                  <a:lnTo>
                    <a:pt x="33274" y="26797"/>
                  </a:lnTo>
                  <a:lnTo>
                    <a:pt x="33515" y="26797"/>
                  </a:lnTo>
                  <a:lnTo>
                    <a:pt x="34925" y="28321"/>
                  </a:lnTo>
                  <a:lnTo>
                    <a:pt x="37719" y="28575"/>
                  </a:lnTo>
                  <a:lnTo>
                    <a:pt x="39801" y="26797"/>
                  </a:lnTo>
                  <a:lnTo>
                    <a:pt x="40259" y="26416"/>
                  </a:lnTo>
                  <a:lnTo>
                    <a:pt x="40513" y="26035"/>
                  </a:lnTo>
                  <a:lnTo>
                    <a:pt x="40678" y="25781"/>
                  </a:lnTo>
                  <a:lnTo>
                    <a:pt x="40817" y="25146"/>
                  </a:lnTo>
                  <a:lnTo>
                    <a:pt x="40855" y="24892"/>
                  </a:lnTo>
                  <a:lnTo>
                    <a:pt x="40894" y="24638"/>
                  </a:lnTo>
                  <a:lnTo>
                    <a:pt x="43434" y="24003"/>
                  </a:lnTo>
                  <a:lnTo>
                    <a:pt x="44831" y="21463"/>
                  </a:lnTo>
                  <a:lnTo>
                    <a:pt x="44196" y="18935"/>
                  </a:lnTo>
                  <a:lnTo>
                    <a:pt x="44069" y="18542"/>
                  </a:lnTo>
                  <a:lnTo>
                    <a:pt x="43840" y="18542"/>
                  </a:lnTo>
                  <a:lnTo>
                    <a:pt x="45974" y="158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806447" y="3615689"/>
              <a:ext cx="46355" cy="146050"/>
            </a:xfrm>
            <a:custGeom>
              <a:avLst/>
              <a:gdLst/>
              <a:ahLst/>
              <a:cxnLst/>
              <a:rect l="l" t="t" r="r" b="b"/>
              <a:pathLst>
                <a:path w="46355" h="146050">
                  <a:moveTo>
                    <a:pt x="10540" y="19050"/>
                  </a:moveTo>
                  <a:lnTo>
                    <a:pt x="10159" y="22225"/>
                  </a:lnTo>
                  <a:lnTo>
                    <a:pt x="12445" y="25146"/>
                  </a:lnTo>
                  <a:lnTo>
                    <a:pt x="15620" y="25654"/>
                  </a:lnTo>
                  <a:lnTo>
                    <a:pt x="17018" y="25781"/>
                  </a:lnTo>
                  <a:lnTo>
                    <a:pt x="18287" y="25527"/>
                  </a:lnTo>
                  <a:lnTo>
                    <a:pt x="19431" y="24892"/>
                  </a:lnTo>
                  <a:lnTo>
                    <a:pt x="20700" y="27178"/>
                  </a:lnTo>
                  <a:lnTo>
                    <a:pt x="23494" y="27940"/>
                  </a:lnTo>
                  <a:lnTo>
                    <a:pt x="25781" y="26797"/>
                  </a:lnTo>
                  <a:lnTo>
                    <a:pt x="26162" y="26543"/>
                  </a:lnTo>
                  <a:lnTo>
                    <a:pt x="26543" y="26289"/>
                  </a:lnTo>
                  <a:lnTo>
                    <a:pt x="26924" y="26035"/>
                  </a:lnTo>
                  <a:lnTo>
                    <a:pt x="27812" y="27940"/>
                  </a:lnTo>
                  <a:lnTo>
                    <a:pt x="30225" y="28575"/>
                  </a:lnTo>
                  <a:lnTo>
                    <a:pt x="32131" y="27686"/>
                  </a:lnTo>
                  <a:lnTo>
                    <a:pt x="32638" y="27432"/>
                  </a:lnTo>
                  <a:lnTo>
                    <a:pt x="33019" y="27051"/>
                  </a:lnTo>
                  <a:lnTo>
                    <a:pt x="33400" y="26670"/>
                  </a:lnTo>
                  <a:lnTo>
                    <a:pt x="34925" y="28321"/>
                  </a:lnTo>
                  <a:lnTo>
                    <a:pt x="37718" y="28575"/>
                  </a:lnTo>
                  <a:lnTo>
                    <a:pt x="39496" y="27051"/>
                  </a:lnTo>
                  <a:lnTo>
                    <a:pt x="40258" y="26416"/>
                  </a:lnTo>
                  <a:lnTo>
                    <a:pt x="40766" y="25654"/>
                  </a:lnTo>
                  <a:lnTo>
                    <a:pt x="40893" y="24637"/>
                  </a:lnTo>
                  <a:lnTo>
                    <a:pt x="43433" y="24003"/>
                  </a:lnTo>
                  <a:lnTo>
                    <a:pt x="44831" y="21462"/>
                  </a:lnTo>
                  <a:lnTo>
                    <a:pt x="44195" y="18923"/>
                  </a:lnTo>
                  <a:lnTo>
                    <a:pt x="44068" y="18542"/>
                  </a:lnTo>
                  <a:lnTo>
                    <a:pt x="43941" y="18415"/>
                  </a:lnTo>
                  <a:lnTo>
                    <a:pt x="45974" y="15875"/>
                  </a:lnTo>
                  <a:lnTo>
                    <a:pt x="40131" y="9017"/>
                  </a:lnTo>
                  <a:lnTo>
                    <a:pt x="40131" y="6223"/>
                  </a:lnTo>
                  <a:lnTo>
                    <a:pt x="37718" y="4064"/>
                  </a:lnTo>
                  <a:lnTo>
                    <a:pt x="34925" y="4064"/>
                  </a:lnTo>
                  <a:lnTo>
                    <a:pt x="34035" y="4064"/>
                  </a:lnTo>
                  <a:lnTo>
                    <a:pt x="33146" y="4318"/>
                  </a:lnTo>
                  <a:lnTo>
                    <a:pt x="32257" y="4826"/>
                  </a:lnTo>
                  <a:lnTo>
                    <a:pt x="31368" y="1778"/>
                  </a:lnTo>
                  <a:lnTo>
                    <a:pt x="28066" y="0"/>
                  </a:lnTo>
                  <a:lnTo>
                    <a:pt x="24891" y="889"/>
                  </a:lnTo>
                  <a:lnTo>
                    <a:pt x="23494" y="1270"/>
                  </a:lnTo>
                  <a:lnTo>
                    <a:pt x="22351" y="2159"/>
                  </a:lnTo>
                  <a:lnTo>
                    <a:pt x="21589" y="3302"/>
                  </a:lnTo>
                  <a:lnTo>
                    <a:pt x="18414" y="1397"/>
                  </a:lnTo>
                  <a:lnTo>
                    <a:pt x="14224" y="2412"/>
                  </a:lnTo>
                  <a:lnTo>
                    <a:pt x="12318" y="5587"/>
                  </a:lnTo>
                  <a:lnTo>
                    <a:pt x="12191" y="5587"/>
                  </a:lnTo>
                  <a:lnTo>
                    <a:pt x="12191" y="5715"/>
                  </a:lnTo>
                  <a:lnTo>
                    <a:pt x="10159" y="5461"/>
                  </a:lnTo>
                  <a:lnTo>
                    <a:pt x="8254" y="6858"/>
                  </a:lnTo>
                  <a:lnTo>
                    <a:pt x="8000" y="9017"/>
                  </a:lnTo>
                  <a:lnTo>
                    <a:pt x="7874" y="10033"/>
                  </a:lnTo>
                  <a:lnTo>
                    <a:pt x="8254" y="11176"/>
                  </a:lnTo>
                  <a:lnTo>
                    <a:pt x="9016" y="11937"/>
                  </a:lnTo>
                  <a:lnTo>
                    <a:pt x="7112" y="13081"/>
                  </a:lnTo>
                  <a:lnTo>
                    <a:pt x="6476" y="15367"/>
                  </a:lnTo>
                  <a:lnTo>
                    <a:pt x="7619" y="17145"/>
                  </a:lnTo>
                  <a:lnTo>
                    <a:pt x="8254" y="18161"/>
                  </a:lnTo>
                  <a:lnTo>
                    <a:pt x="9270" y="18923"/>
                  </a:lnTo>
                  <a:lnTo>
                    <a:pt x="10540" y="18923"/>
                  </a:lnTo>
                  <a:close/>
                </a:path>
                <a:path w="46355" h="146050">
                  <a:moveTo>
                    <a:pt x="1524" y="144907"/>
                  </a:moveTo>
                  <a:lnTo>
                    <a:pt x="1524" y="144526"/>
                  </a:lnTo>
                  <a:lnTo>
                    <a:pt x="1143" y="144145"/>
                  </a:lnTo>
                  <a:lnTo>
                    <a:pt x="762" y="144145"/>
                  </a:lnTo>
                  <a:lnTo>
                    <a:pt x="381" y="144145"/>
                  </a:lnTo>
                  <a:lnTo>
                    <a:pt x="0" y="144526"/>
                  </a:lnTo>
                  <a:lnTo>
                    <a:pt x="0" y="144907"/>
                  </a:lnTo>
                  <a:lnTo>
                    <a:pt x="0" y="145287"/>
                  </a:lnTo>
                  <a:lnTo>
                    <a:pt x="381" y="145669"/>
                  </a:lnTo>
                  <a:lnTo>
                    <a:pt x="762" y="145669"/>
                  </a:lnTo>
                  <a:lnTo>
                    <a:pt x="1143" y="145669"/>
                  </a:lnTo>
                  <a:lnTo>
                    <a:pt x="1524" y="145287"/>
                  </a:lnTo>
                  <a:lnTo>
                    <a:pt x="1524" y="144907"/>
                  </a:lnTo>
                  <a:close/>
                </a:path>
                <a:path w="46355" h="146050">
                  <a:moveTo>
                    <a:pt x="9778" y="106426"/>
                  </a:moveTo>
                  <a:lnTo>
                    <a:pt x="9778" y="105664"/>
                  </a:lnTo>
                  <a:lnTo>
                    <a:pt x="9143" y="104902"/>
                  </a:lnTo>
                  <a:lnTo>
                    <a:pt x="8254" y="104902"/>
                  </a:lnTo>
                  <a:lnTo>
                    <a:pt x="7365" y="104902"/>
                  </a:lnTo>
                  <a:lnTo>
                    <a:pt x="6731" y="105664"/>
                  </a:lnTo>
                  <a:lnTo>
                    <a:pt x="6731" y="106426"/>
                  </a:lnTo>
                  <a:lnTo>
                    <a:pt x="6731" y="107315"/>
                  </a:lnTo>
                  <a:lnTo>
                    <a:pt x="7365" y="107950"/>
                  </a:lnTo>
                  <a:lnTo>
                    <a:pt x="8254" y="107950"/>
                  </a:lnTo>
                  <a:lnTo>
                    <a:pt x="9143" y="107950"/>
                  </a:lnTo>
                  <a:lnTo>
                    <a:pt x="9778" y="107315"/>
                  </a:lnTo>
                  <a:lnTo>
                    <a:pt x="9778" y="106426"/>
                  </a:lnTo>
                  <a:close/>
                </a:path>
                <a:path w="46355" h="146050">
                  <a:moveTo>
                    <a:pt x="18287" y="66548"/>
                  </a:moveTo>
                  <a:lnTo>
                    <a:pt x="18287" y="65278"/>
                  </a:lnTo>
                  <a:lnTo>
                    <a:pt x="17271" y="64262"/>
                  </a:lnTo>
                  <a:lnTo>
                    <a:pt x="16001" y="64262"/>
                  </a:lnTo>
                  <a:lnTo>
                    <a:pt x="14731" y="64262"/>
                  </a:lnTo>
                  <a:lnTo>
                    <a:pt x="13715" y="65278"/>
                  </a:lnTo>
                  <a:lnTo>
                    <a:pt x="13715" y="66548"/>
                  </a:lnTo>
                  <a:lnTo>
                    <a:pt x="13715" y="67818"/>
                  </a:lnTo>
                  <a:lnTo>
                    <a:pt x="14731" y="68834"/>
                  </a:lnTo>
                  <a:lnTo>
                    <a:pt x="16001" y="68834"/>
                  </a:lnTo>
                  <a:lnTo>
                    <a:pt x="17271" y="68834"/>
                  </a:lnTo>
                  <a:lnTo>
                    <a:pt x="18287" y="67818"/>
                  </a:lnTo>
                  <a:lnTo>
                    <a:pt x="18287" y="66548"/>
                  </a:lnTo>
                  <a:close/>
                </a:path>
                <a:path w="46355" h="146050">
                  <a:moveTo>
                    <a:pt x="11302" y="11557"/>
                  </a:moveTo>
                  <a:lnTo>
                    <a:pt x="10413" y="11557"/>
                  </a:lnTo>
                  <a:lnTo>
                    <a:pt x="9651" y="11684"/>
                  </a:lnTo>
                  <a:lnTo>
                    <a:pt x="9016" y="12065"/>
                  </a:lnTo>
                </a:path>
                <a:path w="46355" h="146050">
                  <a:moveTo>
                    <a:pt x="13207" y="6096"/>
                  </a:moveTo>
                  <a:lnTo>
                    <a:pt x="12953" y="5968"/>
                  </a:lnTo>
                  <a:lnTo>
                    <a:pt x="12572" y="5842"/>
                  </a:lnTo>
                  <a:lnTo>
                    <a:pt x="12191" y="5842"/>
                  </a:lnTo>
                </a:path>
                <a:path w="46355" h="146050">
                  <a:moveTo>
                    <a:pt x="21589" y="3429"/>
                  </a:moveTo>
                  <a:lnTo>
                    <a:pt x="21462" y="3683"/>
                  </a:lnTo>
                  <a:lnTo>
                    <a:pt x="21208" y="4064"/>
                  </a:lnTo>
                  <a:lnTo>
                    <a:pt x="21081" y="4445"/>
                  </a:lnTo>
                </a:path>
                <a:path w="46355" h="146050">
                  <a:moveTo>
                    <a:pt x="32512" y="6096"/>
                  </a:moveTo>
                  <a:lnTo>
                    <a:pt x="32512" y="5715"/>
                  </a:lnTo>
                  <a:lnTo>
                    <a:pt x="32384" y="5334"/>
                  </a:lnTo>
                  <a:lnTo>
                    <a:pt x="32257" y="4953"/>
                  </a:lnTo>
                </a:path>
                <a:path w="46355" h="146050">
                  <a:moveTo>
                    <a:pt x="37210" y="13589"/>
                  </a:moveTo>
                  <a:lnTo>
                    <a:pt x="38988" y="12827"/>
                  </a:lnTo>
                  <a:lnTo>
                    <a:pt x="40131" y="11049"/>
                  </a:lnTo>
                  <a:lnTo>
                    <a:pt x="40131" y="9143"/>
                  </a:lnTo>
                </a:path>
                <a:path w="46355" h="146050">
                  <a:moveTo>
                    <a:pt x="43941" y="18415"/>
                  </a:moveTo>
                  <a:lnTo>
                    <a:pt x="43687" y="17780"/>
                  </a:lnTo>
                  <a:lnTo>
                    <a:pt x="43306" y="17145"/>
                  </a:lnTo>
                  <a:lnTo>
                    <a:pt x="42671" y="16764"/>
                  </a:lnTo>
                </a:path>
                <a:path w="46355" h="146050">
                  <a:moveTo>
                    <a:pt x="40893" y="24765"/>
                  </a:moveTo>
                  <a:lnTo>
                    <a:pt x="41020" y="24511"/>
                  </a:lnTo>
                  <a:lnTo>
                    <a:pt x="41020" y="24257"/>
                  </a:lnTo>
                  <a:lnTo>
                    <a:pt x="41020" y="24003"/>
                  </a:lnTo>
                </a:path>
                <a:path w="46355" h="146050">
                  <a:moveTo>
                    <a:pt x="32765" y="25654"/>
                  </a:moveTo>
                  <a:lnTo>
                    <a:pt x="32893" y="26035"/>
                  </a:lnTo>
                  <a:lnTo>
                    <a:pt x="33146" y="26416"/>
                  </a:lnTo>
                  <a:lnTo>
                    <a:pt x="33400" y="26670"/>
                  </a:lnTo>
                </a:path>
                <a:path w="46355" h="146050">
                  <a:moveTo>
                    <a:pt x="26669" y="25146"/>
                  </a:moveTo>
                  <a:lnTo>
                    <a:pt x="26669" y="25527"/>
                  </a:lnTo>
                  <a:lnTo>
                    <a:pt x="26796" y="25781"/>
                  </a:lnTo>
                  <a:lnTo>
                    <a:pt x="26924" y="26035"/>
                  </a:lnTo>
                </a:path>
                <a:path w="46355" h="146050">
                  <a:moveTo>
                    <a:pt x="19431" y="24892"/>
                  </a:moveTo>
                  <a:lnTo>
                    <a:pt x="19812" y="24637"/>
                  </a:lnTo>
                  <a:lnTo>
                    <a:pt x="20319" y="24384"/>
                  </a:lnTo>
                  <a:lnTo>
                    <a:pt x="20574" y="24003"/>
                  </a:lnTo>
                </a:path>
                <a:path w="46355" h="146050">
                  <a:moveTo>
                    <a:pt x="10794" y="18161"/>
                  </a:moveTo>
                  <a:lnTo>
                    <a:pt x="10668" y="18415"/>
                  </a:lnTo>
                  <a:lnTo>
                    <a:pt x="10540" y="18796"/>
                  </a:lnTo>
                  <a:lnTo>
                    <a:pt x="10540" y="19050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851025" y="3627373"/>
              <a:ext cx="40005" cy="177165"/>
            </a:xfrm>
            <a:custGeom>
              <a:avLst/>
              <a:gdLst/>
              <a:ahLst/>
              <a:cxnLst/>
              <a:rect l="l" t="t" r="r" b="b"/>
              <a:pathLst>
                <a:path w="40005" h="177164">
                  <a:moveTo>
                    <a:pt x="22860" y="762"/>
                  </a:moveTo>
                  <a:lnTo>
                    <a:pt x="22098" y="0"/>
                  </a:lnTo>
                  <a:lnTo>
                    <a:pt x="20320" y="0"/>
                  </a:lnTo>
                  <a:lnTo>
                    <a:pt x="19685" y="762"/>
                  </a:lnTo>
                  <a:lnTo>
                    <a:pt x="19685" y="2540"/>
                  </a:lnTo>
                  <a:lnTo>
                    <a:pt x="20320" y="3302"/>
                  </a:lnTo>
                  <a:lnTo>
                    <a:pt x="22098" y="3302"/>
                  </a:lnTo>
                  <a:lnTo>
                    <a:pt x="22860" y="2540"/>
                  </a:lnTo>
                  <a:lnTo>
                    <a:pt x="22860" y="1651"/>
                  </a:lnTo>
                  <a:lnTo>
                    <a:pt x="22860" y="762"/>
                  </a:lnTo>
                  <a:close/>
                </a:path>
                <a:path w="40005" h="177164">
                  <a:moveTo>
                    <a:pt x="22987" y="74041"/>
                  </a:moveTo>
                  <a:lnTo>
                    <a:pt x="21844" y="73025"/>
                  </a:lnTo>
                  <a:lnTo>
                    <a:pt x="19177" y="73025"/>
                  </a:lnTo>
                  <a:lnTo>
                    <a:pt x="18161" y="74041"/>
                  </a:lnTo>
                  <a:lnTo>
                    <a:pt x="18161" y="76708"/>
                  </a:lnTo>
                  <a:lnTo>
                    <a:pt x="19177" y="77851"/>
                  </a:lnTo>
                  <a:lnTo>
                    <a:pt x="21844" y="77851"/>
                  </a:lnTo>
                  <a:lnTo>
                    <a:pt x="22987" y="76708"/>
                  </a:lnTo>
                  <a:lnTo>
                    <a:pt x="22987" y="75438"/>
                  </a:lnTo>
                  <a:lnTo>
                    <a:pt x="22987" y="74041"/>
                  </a:lnTo>
                  <a:close/>
                </a:path>
                <a:path w="40005" h="177164">
                  <a:moveTo>
                    <a:pt x="38354" y="169418"/>
                  </a:moveTo>
                  <a:lnTo>
                    <a:pt x="37744" y="166878"/>
                  </a:lnTo>
                  <a:lnTo>
                    <a:pt x="5334" y="166878"/>
                  </a:lnTo>
                  <a:lnTo>
                    <a:pt x="2781" y="166624"/>
                  </a:lnTo>
                  <a:lnTo>
                    <a:pt x="3187" y="166878"/>
                  </a:lnTo>
                  <a:lnTo>
                    <a:pt x="4064" y="166878"/>
                  </a:lnTo>
                  <a:lnTo>
                    <a:pt x="3771" y="169418"/>
                  </a:lnTo>
                  <a:lnTo>
                    <a:pt x="3683" y="170307"/>
                  </a:lnTo>
                  <a:lnTo>
                    <a:pt x="5969" y="173355"/>
                  </a:lnTo>
                  <a:lnTo>
                    <a:pt x="9931" y="173990"/>
                  </a:lnTo>
                  <a:lnTo>
                    <a:pt x="11353" y="173990"/>
                  </a:lnTo>
                  <a:lnTo>
                    <a:pt x="12954" y="173101"/>
                  </a:lnTo>
                  <a:lnTo>
                    <a:pt x="14224" y="175387"/>
                  </a:lnTo>
                  <a:lnTo>
                    <a:pt x="17018" y="176276"/>
                  </a:lnTo>
                  <a:lnTo>
                    <a:pt x="19304" y="175006"/>
                  </a:lnTo>
                  <a:lnTo>
                    <a:pt x="19685" y="174879"/>
                  </a:lnTo>
                  <a:lnTo>
                    <a:pt x="20066" y="174498"/>
                  </a:lnTo>
                  <a:lnTo>
                    <a:pt x="20447" y="174244"/>
                  </a:lnTo>
                  <a:lnTo>
                    <a:pt x="21386" y="176276"/>
                  </a:lnTo>
                  <a:lnTo>
                    <a:pt x="21678" y="176276"/>
                  </a:lnTo>
                  <a:lnTo>
                    <a:pt x="23749" y="177038"/>
                  </a:lnTo>
                  <a:lnTo>
                    <a:pt x="26162" y="175768"/>
                  </a:lnTo>
                  <a:lnTo>
                    <a:pt x="26543" y="175387"/>
                  </a:lnTo>
                  <a:lnTo>
                    <a:pt x="26822" y="175006"/>
                  </a:lnTo>
                  <a:lnTo>
                    <a:pt x="26924" y="174879"/>
                  </a:lnTo>
                  <a:lnTo>
                    <a:pt x="28448" y="176784"/>
                  </a:lnTo>
                  <a:lnTo>
                    <a:pt x="31229" y="176923"/>
                  </a:lnTo>
                  <a:lnTo>
                    <a:pt x="33629" y="174879"/>
                  </a:lnTo>
                  <a:lnTo>
                    <a:pt x="34061" y="174244"/>
                  </a:lnTo>
                  <a:lnTo>
                    <a:pt x="34213" y="173990"/>
                  </a:lnTo>
                  <a:lnTo>
                    <a:pt x="34340" y="173355"/>
                  </a:lnTo>
                  <a:lnTo>
                    <a:pt x="34378" y="173101"/>
                  </a:lnTo>
                  <a:lnTo>
                    <a:pt x="34417" y="172847"/>
                  </a:lnTo>
                  <a:lnTo>
                    <a:pt x="36957" y="172085"/>
                  </a:lnTo>
                  <a:lnTo>
                    <a:pt x="38354" y="169418"/>
                  </a:lnTo>
                  <a:close/>
                </a:path>
                <a:path w="40005" h="177164">
                  <a:moveTo>
                    <a:pt x="39497" y="163449"/>
                  </a:moveTo>
                  <a:lnTo>
                    <a:pt x="39103" y="160528"/>
                  </a:lnTo>
                  <a:lnTo>
                    <a:pt x="38989" y="159639"/>
                  </a:lnTo>
                  <a:lnTo>
                    <a:pt x="36449" y="157480"/>
                  </a:lnTo>
                  <a:lnTo>
                    <a:pt x="35560" y="156845"/>
                  </a:lnTo>
                  <a:lnTo>
                    <a:pt x="34671" y="156464"/>
                  </a:lnTo>
                  <a:lnTo>
                    <a:pt x="32626" y="156210"/>
                  </a:lnTo>
                  <a:lnTo>
                    <a:pt x="33655" y="156210"/>
                  </a:lnTo>
                  <a:lnTo>
                    <a:pt x="33655" y="153416"/>
                  </a:lnTo>
                  <a:lnTo>
                    <a:pt x="33020" y="152781"/>
                  </a:lnTo>
                  <a:lnTo>
                    <a:pt x="32131" y="151892"/>
                  </a:lnTo>
                  <a:lnTo>
                    <a:pt x="31242" y="151003"/>
                  </a:lnTo>
                  <a:lnTo>
                    <a:pt x="27559" y="151003"/>
                  </a:lnTo>
                  <a:lnTo>
                    <a:pt x="26670" y="151384"/>
                  </a:lnTo>
                  <a:lnTo>
                    <a:pt x="25781" y="151892"/>
                  </a:lnTo>
                  <a:lnTo>
                    <a:pt x="25336" y="150241"/>
                  </a:lnTo>
                  <a:lnTo>
                    <a:pt x="25057" y="149225"/>
                  </a:lnTo>
                  <a:lnTo>
                    <a:pt x="24993" y="148971"/>
                  </a:lnTo>
                  <a:lnTo>
                    <a:pt x="24892" y="148590"/>
                  </a:lnTo>
                  <a:lnTo>
                    <a:pt x="21590" y="146685"/>
                  </a:lnTo>
                  <a:lnTo>
                    <a:pt x="18415" y="147701"/>
                  </a:lnTo>
                  <a:lnTo>
                    <a:pt x="17018" y="148209"/>
                  </a:lnTo>
                  <a:lnTo>
                    <a:pt x="15875" y="148971"/>
                  </a:lnTo>
                  <a:lnTo>
                    <a:pt x="15113" y="150241"/>
                  </a:lnTo>
                  <a:lnTo>
                    <a:pt x="11938" y="148209"/>
                  </a:lnTo>
                  <a:lnTo>
                    <a:pt x="7747" y="149225"/>
                  </a:lnTo>
                  <a:lnTo>
                    <a:pt x="5842" y="152654"/>
                  </a:lnTo>
                  <a:lnTo>
                    <a:pt x="5715" y="152654"/>
                  </a:lnTo>
                  <a:lnTo>
                    <a:pt x="5715" y="152781"/>
                  </a:lnTo>
                  <a:lnTo>
                    <a:pt x="4686" y="152654"/>
                  </a:lnTo>
                  <a:lnTo>
                    <a:pt x="3517" y="152654"/>
                  </a:lnTo>
                  <a:lnTo>
                    <a:pt x="1778" y="154051"/>
                  </a:lnTo>
                  <a:lnTo>
                    <a:pt x="1524" y="156210"/>
                  </a:lnTo>
                  <a:lnTo>
                    <a:pt x="1435" y="157480"/>
                  </a:lnTo>
                  <a:lnTo>
                    <a:pt x="1778" y="158496"/>
                  </a:lnTo>
                  <a:lnTo>
                    <a:pt x="2540" y="159385"/>
                  </a:lnTo>
                  <a:lnTo>
                    <a:pt x="635" y="160528"/>
                  </a:lnTo>
                  <a:lnTo>
                    <a:pt x="0" y="162941"/>
                  </a:lnTo>
                  <a:lnTo>
                    <a:pt x="1143" y="164846"/>
                  </a:lnTo>
                  <a:lnTo>
                    <a:pt x="1841" y="166116"/>
                  </a:lnTo>
                  <a:lnTo>
                    <a:pt x="1968" y="166116"/>
                  </a:lnTo>
                  <a:lnTo>
                    <a:pt x="2387" y="166370"/>
                  </a:lnTo>
                  <a:lnTo>
                    <a:pt x="37592" y="166370"/>
                  </a:lnTo>
                  <a:lnTo>
                    <a:pt x="37465" y="166116"/>
                  </a:lnTo>
                  <a:lnTo>
                    <a:pt x="39497" y="163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851025" y="3627373"/>
              <a:ext cx="40005" cy="177165"/>
            </a:xfrm>
            <a:custGeom>
              <a:avLst/>
              <a:gdLst/>
              <a:ahLst/>
              <a:cxnLst/>
              <a:rect l="l" t="t" r="r" b="b"/>
              <a:pathLst>
                <a:path w="40005" h="177164">
                  <a:moveTo>
                    <a:pt x="4063" y="166877"/>
                  </a:moveTo>
                  <a:lnTo>
                    <a:pt x="3682" y="170306"/>
                  </a:lnTo>
                  <a:lnTo>
                    <a:pt x="5968" y="173355"/>
                  </a:lnTo>
                  <a:lnTo>
                    <a:pt x="9143" y="173862"/>
                  </a:lnTo>
                  <a:lnTo>
                    <a:pt x="10541" y="173989"/>
                  </a:lnTo>
                  <a:lnTo>
                    <a:pt x="11811" y="173736"/>
                  </a:lnTo>
                  <a:lnTo>
                    <a:pt x="12954" y="173100"/>
                  </a:lnTo>
                  <a:lnTo>
                    <a:pt x="14224" y="175387"/>
                  </a:lnTo>
                  <a:lnTo>
                    <a:pt x="17018" y="176275"/>
                  </a:lnTo>
                  <a:lnTo>
                    <a:pt x="19304" y="175006"/>
                  </a:lnTo>
                  <a:lnTo>
                    <a:pt x="19685" y="174878"/>
                  </a:lnTo>
                  <a:lnTo>
                    <a:pt x="20066" y="174498"/>
                  </a:lnTo>
                  <a:lnTo>
                    <a:pt x="20447" y="174244"/>
                  </a:lnTo>
                  <a:lnTo>
                    <a:pt x="21336" y="176149"/>
                  </a:lnTo>
                  <a:lnTo>
                    <a:pt x="23749" y="177037"/>
                  </a:lnTo>
                  <a:lnTo>
                    <a:pt x="25654" y="176021"/>
                  </a:lnTo>
                  <a:lnTo>
                    <a:pt x="26162" y="175768"/>
                  </a:lnTo>
                  <a:lnTo>
                    <a:pt x="26543" y="175387"/>
                  </a:lnTo>
                  <a:lnTo>
                    <a:pt x="26924" y="174878"/>
                  </a:lnTo>
                  <a:lnTo>
                    <a:pt x="28448" y="176783"/>
                  </a:lnTo>
                  <a:lnTo>
                    <a:pt x="31242" y="176911"/>
                  </a:lnTo>
                  <a:lnTo>
                    <a:pt x="33019" y="175387"/>
                  </a:lnTo>
                  <a:lnTo>
                    <a:pt x="33781" y="174751"/>
                  </a:lnTo>
                  <a:lnTo>
                    <a:pt x="34289" y="173862"/>
                  </a:lnTo>
                  <a:lnTo>
                    <a:pt x="34417" y="172846"/>
                  </a:lnTo>
                  <a:lnTo>
                    <a:pt x="36956" y="172084"/>
                  </a:lnTo>
                  <a:lnTo>
                    <a:pt x="38354" y="169418"/>
                  </a:lnTo>
                  <a:lnTo>
                    <a:pt x="37718" y="166750"/>
                  </a:lnTo>
                  <a:lnTo>
                    <a:pt x="37592" y="166369"/>
                  </a:lnTo>
                  <a:lnTo>
                    <a:pt x="37464" y="166115"/>
                  </a:lnTo>
                  <a:lnTo>
                    <a:pt x="39497" y="163449"/>
                  </a:lnTo>
                  <a:lnTo>
                    <a:pt x="38988" y="159638"/>
                  </a:lnTo>
                  <a:lnTo>
                    <a:pt x="36449" y="157480"/>
                  </a:lnTo>
                  <a:lnTo>
                    <a:pt x="35560" y="156844"/>
                  </a:lnTo>
                  <a:lnTo>
                    <a:pt x="34670" y="156463"/>
                  </a:lnTo>
                  <a:lnTo>
                    <a:pt x="33655" y="156337"/>
                  </a:lnTo>
                  <a:lnTo>
                    <a:pt x="33655" y="153415"/>
                  </a:lnTo>
                  <a:lnTo>
                    <a:pt x="31242" y="151002"/>
                  </a:lnTo>
                  <a:lnTo>
                    <a:pt x="28448" y="151002"/>
                  </a:lnTo>
                  <a:lnTo>
                    <a:pt x="27558" y="151002"/>
                  </a:lnTo>
                  <a:lnTo>
                    <a:pt x="26669" y="151383"/>
                  </a:lnTo>
                  <a:lnTo>
                    <a:pt x="25781" y="151892"/>
                  </a:lnTo>
                  <a:lnTo>
                    <a:pt x="24892" y="148589"/>
                  </a:lnTo>
                  <a:lnTo>
                    <a:pt x="21589" y="146684"/>
                  </a:lnTo>
                  <a:lnTo>
                    <a:pt x="18414" y="147700"/>
                  </a:lnTo>
                  <a:lnTo>
                    <a:pt x="17018" y="148208"/>
                  </a:lnTo>
                  <a:lnTo>
                    <a:pt x="15875" y="148970"/>
                  </a:lnTo>
                  <a:lnTo>
                    <a:pt x="15112" y="150240"/>
                  </a:lnTo>
                  <a:lnTo>
                    <a:pt x="11937" y="148208"/>
                  </a:lnTo>
                  <a:lnTo>
                    <a:pt x="7747" y="149225"/>
                  </a:lnTo>
                  <a:lnTo>
                    <a:pt x="5842" y="152653"/>
                  </a:lnTo>
                  <a:lnTo>
                    <a:pt x="5714" y="152653"/>
                  </a:lnTo>
                  <a:lnTo>
                    <a:pt x="5714" y="152781"/>
                  </a:lnTo>
                  <a:lnTo>
                    <a:pt x="3682" y="152526"/>
                  </a:lnTo>
                  <a:lnTo>
                    <a:pt x="1777" y="154050"/>
                  </a:lnTo>
                  <a:lnTo>
                    <a:pt x="1524" y="156209"/>
                  </a:lnTo>
                  <a:lnTo>
                    <a:pt x="1397" y="157352"/>
                  </a:lnTo>
                  <a:lnTo>
                    <a:pt x="1777" y="158495"/>
                  </a:lnTo>
                  <a:lnTo>
                    <a:pt x="2539" y="159384"/>
                  </a:lnTo>
                  <a:lnTo>
                    <a:pt x="635" y="160527"/>
                  </a:lnTo>
                  <a:lnTo>
                    <a:pt x="0" y="162940"/>
                  </a:lnTo>
                  <a:lnTo>
                    <a:pt x="1143" y="164845"/>
                  </a:lnTo>
                  <a:lnTo>
                    <a:pt x="1777" y="165988"/>
                  </a:lnTo>
                  <a:lnTo>
                    <a:pt x="2793" y="166624"/>
                  </a:lnTo>
                  <a:lnTo>
                    <a:pt x="4063" y="166750"/>
                  </a:lnTo>
                  <a:close/>
                </a:path>
                <a:path w="40005" h="177164">
                  <a:moveTo>
                    <a:pt x="22860" y="1650"/>
                  </a:moveTo>
                  <a:lnTo>
                    <a:pt x="22860" y="762"/>
                  </a:lnTo>
                  <a:lnTo>
                    <a:pt x="22098" y="0"/>
                  </a:lnTo>
                  <a:lnTo>
                    <a:pt x="21208" y="0"/>
                  </a:lnTo>
                  <a:lnTo>
                    <a:pt x="20319" y="0"/>
                  </a:lnTo>
                  <a:lnTo>
                    <a:pt x="19685" y="762"/>
                  </a:lnTo>
                  <a:lnTo>
                    <a:pt x="19685" y="1650"/>
                  </a:lnTo>
                  <a:lnTo>
                    <a:pt x="19685" y="2539"/>
                  </a:lnTo>
                  <a:lnTo>
                    <a:pt x="20319" y="3301"/>
                  </a:lnTo>
                  <a:lnTo>
                    <a:pt x="21208" y="3301"/>
                  </a:lnTo>
                  <a:lnTo>
                    <a:pt x="22098" y="3301"/>
                  </a:lnTo>
                  <a:lnTo>
                    <a:pt x="22860" y="2539"/>
                  </a:lnTo>
                  <a:lnTo>
                    <a:pt x="22860" y="1650"/>
                  </a:lnTo>
                  <a:close/>
                </a:path>
                <a:path w="40005" h="177164">
                  <a:moveTo>
                    <a:pt x="22987" y="75437"/>
                  </a:moveTo>
                  <a:lnTo>
                    <a:pt x="22987" y="74040"/>
                  </a:lnTo>
                  <a:lnTo>
                    <a:pt x="21843" y="73025"/>
                  </a:lnTo>
                  <a:lnTo>
                    <a:pt x="20574" y="73025"/>
                  </a:lnTo>
                  <a:lnTo>
                    <a:pt x="19176" y="73025"/>
                  </a:lnTo>
                  <a:lnTo>
                    <a:pt x="18161" y="74040"/>
                  </a:lnTo>
                  <a:lnTo>
                    <a:pt x="18161" y="75437"/>
                  </a:lnTo>
                  <a:lnTo>
                    <a:pt x="18161" y="76707"/>
                  </a:lnTo>
                  <a:lnTo>
                    <a:pt x="19176" y="77850"/>
                  </a:lnTo>
                  <a:lnTo>
                    <a:pt x="20574" y="77850"/>
                  </a:lnTo>
                  <a:lnTo>
                    <a:pt x="21843" y="77850"/>
                  </a:lnTo>
                  <a:lnTo>
                    <a:pt x="22987" y="76707"/>
                  </a:lnTo>
                  <a:lnTo>
                    <a:pt x="22987" y="75437"/>
                  </a:lnTo>
                  <a:close/>
                </a:path>
                <a:path w="40005" h="177164">
                  <a:moveTo>
                    <a:pt x="4825" y="159003"/>
                  </a:moveTo>
                  <a:lnTo>
                    <a:pt x="3937" y="158876"/>
                  </a:lnTo>
                  <a:lnTo>
                    <a:pt x="3175" y="159131"/>
                  </a:lnTo>
                  <a:lnTo>
                    <a:pt x="2539" y="159512"/>
                  </a:lnTo>
                </a:path>
                <a:path w="40005" h="177164">
                  <a:moveTo>
                    <a:pt x="6731" y="153162"/>
                  </a:moveTo>
                  <a:lnTo>
                    <a:pt x="6476" y="153034"/>
                  </a:lnTo>
                  <a:lnTo>
                    <a:pt x="6095" y="152907"/>
                  </a:lnTo>
                  <a:lnTo>
                    <a:pt x="5714" y="152907"/>
                  </a:lnTo>
                </a:path>
                <a:path w="40005" h="177164">
                  <a:moveTo>
                    <a:pt x="15112" y="150368"/>
                  </a:moveTo>
                  <a:lnTo>
                    <a:pt x="14986" y="150749"/>
                  </a:lnTo>
                  <a:lnTo>
                    <a:pt x="14731" y="151130"/>
                  </a:lnTo>
                  <a:lnTo>
                    <a:pt x="14605" y="151511"/>
                  </a:lnTo>
                </a:path>
                <a:path w="40005" h="177164">
                  <a:moveTo>
                    <a:pt x="26035" y="153288"/>
                  </a:moveTo>
                  <a:lnTo>
                    <a:pt x="26035" y="152781"/>
                  </a:lnTo>
                  <a:lnTo>
                    <a:pt x="25907" y="152400"/>
                  </a:lnTo>
                  <a:lnTo>
                    <a:pt x="25781" y="152019"/>
                  </a:lnTo>
                </a:path>
                <a:path w="40005" h="177164">
                  <a:moveTo>
                    <a:pt x="30733" y="161162"/>
                  </a:moveTo>
                  <a:lnTo>
                    <a:pt x="32512" y="160274"/>
                  </a:lnTo>
                  <a:lnTo>
                    <a:pt x="33655" y="158369"/>
                  </a:lnTo>
                  <a:lnTo>
                    <a:pt x="33655" y="156337"/>
                  </a:lnTo>
                </a:path>
                <a:path w="40005" h="177164">
                  <a:moveTo>
                    <a:pt x="37464" y="166243"/>
                  </a:moveTo>
                  <a:lnTo>
                    <a:pt x="37211" y="165607"/>
                  </a:lnTo>
                  <a:lnTo>
                    <a:pt x="36830" y="164973"/>
                  </a:lnTo>
                  <a:lnTo>
                    <a:pt x="36194" y="164464"/>
                  </a:lnTo>
                </a:path>
                <a:path w="40005" h="177164">
                  <a:moveTo>
                    <a:pt x="34417" y="172846"/>
                  </a:moveTo>
                  <a:lnTo>
                    <a:pt x="34543" y="172593"/>
                  </a:lnTo>
                  <a:lnTo>
                    <a:pt x="34543" y="172338"/>
                  </a:lnTo>
                  <a:lnTo>
                    <a:pt x="34543" y="172084"/>
                  </a:lnTo>
                </a:path>
                <a:path w="40005" h="177164">
                  <a:moveTo>
                    <a:pt x="26288" y="173862"/>
                  </a:moveTo>
                  <a:lnTo>
                    <a:pt x="26416" y="174244"/>
                  </a:lnTo>
                  <a:lnTo>
                    <a:pt x="26669" y="174625"/>
                  </a:lnTo>
                  <a:lnTo>
                    <a:pt x="26924" y="175006"/>
                  </a:lnTo>
                </a:path>
                <a:path w="40005" h="177164">
                  <a:moveTo>
                    <a:pt x="20193" y="173355"/>
                  </a:moveTo>
                  <a:lnTo>
                    <a:pt x="20193" y="173736"/>
                  </a:lnTo>
                  <a:lnTo>
                    <a:pt x="20319" y="173989"/>
                  </a:lnTo>
                  <a:lnTo>
                    <a:pt x="20447" y="174244"/>
                  </a:lnTo>
                </a:path>
                <a:path w="40005" h="177164">
                  <a:moveTo>
                    <a:pt x="12954" y="173100"/>
                  </a:moveTo>
                  <a:lnTo>
                    <a:pt x="13335" y="172846"/>
                  </a:lnTo>
                  <a:lnTo>
                    <a:pt x="13843" y="172465"/>
                  </a:lnTo>
                  <a:lnTo>
                    <a:pt x="14097" y="172084"/>
                  </a:lnTo>
                </a:path>
                <a:path w="40005" h="177164">
                  <a:moveTo>
                    <a:pt x="4318" y="165988"/>
                  </a:moveTo>
                  <a:lnTo>
                    <a:pt x="4191" y="166243"/>
                  </a:lnTo>
                  <a:lnTo>
                    <a:pt x="4063" y="166624"/>
                  </a:lnTo>
                  <a:lnTo>
                    <a:pt x="4063" y="166877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790065" y="3434333"/>
              <a:ext cx="40005" cy="28575"/>
            </a:xfrm>
            <a:custGeom>
              <a:avLst/>
              <a:gdLst/>
              <a:ahLst/>
              <a:cxnLst/>
              <a:rect l="l" t="t" r="r" b="b"/>
              <a:pathLst>
                <a:path w="40005" h="28575">
                  <a:moveTo>
                    <a:pt x="34036" y="26035"/>
                  </a:moveTo>
                  <a:lnTo>
                    <a:pt x="20447" y="26035"/>
                  </a:lnTo>
                  <a:lnTo>
                    <a:pt x="21336" y="27939"/>
                  </a:lnTo>
                  <a:lnTo>
                    <a:pt x="23749" y="28575"/>
                  </a:lnTo>
                  <a:lnTo>
                    <a:pt x="26162" y="27431"/>
                  </a:lnTo>
                  <a:lnTo>
                    <a:pt x="26797" y="26796"/>
                  </a:lnTo>
                  <a:lnTo>
                    <a:pt x="33333" y="26796"/>
                  </a:lnTo>
                  <a:lnTo>
                    <a:pt x="33782" y="26415"/>
                  </a:lnTo>
                  <a:lnTo>
                    <a:pt x="34036" y="26035"/>
                  </a:lnTo>
                  <a:close/>
                </a:path>
                <a:path w="40005" h="28575">
                  <a:moveTo>
                    <a:pt x="33333" y="26796"/>
                  </a:moveTo>
                  <a:lnTo>
                    <a:pt x="27041" y="26796"/>
                  </a:lnTo>
                  <a:lnTo>
                    <a:pt x="28448" y="28320"/>
                  </a:lnTo>
                  <a:lnTo>
                    <a:pt x="31242" y="28575"/>
                  </a:lnTo>
                  <a:lnTo>
                    <a:pt x="33333" y="26796"/>
                  </a:lnTo>
                  <a:close/>
                </a:path>
                <a:path w="40005" h="28575">
                  <a:moveTo>
                    <a:pt x="34385" y="24891"/>
                  </a:moveTo>
                  <a:lnTo>
                    <a:pt x="12954" y="24891"/>
                  </a:lnTo>
                  <a:lnTo>
                    <a:pt x="14224" y="27177"/>
                  </a:lnTo>
                  <a:lnTo>
                    <a:pt x="17018" y="27939"/>
                  </a:lnTo>
                  <a:lnTo>
                    <a:pt x="19304" y="26796"/>
                  </a:lnTo>
                  <a:lnTo>
                    <a:pt x="20447" y="26035"/>
                  </a:lnTo>
                  <a:lnTo>
                    <a:pt x="34036" y="26035"/>
                  </a:lnTo>
                  <a:lnTo>
                    <a:pt x="34205" y="25780"/>
                  </a:lnTo>
                  <a:lnTo>
                    <a:pt x="34353" y="25145"/>
                  </a:lnTo>
                  <a:lnTo>
                    <a:pt x="34385" y="24891"/>
                  </a:lnTo>
                  <a:close/>
                </a:path>
                <a:path w="40005" h="28575">
                  <a:moveTo>
                    <a:pt x="11937" y="1396"/>
                  </a:moveTo>
                  <a:lnTo>
                    <a:pt x="7747" y="2412"/>
                  </a:lnTo>
                  <a:lnTo>
                    <a:pt x="5842" y="5587"/>
                  </a:lnTo>
                  <a:lnTo>
                    <a:pt x="3509" y="5587"/>
                  </a:lnTo>
                  <a:lnTo>
                    <a:pt x="1778" y="6857"/>
                  </a:lnTo>
                  <a:lnTo>
                    <a:pt x="1508" y="9143"/>
                  </a:lnTo>
                  <a:lnTo>
                    <a:pt x="1439" y="10160"/>
                  </a:lnTo>
                  <a:lnTo>
                    <a:pt x="1778" y="11175"/>
                  </a:lnTo>
                  <a:lnTo>
                    <a:pt x="2540" y="11937"/>
                  </a:lnTo>
                  <a:lnTo>
                    <a:pt x="635" y="13080"/>
                  </a:lnTo>
                  <a:lnTo>
                    <a:pt x="0" y="15366"/>
                  </a:lnTo>
                  <a:lnTo>
                    <a:pt x="1778" y="18161"/>
                  </a:lnTo>
                  <a:lnTo>
                    <a:pt x="2796" y="18924"/>
                  </a:lnTo>
                  <a:lnTo>
                    <a:pt x="4063" y="18924"/>
                  </a:lnTo>
                  <a:lnTo>
                    <a:pt x="3770" y="21462"/>
                  </a:lnTo>
                  <a:lnTo>
                    <a:pt x="3683" y="22225"/>
                  </a:lnTo>
                  <a:lnTo>
                    <a:pt x="5968" y="25145"/>
                  </a:lnTo>
                  <a:lnTo>
                    <a:pt x="9937" y="25780"/>
                  </a:lnTo>
                  <a:lnTo>
                    <a:pt x="11353" y="25780"/>
                  </a:lnTo>
                  <a:lnTo>
                    <a:pt x="12954" y="24891"/>
                  </a:lnTo>
                  <a:lnTo>
                    <a:pt x="34385" y="24891"/>
                  </a:lnTo>
                  <a:lnTo>
                    <a:pt x="34417" y="24637"/>
                  </a:lnTo>
                  <a:lnTo>
                    <a:pt x="36957" y="24002"/>
                  </a:lnTo>
                  <a:lnTo>
                    <a:pt x="38354" y="21462"/>
                  </a:lnTo>
                  <a:lnTo>
                    <a:pt x="37719" y="18924"/>
                  </a:lnTo>
                  <a:lnTo>
                    <a:pt x="37592" y="18541"/>
                  </a:lnTo>
                  <a:lnTo>
                    <a:pt x="39497" y="15875"/>
                  </a:lnTo>
                  <a:lnTo>
                    <a:pt x="34671" y="9143"/>
                  </a:lnTo>
                  <a:lnTo>
                    <a:pt x="33655" y="9143"/>
                  </a:lnTo>
                  <a:lnTo>
                    <a:pt x="33655" y="6223"/>
                  </a:lnTo>
                  <a:lnTo>
                    <a:pt x="32093" y="4825"/>
                  </a:lnTo>
                  <a:lnTo>
                    <a:pt x="25781" y="4825"/>
                  </a:lnTo>
                  <a:lnTo>
                    <a:pt x="25336" y="3301"/>
                  </a:lnTo>
                  <a:lnTo>
                    <a:pt x="15112" y="3301"/>
                  </a:lnTo>
                  <a:lnTo>
                    <a:pt x="11937" y="1396"/>
                  </a:lnTo>
                  <a:close/>
                </a:path>
                <a:path w="40005" h="28575">
                  <a:moveTo>
                    <a:pt x="31242" y="4063"/>
                  </a:moveTo>
                  <a:lnTo>
                    <a:pt x="27559" y="4063"/>
                  </a:lnTo>
                  <a:lnTo>
                    <a:pt x="26670" y="4317"/>
                  </a:lnTo>
                  <a:lnTo>
                    <a:pt x="25781" y="4825"/>
                  </a:lnTo>
                  <a:lnTo>
                    <a:pt x="32093" y="4825"/>
                  </a:lnTo>
                  <a:lnTo>
                    <a:pt x="31242" y="4063"/>
                  </a:lnTo>
                  <a:close/>
                </a:path>
                <a:path w="40005" h="28575">
                  <a:moveTo>
                    <a:pt x="21590" y="0"/>
                  </a:moveTo>
                  <a:lnTo>
                    <a:pt x="16560" y="1396"/>
                  </a:lnTo>
                  <a:lnTo>
                    <a:pt x="16854" y="1396"/>
                  </a:lnTo>
                  <a:lnTo>
                    <a:pt x="15875" y="2158"/>
                  </a:lnTo>
                  <a:lnTo>
                    <a:pt x="15112" y="3301"/>
                  </a:lnTo>
                  <a:lnTo>
                    <a:pt x="25336" y="3301"/>
                  </a:lnTo>
                  <a:lnTo>
                    <a:pt x="25077" y="2412"/>
                  </a:lnTo>
                  <a:lnTo>
                    <a:pt x="25003" y="2158"/>
                  </a:lnTo>
                  <a:lnTo>
                    <a:pt x="24892" y="1777"/>
                  </a:lnTo>
                  <a:lnTo>
                    <a:pt x="215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790065" y="3227704"/>
              <a:ext cx="40005" cy="235585"/>
            </a:xfrm>
            <a:custGeom>
              <a:avLst/>
              <a:gdLst/>
              <a:ahLst/>
              <a:cxnLst/>
              <a:rect l="l" t="t" r="r" b="b"/>
              <a:pathLst>
                <a:path w="40005" h="235585">
                  <a:moveTo>
                    <a:pt x="4064" y="225679"/>
                  </a:moveTo>
                  <a:lnTo>
                    <a:pt x="3683" y="228854"/>
                  </a:lnTo>
                  <a:lnTo>
                    <a:pt x="5968" y="231775"/>
                  </a:lnTo>
                  <a:lnTo>
                    <a:pt x="9143" y="232283"/>
                  </a:lnTo>
                  <a:lnTo>
                    <a:pt x="10541" y="232410"/>
                  </a:lnTo>
                  <a:lnTo>
                    <a:pt x="11811" y="232156"/>
                  </a:lnTo>
                  <a:lnTo>
                    <a:pt x="12954" y="231521"/>
                  </a:lnTo>
                  <a:lnTo>
                    <a:pt x="14224" y="233807"/>
                  </a:lnTo>
                  <a:lnTo>
                    <a:pt x="17018" y="234569"/>
                  </a:lnTo>
                  <a:lnTo>
                    <a:pt x="19304" y="233425"/>
                  </a:lnTo>
                  <a:lnTo>
                    <a:pt x="19685" y="233172"/>
                  </a:lnTo>
                  <a:lnTo>
                    <a:pt x="20066" y="232918"/>
                  </a:lnTo>
                  <a:lnTo>
                    <a:pt x="20447" y="232664"/>
                  </a:lnTo>
                  <a:lnTo>
                    <a:pt x="21336" y="234569"/>
                  </a:lnTo>
                  <a:lnTo>
                    <a:pt x="23749" y="235204"/>
                  </a:lnTo>
                  <a:lnTo>
                    <a:pt x="25654" y="234315"/>
                  </a:lnTo>
                  <a:lnTo>
                    <a:pt x="26162" y="234061"/>
                  </a:lnTo>
                  <a:lnTo>
                    <a:pt x="26543" y="233680"/>
                  </a:lnTo>
                  <a:lnTo>
                    <a:pt x="26924" y="233299"/>
                  </a:lnTo>
                  <a:lnTo>
                    <a:pt x="28448" y="234950"/>
                  </a:lnTo>
                  <a:lnTo>
                    <a:pt x="31242" y="235204"/>
                  </a:lnTo>
                  <a:lnTo>
                    <a:pt x="33020" y="233680"/>
                  </a:lnTo>
                  <a:lnTo>
                    <a:pt x="33782" y="233045"/>
                  </a:lnTo>
                  <a:lnTo>
                    <a:pt x="34290" y="232283"/>
                  </a:lnTo>
                  <a:lnTo>
                    <a:pt x="34417" y="231267"/>
                  </a:lnTo>
                  <a:lnTo>
                    <a:pt x="36957" y="230632"/>
                  </a:lnTo>
                  <a:lnTo>
                    <a:pt x="38354" y="228092"/>
                  </a:lnTo>
                  <a:lnTo>
                    <a:pt x="37718" y="225552"/>
                  </a:lnTo>
                  <a:lnTo>
                    <a:pt x="37718" y="225425"/>
                  </a:lnTo>
                  <a:lnTo>
                    <a:pt x="37592" y="225171"/>
                  </a:lnTo>
                  <a:lnTo>
                    <a:pt x="39497" y="222504"/>
                  </a:lnTo>
                  <a:lnTo>
                    <a:pt x="33655" y="215646"/>
                  </a:lnTo>
                  <a:lnTo>
                    <a:pt x="33655" y="212852"/>
                  </a:lnTo>
                  <a:lnTo>
                    <a:pt x="31242" y="210693"/>
                  </a:lnTo>
                  <a:lnTo>
                    <a:pt x="28448" y="210693"/>
                  </a:lnTo>
                  <a:lnTo>
                    <a:pt x="27559" y="210693"/>
                  </a:lnTo>
                  <a:lnTo>
                    <a:pt x="26670" y="210947"/>
                  </a:lnTo>
                  <a:lnTo>
                    <a:pt x="25781" y="211455"/>
                  </a:lnTo>
                  <a:lnTo>
                    <a:pt x="24892" y="208407"/>
                  </a:lnTo>
                  <a:lnTo>
                    <a:pt x="21590" y="206629"/>
                  </a:lnTo>
                  <a:lnTo>
                    <a:pt x="18415" y="207518"/>
                  </a:lnTo>
                  <a:lnTo>
                    <a:pt x="17018" y="207899"/>
                  </a:lnTo>
                  <a:lnTo>
                    <a:pt x="15875" y="208787"/>
                  </a:lnTo>
                  <a:lnTo>
                    <a:pt x="15112" y="209931"/>
                  </a:lnTo>
                  <a:lnTo>
                    <a:pt x="11937" y="208025"/>
                  </a:lnTo>
                  <a:lnTo>
                    <a:pt x="7747" y="209042"/>
                  </a:lnTo>
                  <a:lnTo>
                    <a:pt x="5842" y="212217"/>
                  </a:lnTo>
                  <a:lnTo>
                    <a:pt x="3683" y="212090"/>
                  </a:lnTo>
                  <a:lnTo>
                    <a:pt x="1778" y="213487"/>
                  </a:lnTo>
                  <a:lnTo>
                    <a:pt x="1524" y="215646"/>
                  </a:lnTo>
                  <a:lnTo>
                    <a:pt x="1397" y="216662"/>
                  </a:lnTo>
                  <a:lnTo>
                    <a:pt x="1778" y="217805"/>
                  </a:lnTo>
                  <a:lnTo>
                    <a:pt x="2540" y="218567"/>
                  </a:lnTo>
                  <a:lnTo>
                    <a:pt x="635" y="219710"/>
                  </a:lnTo>
                  <a:lnTo>
                    <a:pt x="0" y="221996"/>
                  </a:lnTo>
                  <a:lnTo>
                    <a:pt x="1143" y="223774"/>
                  </a:lnTo>
                  <a:lnTo>
                    <a:pt x="1778" y="224790"/>
                  </a:lnTo>
                  <a:lnTo>
                    <a:pt x="2793" y="225552"/>
                  </a:lnTo>
                  <a:lnTo>
                    <a:pt x="4064" y="225552"/>
                  </a:lnTo>
                  <a:close/>
                </a:path>
                <a:path w="40005" h="235585">
                  <a:moveTo>
                    <a:pt x="22733" y="762"/>
                  </a:moveTo>
                  <a:lnTo>
                    <a:pt x="22733" y="381"/>
                  </a:lnTo>
                  <a:lnTo>
                    <a:pt x="22352" y="0"/>
                  </a:lnTo>
                  <a:lnTo>
                    <a:pt x="21971" y="0"/>
                  </a:lnTo>
                  <a:lnTo>
                    <a:pt x="21590" y="0"/>
                  </a:lnTo>
                  <a:lnTo>
                    <a:pt x="21209" y="381"/>
                  </a:lnTo>
                  <a:lnTo>
                    <a:pt x="21209" y="762"/>
                  </a:lnTo>
                  <a:lnTo>
                    <a:pt x="21209" y="1143"/>
                  </a:lnTo>
                  <a:lnTo>
                    <a:pt x="21590" y="1524"/>
                  </a:lnTo>
                  <a:lnTo>
                    <a:pt x="21971" y="1524"/>
                  </a:lnTo>
                  <a:lnTo>
                    <a:pt x="22352" y="1524"/>
                  </a:lnTo>
                  <a:lnTo>
                    <a:pt x="22733" y="1143"/>
                  </a:lnTo>
                  <a:lnTo>
                    <a:pt x="22733" y="762"/>
                  </a:lnTo>
                  <a:close/>
                </a:path>
                <a:path w="40005" h="235585">
                  <a:moveTo>
                    <a:pt x="22733" y="69087"/>
                  </a:moveTo>
                  <a:lnTo>
                    <a:pt x="22733" y="68325"/>
                  </a:lnTo>
                  <a:lnTo>
                    <a:pt x="22098" y="67564"/>
                  </a:lnTo>
                  <a:lnTo>
                    <a:pt x="21209" y="67564"/>
                  </a:lnTo>
                  <a:lnTo>
                    <a:pt x="20447" y="67564"/>
                  </a:lnTo>
                  <a:lnTo>
                    <a:pt x="19685" y="68325"/>
                  </a:lnTo>
                  <a:lnTo>
                    <a:pt x="19685" y="69087"/>
                  </a:lnTo>
                  <a:lnTo>
                    <a:pt x="19685" y="69977"/>
                  </a:lnTo>
                  <a:lnTo>
                    <a:pt x="20447" y="70612"/>
                  </a:lnTo>
                  <a:lnTo>
                    <a:pt x="21209" y="70612"/>
                  </a:lnTo>
                  <a:lnTo>
                    <a:pt x="22098" y="70612"/>
                  </a:lnTo>
                  <a:lnTo>
                    <a:pt x="22733" y="69977"/>
                  </a:lnTo>
                  <a:lnTo>
                    <a:pt x="22733" y="69087"/>
                  </a:lnTo>
                  <a:close/>
                </a:path>
                <a:path w="40005" h="235585">
                  <a:moveTo>
                    <a:pt x="22860" y="139065"/>
                  </a:moveTo>
                  <a:lnTo>
                    <a:pt x="22860" y="137795"/>
                  </a:lnTo>
                  <a:lnTo>
                    <a:pt x="21843" y="136779"/>
                  </a:lnTo>
                  <a:lnTo>
                    <a:pt x="20574" y="136779"/>
                  </a:lnTo>
                  <a:lnTo>
                    <a:pt x="19304" y="136779"/>
                  </a:lnTo>
                  <a:lnTo>
                    <a:pt x="18287" y="137795"/>
                  </a:lnTo>
                  <a:lnTo>
                    <a:pt x="18287" y="139065"/>
                  </a:lnTo>
                  <a:lnTo>
                    <a:pt x="18287" y="140335"/>
                  </a:lnTo>
                  <a:lnTo>
                    <a:pt x="19304" y="141350"/>
                  </a:lnTo>
                  <a:lnTo>
                    <a:pt x="20574" y="141350"/>
                  </a:lnTo>
                  <a:lnTo>
                    <a:pt x="21843" y="141350"/>
                  </a:lnTo>
                  <a:lnTo>
                    <a:pt x="22860" y="140335"/>
                  </a:lnTo>
                  <a:lnTo>
                    <a:pt x="22860" y="139065"/>
                  </a:lnTo>
                  <a:close/>
                </a:path>
                <a:path w="40005" h="235585">
                  <a:moveTo>
                    <a:pt x="4826" y="218186"/>
                  </a:moveTo>
                  <a:lnTo>
                    <a:pt x="3937" y="218186"/>
                  </a:lnTo>
                  <a:lnTo>
                    <a:pt x="3175" y="218312"/>
                  </a:lnTo>
                  <a:lnTo>
                    <a:pt x="2540" y="218694"/>
                  </a:lnTo>
                </a:path>
                <a:path w="40005" h="235585">
                  <a:moveTo>
                    <a:pt x="6731" y="212725"/>
                  </a:moveTo>
                  <a:lnTo>
                    <a:pt x="6477" y="212598"/>
                  </a:lnTo>
                  <a:lnTo>
                    <a:pt x="6096" y="212471"/>
                  </a:lnTo>
                  <a:lnTo>
                    <a:pt x="5715" y="212471"/>
                  </a:lnTo>
                </a:path>
                <a:path w="40005" h="235585">
                  <a:moveTo>
                    <a:pt x="15112" y="210058"/>
                  </a:moveTo>
                  <a:lnTo>
                    <a:pt x="14986" y="210312"/>
                  </a:lnTo>
                  <a:lnTo>
                    <a:pt x="14732" y="210693"/>
                  </a:lnTo>
                  <a:lnTo>
                    <a:pt x="14605" y="211074"/>
                  </a:lnTo>
                </a:path>
                <a:path w="40005" h="235585">
                  <a:moveTo>
                    <a:pt x="26035" y="212725"/>
                  </a:moveTo>
                  <a:lnTo>
                    <a:pt x="26035" y="212344"/>
                  </a:lnTo>
                  <a:lnTo>
                    <a:pt x="25908" y="211962"/>
                  </a:lnTo>
                  <a:lnTo>
                    <a:pt x="25781" y="211582"/>
                  </a:lnTo>
                </a:path>
                <a:path w="40005" h="235585">
                  <a:moveTo>
                    <a:pt x="30734" y="220218"/>
                  </a:moveTo>
                  <a:lnTo>
                    <a:pt x="32512" y="219456"/>
                  </a:lnTo>
                  <a:lnTo>
                    <a:pt x="33655" y="217678"/>
                  </a:lnTo>
                  <a:lnTo>
                    <a:pt x="33655" y="215773"/>
                  </a:lnTo>
                </a:path>
                <a:path w="40005" h="235585">
                  <a:moveTo>
                    <a:pt x="37465" y="225044"/>
                  </a:moveTo>
                  <a:lnTo>
                    <a:pt x="37211" y="224409"/>
                  </a:lnTo>
                  <a:lnTo>
                    <a:pt x="36830" y="223774"/>
                  </a:lnTo>
                  <a:lnTo>
                    <a:pt x="36195" y="223393"/>
                  </a:lnTo>
                </a:path>
                <a:path w="40005" h="235585">
                  <a:moveTo>
                    <a:pt x="34417" y="231394"/>
                  </a:moveTo>
                  <a:lnTo>
                    <a:pt x="34543" y="231140"/>
                  </a:lnTo>
                  <a:lnTo>
                    <a:pt x="34543" y="230886"/>
                  </a:lnTo>
                  <a:lnTo>
                    <a:pt x="34543" y="230632"/>
                  </a:lnTo>
                </a:path>
                <a:path w="40005" h="235585">
                  <a:moveTo>
                    <a:pt x="26289" y="232283"/>
                  </a:moveTo>
                  <a:lnTo>
                    <a:pt x="26416" y="232664"/>
                  </a:lnTo>
                  <a:lnTo>
                    <a:pt x="26670" y="233045"/>
                  </a:lnTo>
                  <a:lnTo>
                    <a:pt x="26924" y="233299"/>
                  </a:lnTo>
                </a:path>
                <a:path w="40005" h="235585">
                  <a:moveTo>
                    <a:pt x="20193" y="231775"/>
                  </a:moveTo>
                  <a:lnTo>
                    <a:pt x="20193" y="232156"/>
                  </a:lnTo>
                  <a:lnTo>
                    <a:pt x="20320" y="232410"/>
                  </a:lnTo>
                  <a:lnTo>
                    <a:pt x="20447" y="232664"/>
                  </a:lnTo>
                </a:path>
                <a:path w="40005" h="235585">
                  <a:moveTo>
                    <a:pt x="12954" y="231521"/>
                  </a:moveTo>
                  <a:lnTo>
                    <a:pt x="13335" y="231267"/>
                  </a:lnTo>
                  <a:lnTo>
                    <a:pt x="13843" y="231012"/>
                  </a:lnTo>
                  <a:lnTo>
                    <a:pt x="14097" y="230632"/>
                  </a:lnTo>
                </a:path>
                <a:path w="40005" h="235585">
                  <a:moveTo>
                    <a:pt x="4318" y="224790"/>
                  </a:moveTo>
                  <a:lnTo>
                    <a:pt x="4191" y="225044"/>
                  </a:lnTo>
                  <a:lnTo>
                    <a:pt x="4064" y="225425"/>
                  </a:lnTo>
                  <a:lnTo>
                    <a:pt x="4064" y="225679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2080260" y="3514343"/>
              <a:ext cx="0" cy="478790"/>
            </a:xfrm>
            <a:custGeom>
              <a:avLst/>
              <a:gdLst/>
              <a:ahLst/>
              <a:cxnLst/>
              <a:rect l="l" t="t" r="r" b="b"/>
              <a:pathLst>
                <a:path h="478789">
                  <a:moveTo>
                    <a:pt x="0" y="0"/>
                  </a:moveTo>
                  <a:lnTo>
                    <a:pt x="0" y="478535"/>
                  </a:lnTo>
                </a:path>
              </a:pathLst>
            </a:custGeom>
            <a:ln w="76200">
              <a:solidFill>
                <a:srgbClr val="DBDBD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26919" y="3386327"/>
              <a:ext cx="112776" cy="132588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2007108" y="2350007"/>
              <a:ext cx="144780" cy="407034"/>
            </a:xfrm>
            <a:custGeom>
              <a:avLst/>
              <a:gdLst/>
              <a:ahLst/>
              <a:cxnLst/>
              <a:rect l="l" t="t" r="r" b="b"/>
              <a:pathLst>
                <a:path w="144780" h="407035">
                  <a:moveTo>
                    <a:pt x="144780" y="6095"/>
                  </a:moveTo>
                  <a:lnTo>
                    <a:pt x="135636" y="406907"/>
                  </a:lnTo>
                </a:path>
                <a:path w="144780" h="407035">
                  <a:moveTo>
                    <a:pt x="135636" y="406907"/>
                  </a:moveTo>
                  <a:lnTo>
                    <a:pt x="71628" y="137159"/>
                  </a:lnTo>
                </a:path>
                <a:path w="144780" h="407035">
                  <a:moveTo>
                    <a:pt x="71628" y="131063"/>
                  </a:moveTo>
                  <a:lnTo>
                    <a:pt x="4572" y="406907"/>
                  </a:lnTo>
                </a:path>
                <a:path w="144780" h="407035">
                  <a:moveTo>
                    <a:pt x="4572" y="406907"/>
                  </a:moveTo>
                  <a:lnTo>
                    <a:pt x="0" y="0"/>
                  </a:lnTo>
                </a:path>
              </a:pathLst>
            </a:custGeom>
            <a:ln w="76200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986788" y="2509265"/>
              <a:ext cx="33655" cy="111760"/>
            </a:xfrm>
            <a:custGeom>
              <a:avLst/>
              <a:gdLst/>
              <a:ahLst/>
              <a:cxnLst/>
              <a:rect l="l" t="t" r="r" b="b"/>
              <a:pathLst>
                <a:path w="33655" h="111760">
                  <a:moveTo>
                    <a:pt x="18288" y="110363"/>
                  </a:moveTo>
                  <a:lnTo>
                    <a:pt x="18034" y="110109"/>
                  </a:lnTo>
                  <a:lnTo>
                    <a:pt x="17272" y="110109"/>
                  </a:lnTo>
                  <a:lnTo>
                    <a:pt x="17018" y="110363"/>
                  </a:lnTo>
                  <a:lnTo>
                    <a:pt x="17018" y="111125"/>
                  </a:lnTo>
                  <a:lnTo>
                    <a:pt x="17272" y="111379"/>
                  </a:lnTo>
                  <a:lnTo>
                    <a:pt x="18034" y="111379"/>
                  </a:lnTo>
                  <a:lnTo>
                    <a:pt x="18288" y="111125"/>
                  </a:lnTo>
                  <a:lnTo>
                    <a:pt x="18288" y="110744"/>
                  </a:lnTo>
                  <a:lnTo>
                    <a:pt x="18288" y="110363"/>
                  </a:lnTo>
                  <a:close/>
                </a:path>
                <a:path w="33655" h="111760">
                  <a:moveTo>
                    <a:pt x="18669" y="81915"/>
                  </a:moveTo>
                  <a:lnTo>
                    <a:pt x="18034" y="81280"/>
                  </a:lnTo>
                  <a:lnTo>
                    <a:pt x="16637" y="81280"/>
                  </a:lnTo>
                  <a:lnTo>
                    <a:pt x="16002" y="81915"/>
                  </a:lnTo>
                  <a:lnTo>
                    <a:pt x="16002" y="83439"/>
                  </a:lnTo>
                  <a:lnTo>
                    <a:pt x="16637" y="84074"/>
                  </a:lnTo>
                  <a:lnTo>
                    <a:pt x="18034" y="84074"/>
                  </a:lnTo>
                  <a:lnTo>
                    <a:pt x="18669" y="83439"/>
                  </a:lnTo>
                  <a:lnTo>
                    <a:pt x="18669" y="82677"/>
                  </a:lnTo>
                  <a:lnTo>
                    <a:pt x="18669" y="81915"/>
                  </a:lnTo>
                  <a:close/>
                </a:path>
                <a:path w="33655" h="111760">
                  <a:moveTo>
                    <a:pt x="19050" y="52070"/>
                  </a:moveTo>
                  <a:lnTo>
                    <a:pt x="18161" y="51181"/>
                  </a:lnTo>
                  <a:lnTo>
                    <a:pt x="15875" y="51181"/>
                  </a:lnTo>
                  <a:lnTo>
                    <a:pt x="14986" y="52070"/>
                  </a:lnTo>
                  <a:lnTo>
                    <a:pt x="14986" y="54356"/>
                  </a:lnTo>
                  <a:lnTo>
                    <a:pt x="15875" y="55245"/>
                  </a:lnTo>
                  <a:lnTo>
                    <a:pt x="18161" y="55245"/>
                  </a:lnTo>
                  <a:lnTo>
                    <a:pt x="19050" y="54356"/>
                  </a:lnTo>
                  <a:lnTo>
                    <a:pt x="19050" y="53213"/>
                  </a:lnTo>
                  <a:lnTo>
                    <a:pt x="19050" y="52070"/>
                  </a:lnTo>
                  <a:close/>
                </a:path>
                <a:path w="33655" h="111760">
                  <a:moveTo>
                    <a:pt x="28638" y="22987"/>
                  </a:moveTo>
                  <a:lnTo>
                    <a:pt x="17272" y="22987"/>
                  </a:lnTo>
                  <a:lnTo>
                    <a:pt x="17272" y="23241"/>
                  </a:lnTo>
                  <a:lnTo>
                    <a:pt x="17145" y="23241"/>
                  </a:lnTo>
                  <a:lnTo>
                    <a:pt x="17272" y="23241"/>
                  </a:lnTo>
                  <a:lnTo>
                    <a:pt x="17272" y="22987"/>
                  </a:lnTo>
                  <a:lnTo>
                    <a:pt x="11303" y="22987"/>
                  </a:lnTo>
                  <a:lnTo>
                    <a:pt x="11938" y="24257"/>
                  </a:lnTo>
                  <a:lnTo>
                    <a:pt x="14351" y="25019"/>
                  </a:lnTo>
                  <a:lnTo>
                    <a:pt x="16256" y="23876"/>
                  </a:lnTo>
                  <a:lnTo>
                    <a:pt x="17437" y="23876"/>
                  </a:lnTo>
                  <a:lnTo>
                    <a:pt x="17957" y="25019"/>
                  </a:lnTo>
                  <a:lnTo>
                    <a:pt x="18313" y="25019"/>
                  </a:lnTo>
                  <a:lnTo>
                    <a:pt x="19939" y="25527"/>
                  </a:lnTo>
                  <a:lnTo>
                    <a:pt x="21971" y="24511"/>
                  </a:lnTo>
                  <a:lnTo>
                    <a:pt x="22225" y="24257"/>
                  </a:lnTo>
                  <a:lnTo>
                    <a:pt x="22517" y="23876"/>
                  </a:lnTo>
                  <a:lnTo>
                    <a:pt x="22707" y="23876"/>
                  </a:lnTo>
                  <a:lnTo>
                    <a:pt x="23876" y="25273"/>
                  </a:lnTo>
                  <a:lnTo>
                    <a:pt x="26162" y="25527"/>
                  </a:lnTo>
                  <a:lnTo>
                    <a:pt x="27546" y="24257"/>
                  </a:lnTo>
                  <a:lnTo>
                    <a:pt x="28003" y="23876"/>
                  </a:lnTo>
                  <a:lnTo>
                    <a:pt x="28194" y="23876"/>
                  </a:lnTo>
                  <a:lnTo>
                    <a:pt x="28498" y="23241"/>
                  </a:lnTo>
                  <a:lnTo>
                    <a:pt x="28638" y="22987"/>
                  </a:lnTo>
                  <a:close/>
                </a:path>
                <a:path w="33655" h="111760">
                  <a:moveTo>
                    <a:pt x="33147" y="14097"/>
                  </a:moveTo>
                  <a:lnTo>
                    <a:pt x="32854" y="11684"/>
                  </a:lnTo>
                  <a:lnTo>
                    <a:pt x="32766" y="10922"/>
                  </a:lnTo>
                  <a:lnTo>
                    <a:pt x="30607" y="9144"/>
                  </a:lnTo>
                  <a:lnTo>
                    <a:pt x="29845" y="8636"/>
                  </a:lnTo>
                  <a:lnTo>
                    <a:pt x="29083" y="8255"/>
                  </a:lnTo>
                  <a:lnTo>
                    <a:pt x="27292" y="8001"/>
                  </a:lnTo>
                  <a:lnTo>
                    <a:pt x="28194" y="8001"/>
                  </a:lnTo>
                  <a:lnTo>
                    <a:pt x="28194" y="5588"/>
                  </a:lnTo>
                  <a:lnTo>
                    <a:pt x="26924" y="4318"/>
                  </a:lnTo>
                  <a:lnTo>
                    <a:pt x="26289" y="3683"/>
                  </a:lnTo>
                  <a:lnTo>
                    <a:pt x="23114" y="3683"/>
                  </a:lnTo>
                  <a:lnTo>
                    <a:pt x="22352" y="3937"/>
                  </a:lnTo>
                  <a:lnTo>
                    <a:pt x="21717" y="4318"/>
                  </a:lnTo>
                  <a:lnTo>
                    <a:pt x="21247" y="2921"/>
                  </a:lnTo>
                  <a:lnTo>
                    <a:pt x="20828" y="1651"/>
                  </a:lnTo>
                  <a:lnTo>
                    <a:pt x="18034" y="0"/>
                  </a:lnTo>
                  <a:lnTo>
                    <a:pt x="15367" y="889"/>
                  </a:lnTo>
                  <a:lnTo>
                    <a:pt x="14351" y="1270"/>
                  </a:lnTo>
                  <a:lnTo>
                    <a:pt x="13843" y="1651"/>
                  </a:lnTo>
                  <a:lnTo>
                    <a:pt x="13233" y="2159"/>
                  </a:lnTo>
                  <a:lnTo>
                    <a:pt x="12700" y="2921"/>
                  </a:lnTo>
                  <a:lnTo>
                    <a:pt x="10033" y="1270"/>
                  </a:lnTo>
                  <a:lnTo>
                    <a:pt x="6477" y="2159"/>
                  </a:lnTo>
                  <a:lnTo>
                    <a:pt x="4826" y="5080"/>
                  </a:lnTo>
                  <a:lnTo>
                    <a:pt x="2882" y="5080"/>
                  </a:lnTo>
                  <a:lnTo>
                    <a:pt x="1397" y="6223"/>
                  </a:lnTo>
                  <a:lnTo>
                    <a:pt x="1270" y="8001"/>
                  </a:lnTo>
                  <a:lnTo>
                    <a:pt x="1168" y="9144"/>
                  </a:lnTo>
                  <a:lnTo>
                    <a:pt x="1397" y="10033"/>
                  </a:lnTo>
                  <a:lnTo>
                    <a:pt x="2032" y="10668"/>
                  </a:lnTo>
                  <a:lnTo>
                    <a:pt x="508" y="11684"/>
                  </a:lnTo>
                  <a:lnTo>
                    <a:pt x="0" y="13716"/>
                  </a:lnTo>
                  <a:lnTo>
                    <a:pt x="889" y="15367"/>
                  </a:lnTo>
                  <a:lnTo>
                    <a:pt x="1460" y="16383"/>
                  </a:lnTo>
                  <a:lnTo>
                    <a:pt x="1600" y="16383"/>
                  </a:lnTo>
                  <a:lnTo>
                    <a:pt x="2616" y="17018"/>
                  </a:lnTo>
                  <a:lnTo>
                    <a:pt x="3429" y="17018"/>
                  </a:lnTo>
                  <a:lnTo>
                    <a:pt x="3124" y="19177"/>
                  </a:lnTo>
                  <a:lnTo>
                    <a:pt x="3048" y="19812"/>
                  </a:lnTo>
                  <a:lnTo>
                    <a:pt x="4953" y="22479"/>
                  </a:lnTo>
                  <a:lnTo>
                    <a:pt x="8496" y="22987"/>
                  </a:lnTo>
                  <a:lnTo>
                    <a:pt x="8763" y="22987"/>
                  </a:lnTo>
                  <a:lnTo>
                    <a:pt x="9398" y="22987"/>
                  </a:lnTo>
                  <a:lnTo>
                    <a:pt x="11303" y="22987"/>
                  </a:lnTo>
                  <a:lnTo>
                    <a:pt x="11049" y="22479"/>
                  </a:lnTo>
                  <a:lnTo>
                    <a:pt x="9906" y="22733"/>
                  </a:lnTo>
                  <a:lnTo>
                    <a:pt x="10922" y="22225"/>
                  </a:lnTo>
                  <a:lnTo>
                    <a:pt x="11049" y="22479"/>
                  </a:lnTo>
                  <a:lnTo>
                    <a:pt x="28803" y="22479"/>
                  </a:lnTo>
                  <a:lnTo>
                    <a:pt x="28879" y="22225"/>
                  </a:lnTo>
                  <a:lnTo>
                    <a:pt x="28956" y="21971"/>
                  </a:lnTo>
                  <a:lnTo>
                    <a:pt x="30988" y="21463"/>
                  </a:lnTo>
                  <a:lnTo>
                    <a:pt x="32258" y="19177"/>
                  </a:lnTo>
                  <a:lnTo>
                    <a:pt x="31623" y="17018"/>
                  </a:lnTo>
                  <a:lnTo>
                    <a:pt x="31623" y="16764"/>
                  </a:lnTo>
                  <a:lnTo>
                    <a:pt x="31496" y="16383"/>
                  </a:lnTo>
                  <a:lnTo>
                    <a:pt x="33147" y="14097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986788" y="2509265"/>
              <a:ext cx="33655" cy="111760"/>
            </a:xfrm>
            <a:custGeom>
              <a:avLst/>
              <a:gdLst/>
              <a:ahLst/>
              <a:cxnLst/>
              <a:rect l="l" t="t" r="r" b="b"/>
              <a:pathLst>
                <a:path w="33655" h="111760">
                  <a:moveTo>
                    <a:pt x="3429" y="17018"/>
                  </a:moveTo>
                  <a:lnTo>
                    <a:pt x="3048" y="19812"/>
                  </a:lnTo>
                  <a:lnTo>
                    <a:pt x="4953" y="22479"/>
                  </a:lnTo>
                  <a:lnTo>
                    <a:pt x="7619" y="22860"/>
                  </a:lnTo>
                  <a:lnTo>
                    <a:pt x="8762" y="22987"/>
                  </a:lnTo>
                  <a:lnTo>
                    <a:pt x="9906" y="22733"/>
                  </a:lnTo>
                  <a:lnTo>
                    <a:pt x="10922" y="22225"/>
                  </a:lnTo>
                  <a:lnTo>
                    <a:pt x="11937" y="24257"/>
                  </a:lnTo>
                  <a:lnTo>
                    <a:pt x="14350" y="25019"/>
                  </a:lnTo>
                  <a:lnTo>
                    <a:pt x="16256" y="23875"/>
                  </a:lnTo>
                  <a:lnTo>
                    <a:pt x="16510" y="23749"/>
                  </a:lnTo>
                  <a:lnTo>
                    <a:pt x="16891" y="23495"/>
                  </a:lnTo>
                  <a:lnTo>
                    <a:pt x="17144" y="23241"/>
                  </a:lnTo>
                  <a:lnTo>
                    <a:pt x="17906" y="24892"/>
                  </a:lnTo>
                  <a:lnTo>
                    <a:pt x="19938" y="25526"/>
                  </a:lnTo>
                  <a:lnTo>
                    <a:pt x="21462" y="24764"/>
                  </a:lnTo>
                  <a:lnTo>
                    <a:pt x="21970" y="24511"/>
                  </a:lnTo>
                  <a:lnTo>
                    <a:pt x="22351" y="24130"/>
                  </a:lnTo>
                  <a:lnTo>
                    <a:pt x="22606" y="23749"/>
                  </a:lnTo>
                  <a:lnTo>
                    <a:pt x="23875" y="25273"/>
                  </a:lnTo>
                  <a:lnTo>
                    <a:pt x="26162" y="25526"/>
                  </a:lnTo>
                  <a:lnTo>
                    <a:pt x="27686" y="24130"/>
                  </a:lnTo>
                  <a:lnTo>
                    <a:pt x="28320" y="23622"/>
                  </a:lnTo>
                  <a:lnTo>
                    <a:pt x="28701" y="22860"/>
                  </a:lnTo>
                  <a:lnTo>
                    <a:pt x="28956" y="21971"/>
                  </a:lnTo>
                  <a:lnTo>
                    <a:pt x="30987" y="21462"/>
                  </a:lnTo>
                  <a:lnTo>
                    <a:pt x="32257" y="19176"/>
                  </a:lnTo>
                  <a:lnTo>
                    <a:pt x="31623" y="17018"/>
                  </a:lnTo>
                  <a:lnTo>
                    <a:pt x="31623" y="16763"/>
                  </a:lnTo>
                  <a:lnTo>
                    <a:pt x="31495" y="16383"/>
                  </a:lnTo>
                  <a:lnTo>
                    <a:pt x="33147" y="14097"/>
                  </a:lnTo>
                  <a:lnTo>
                    <a:pt x="28193" y="8128"/>
                  </a:lnTo>
                  <a:lnTo>
                    <a:pt x="28193" y="5587"/>
                  </a:lnTo>
                  <a:lnTo>
                    <a:pt x="26288" y="3683"/>
                  </a:lnTo>
                  <a:lnTo>
                    <a:pt x="23875" y="3683"/>
                  </a:lnTo>
                  <a:lnTo>
                    <a:pt x="23113" y="3683"/>
                  </a:lnTo>
                  <a:lnTo>
                    <a:pt x="22351" y="3937"/>
                  </a:lnTo>
                  <a:lnTo>
                    <a:pt x="21717" y="4318"/>
                  </a:lnTo>
                  <a:lnTo>
                    <a:pt x="20828" y="1650"/>
                  </a:lnTo>
                  <a:lnTo>
                    <a:pt x="18034" y="0"/>
                  </a:lnTo>
                  <a:lnTo>
                    <a:pt x="15367" y="888"/>
                  </a:lnTo>
                  <a:lnTo>
                    <a:pt x="14350" y="1270"/>
                  </a:lnTo>
                  <a:lnTo>
                    <a:pt x="13335" y="2032"/>
                  </a:lnTo>
                  <a:lnTo>
                    <a:pt x="12700" y="2921"/>
                  </a:lnTo>
                  <a:lnTo>
                    <a:pt x="10032" y="1270"/>
                  </a:lnTo>
                  <a:lnTo>
                    <a:pt x="6476" y="2159"/>
                  </a:lnTo>
                  <a:lnTo>
                    <a:pt x="4825" y="5080"/>
                  </a:lnTo>
                  <a:lnTo>
                    <a:pt x="3048" y="4953"/>
                  </a:lnTo>
                  <a:lnTo>
                    <a:pt x="1397" y="6223"/>
                  </a:lnTo>
                  <a:lnTo>
                    <a:pt x="1269" y="8000"/>
                  </a:lnTo>
                  <a:lnTo>
                    <a:pt x="1143" y="9017"/>
                  </a:lnTo>
                  <a:lnTo>
                    <a:pt x="1397" y="10033"/>
                  </a:lnTo>
                  <a:lnTo>
                    <a:pt x="2031" y="10668"/>
                  </a:lnTo>
                  <a:lnTo>
                    <a:pt x="507" y="11684"/>
                  </a:lnTo>
                  <a:lnTo>
                    <a:pt x="0" y="13716"/>
                  </a:lnTo>
                  <a:lnTo>
                    <a:pt x="888" y="15367"/>
                  </a:lnTo>
                  <a:lnTo>
                    <a:pt x="1397" y="16256"/>
                  </a:lnTo>
                  <a:lnTo>
                    <a:pt x="2412" y="16891"/>
                  </a:lnTo>
                  <a:lnTo>
                    <a:pt x="3429" y="17018"/>
                  </a:lnTo>
                  <a:close/>
                </a:path>
                <a:path w="33655" h="111760">
                  <a:moveTo>
                    <a:pt x="18287" y="110744"/>
                  </a:moveTo>
                  <a:lnTo>
                    <a:pt x="18287" y="110362"/>
                  </a:lnTo>
                  <a:lnTo>
                    <a:pt x="18034" y="110109"/>
                  </a:lnTo>
                  <a:lnTo>
                    <a:pt x="17653" y="110109"/>
                  </a:lnTo>
                  <a:lnTo>
                    <a:pt x="17272" y="110109"/>
                  </a:lnTo>
                  <a:lnTo>
                    <a:pt x="17018" y="110362"/>
                  </a:lnTo>
                  <a:lnTo>
                    <a:pt x="17018" y="110744"/>
                  </a:lnTo>
                  <a:lnTo>
                    <a:pt x="17018" y="111125"/>
                  </a:lnTo>
                  <a:lnTo>
                    <a:pt x="17272" y="111379"/>
                  </a:lnTo>
                  <a:lnTo>
                    <a:pt x="17653" y="111379"/>
                  </a:lnTo>
                  <a:lnTo>
                    <a:pt x="18034" y="111379"/>
                  </a:lnTo>
                  <a:lnTo>
                    <a:pt x="18287" y="111125"/>
                  </a:lnTo>
                  <a:lnTo>
                    <a:pt x="18287" y="110744"/>
                  </a:lnTo>
                  <a:close/>
                </a:path>
                <a:path w="33655" h="111760">
                  <a:moveTo>
                    <a:pt x="18668" y="82676"/>
                  </a:moveTo>
                  <a:lnTo>
                    <a:pt x="18668" y="81914"/>
                  </a:lnTo>
                  <a:lnTo>
                    <a:pt x="18034" y="81280"/>
                  </a:lnTo>
                  <a:lnTo>
                    <a:pt x="17272" y="81280"/>
                  </a:lnTo>
                  <a:lnTo>
                    <a:pt x="16637" y="81280"/>
                  </a:lnTo>
                  <a:lnTo>
                    <a:pt x="16001" y="81914"/>
                  </a:lnTo>
                  <a:lnTo>
                    <a:pt x="16001" y="82676"/>
                  </a:lnTo>
                  <a:lnTo>
                    <a:pt x="16001" y="83438"/>
                  </a:lnTo>
                  <a:lnTo>
                    <a:pt x="16637" y="84074"/>
                  </a:lnTo>
                  <a:lnTo>
                    <a:pt x="17272" y="84074"/>
                  </a:lnTo>
                  <a:lnTo>
                    <a:pt x="18034" y="84074"/>
                  </a:lnTo>
                  <a:lnTo>
                    <a:pt x="18668" y="83438"/>
                  </a:lnTo>
                  <a:lnTo>
                    <a:pt x="18668" y="82676"/>
                  </a:lnTo>
                  <a:close/>
                </a:path>
                <a:path w="33655" h="111760">
                  <a:moveTo>
                    <a:pt x="19050" y="53212"/>
                  </a:moveTo>
                  <a:lnTo>
                    <a:pt x="19050" y="52070"/>
                  </a:lnTo>
                  <a:lnTo>
                    <a:pt x="18161" y="51181"/>
                  </a:lnTo>
                  <a:lnTo>
                    <a:pt x="17018" y="51181"/>
                  </a:lnTo>
                  <a:lnTo>
                    <a:pt x="15875" y="51181"/>
                  </a:lnTo>
                  <a:lnTo>
                    <a:pt x="14986" y="52070"/>
                  </a:lnTo>
                  <a:lnTo>
                    <a:pt x="14986" y="53212"/>
                  </a:lnTo>
                  <a:lnTo>
                    <a:pt x="14986" y="54356"/>
                  </a:lnTo>
                  <a:lnTo>
                    <a:pt x="15875" y="55245"/>
                  </a:lnTo>
                  <a:lnTo>
                    <a:pt x="17018" y="55245"/>
                  </a:lnTo>
                  <a:lnTo>
                    <a:pt x="18161" y="55245"/>
                  </a:lnTo>
                  <a:lnTo>
                    <a:pt x="19050" y="54356"/>
                  </a:lnTo>
                  <a:lnTo>
                    <a:pt x="19050" y="53212"/>
                  </a:lnTo>
                  <a:close/>
                </a:path>
                <a:path w="33655" h="111760">
                  <a:moveTo>
                    <a:pt x="3937" y="10413"/>
                  </a:moveTo>
                  <a:lnTo>
                    <a:pt x="3301" y="10287"/>
                  </a:lnTo>
                  <a:lnTo>
                    <a:pt x="2667" y="10413"/>
                  </a:lnTo>
                  <a:lnTo>
                    <a:pt x="2159" y="10795"/>
                  </a:lnTo>
                </a:path>
                <a:path w="33655" h="111760">
                  <a:moveTo>
                    <a:pt x="5587" y="5461"/>
                  </a:moveTo>
                  <a:lnTo>
                    <a:pt x="5334" y="5334"/>
                  </a:lnTo>
                  <a:lnTo>
                    <a:pt x="5080" y="5207"/>
                  </a:lnTo>
                  <a:lnTo>
                    <a:pt x="4825" y="5207"/>
                  </a:lnTo>
                </a:path>
                <a:path w="33655" h="111760">
                  <a:moveTo>
                    <a:pt x="12700" y="3048"/>
                  </a:moveTo>
                  <a:lnTo>
                    <a:pt x="12573" y="3429"/>
                  </a:lnTo>
                  <a:lnTo>
                    <a:pt x="12318" y="3683"/>
                  </a:lnTo>
                  <a:lnTo>
                    <a:pt x="12192" y="4063"/>
                  </a:lnTo>
                </a:path>
                <a:path w="33655" h="111760">
                  <a:moveTo>
                    <a:pt x="21843" y="5587"/>
                  </a:moveTo>
                  <a:lnTo>
                    <a:pt x="21843" y="5207"/>
                  </a:lnTo>
                  <a:lnTo>
                    <a:pt x="21717" y="4825"/>
                  </a:lnTo>
                  <a:lnTo>
                    <a:pt x="21717" y="4445"/>
                  </a:lnTo>
                </a:path>
                <a:path w="33655" h="111760">
                  <a:moveTo>
                    <a:pt x="25781" y="12192"/>
                  </a:moveTo>
                  <a:lnTo>
                    <a:pt x="27305" y="11430"/>
                  </a:lnTo>
                  <a:lnTo>
                    <a:pt x="28193" y="9906"/>
                  </a:lnTo>
                  <a:lnTo>
                    <a:pt x="28193" y="8128"/>
                  </a:lnTo>
                </a:path>
                <a:path w="33655" h="111760">
                  <a:moveTo>
                    <a:pt x="31495" y="16510"/>
                  </a:moveTo>
                  <a:lnTo>
                    <a:pt x="31242" y="15875"/>
                  </a:lnTo>
                  <a:lnTo>
                    <a:pt x="30861" y="15367"/>
                  </a:lnTo>
                  <a:lnTo>
                    <a:pt x="30353" y="14986"/>
                  </a:lnTo>
                </a:path>
                <a:path w="33655" h="111760">
                  <a:moveTo>
                    <a:pt x="28956" y="22098"/>
                  </a:moveTo>
                  <a:lnTo>
                    <a:pt x="28956" y="21844"/>
                  </a:lnTo>
                  <a:lnTo>
                    <a:pt x="28956" y="21589"/>
                  </a:lnTo>
                  <a:lnTo>
                    <a:pt x="28956" y="21336"/>
                  </a:lnTo>
                </a:path>
                <a:path w="33655" h="111760">
                  <a:moveTo>
                    <a:pt x="22098" y="22860"/>
                  </a:moveTo>
                  <a:lnTo>
                    <a:pt x="22225" y="23241"/>
                  </a:lnTo>
                  <a:lnTo>
                    <a:pt x="22351" y="23495"/>
                  </a:lnTo>
                  <a:lnTo>
                    <a:pt x="22606" y="23875"/>
                  </a:lnTo>
                </a:path>
                <a:path w="33655" h="111760">
                  <a:moveTo>
                    <a:pt x="16891" y="22479"/>
                  </a:moveTo>
                  <a:lnTo>
                    <a:pt x="17018" y="22733"/>
                  </a:lnTo>
                  <a:lnTo>
                    <a:pt x="17018" y="22987"/>
                  </a:lnTo>
                  <a:lnTo>
                    <a:pt x="17144" y="23241"/>
                  </a:lnTo>
                </a:path>
                <a:path w="33655" h="111760">
                  <a:moveTo>
                    <a:pt x="10922" y="22225"/>
                  </a:moveTo>
                  <a:lnTo>
                    <a:pt x="11175" y="21971"/>
                  </a:lnTo>
                  <a:lnTo>
                    <a:pt x="11556" y="21717"/>
                  </a:lnTo>
                  <a:lnTo>
                    <a:pt x="11811" y="21462"/>
                  </a:lnTo>
                </a:path>
                <a:path w="33655" h="111760">
                  <a:moveTo>
                    <a:pt x="3556" y="16256"/>
                  </a:moveTo>
                  <a:lnTo>
                    <a:pt x="3429" y="16510"/>
                  </a:lnTo>
                  <a:lnTo>
                    <a:pt x="3429" y="16763"/>
                  </a:lnTo>
                  <a:lnTo>
                    <a:pt x="3429" y="17018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2139188" y="2559557"/>
              <a:ext cx="33655" cy="92710"/>
            </a:xfrm>
            <a:custGeom>
              <a:avLst/>
              <a:gdLst/>
              <a:ahLst/>
              <a:cxnLst/>
              <a:rect l="l" t="t" r="r" b="b"/>
              <a:pathLst>
                <a:path w="33655" h="92710">
                  <a:moveTo>
                    <a:pt x="4572" y="91694"/>
                  </a:moveTo>
                  <a:lnTo>
                    <a:pt x="4318" y="91440"/>
                  </a:lnTo>
                  <a:lnTo>
                    <a:pt x="3556" y="91440"/>
                  </a:lnTo>
                  <a:lnTo>
                    <a:pt x="3302" y="91694"/>
                  </a:lnTo>
                  <a:lnTo>
                    <a:pt x="3302" y="92456"/>
                  </a:lnTo>
                  <a:lnTo>
                    <a:pt x="3556" y="92710"/>
                  </a:lnTo>
                  <a:lnTo>
                    <a:pt x="4318" y="92710"/>
                  </a:lnTo>
                  <a:lnTo>
                    <a:pt x="4572" y="92456"/>
                  </a:lnTo>
                  <a:lnTo>
                    <a:pt x="4572" y="92075"/>
                  </a:lnTo>
                  <a:lnTo>
                    <a:pt x="4572" y="91694"/>
                  </a:lnTo>
                  <a:close/>
                </a:path>
                <a:path w="33655" h="92710">
                  <a:moveTo>
                    <a:pt x="8763" y="69469"/>
                  </a:moveTo>
                  <a:lnTo>
                    <a:pt x="8128" y="68834"/>
                  </a:lnTo>
                  <a:lnTo>
                    <a:pt x="6731" y="68834"/>
                  </a:lnTo>
                  <a:lnTo>
                    <a:pt x="6096" y="69469"/>
                  </a:lnTo>
                  <a:lnTo>
                    <a:pt x="6096" y="70866"/>
                  </a:lnTo>
                  <a:lnTo>
                    <a:pt x="6731" y="71501"/>
                  </a:lnTo>
                  <a:lnTo>
                    <a:pt x="8128" y="71501"/>
                  </a:lnTo>
                  <a:lnTo>
                    <a:pt x="8763" y="70866"/>
                  </a:lnTo>
                  <a:lnTo>
                    <a:pt x="8763" y="70231"/>
                  </a:lnTo>
                  <a:lnTo>
                    <a:pt x="8763" y="69469"/>
                  </a:lnTo>
                  <a:close/>
                </a:path>
                <a:path w="33655" h="92710">
                  <a:moveTo>
                    <a:pt x="13081" y="45847"/>
                  </a:moveTo>
                  <a:lnTo>
                    <a:pt x="12192" y="44958"/>
                  </a:lnTo>
                  <a:lnTo>
                    <a:pt x="10033" y="44958"/>
                  </a:lnTo>
                  <a:lnTo>
                    <a:pt x="9017" y="45847"/>
                  </a:lnTo>
                  <a:lnTo>
                    <a:pt x="9017" y="48133"/>
                  </a:lnTo>
                  <a:lnTo>
                    <a:pt x="10033" y="49022"/>
                  </a:lnTo>
                  <a:lnTo>
                    <a:pt x="12192" y="49022"/>
                  </a:lnTo>
                  <a:lnTo>
                    <a:pt x="13081" y="48133"/>
                  </a:lnTo>
                  <a:lnTo>
                    <a:pt x="13081" y="46990"/>
                  </a:lnTo>
                  <a:lnTo>
                    <a:pt x="13081" y="45847"/>
                  </a:lnTo>
                  <a:close/>
                </a:path>
                <a:path w="33655" h="92710">
                  <a:moveTo>
                    <a:pt x="33147" y="14097"/>
                  </a:moveTo>
                  <a:lnTo>
                    <a:pt x="32854" y="11684"/>
                  </a:lnTo>
                  <a:lnTo>
                    <a:pt x="32766" y="10922"/>
                  </a:lnTo>
                  <a:lnTo>
                    <a:pt x="30607" y="9144"/>
                  </a:lnTo>
                  <a:lnTo>
                    <a:pt x="29845" y="8636"/>
                  </a:lnTo>
                  <a:lnTo>
                    <a:pt x="29083" y="8255"/>
                  </a:lnTo>
                  <a:lnTo>
                    <a:pt x="28194" y="8255"/>
                  </a:lnTo>
                  <a:lnTo>
                    <a:pt x="28194" y="5588"/>
                  </a:lnTo>
                  <a:lnTo>
                    <a:pt x="26924" y="4318"/>
                  </a:lnTo>
                  <a:lnTo>
                    <a:pt x="26289" y="3683"/>
                  </a:lnTo>
                  <a:lnTo>
                    <a:pt x="23114" y="3683"/>
                  </a:lnTo>
                  <a:lnTo>
                    <a:pt x="22352" y="3937"/>
                  </a:lnTo>
                  <a:lnTo>
                    <a:pt x="21717" y="4318"/>
                  </a:lnTo>
                  <a:lnTo>
                    <a:pt x="21247" y="2921"/>
                  </a:lnTo>
                  <a:lnTo>
                    <a:pt x="20828" y="1651"/>
                  </a:lnTo>
                  <a:lnTo>
                    <a:pt x="18034" y="0"/>
                  </a:lnTo>
                  <a:lnTo>
                    <a:pt x="15367" y="889"/>
                  </a:lnTo>
                  <a:lnTo>
                    <a:pt x="14351" y="1270"/>
                  </a:lnTo>
                  <a:lnTo>
                    <a:pt x="13830" y="1651"/>
                  </a:lnTo>
                  <a:lnTo>
                    <a:pt x="13233" y="2159"/>
                  </a:lnTo>
                  <a:lnTo>
                    <a:pt x="12700" y="2921"/>
                  </a:lnTo>
                  <a:lnTo>
                    <a:pt x="10033" y="1270"/>
                  </a:lnTo>
                  <a:lnTo>
                    <a:pt x="6477" y="2159"/>
                  </a:lnTo>
                  <a:lnTo>
                    <a:pt x="4826" y="5080"/>
                  </a:lnTo>
                  <a:lnTo>
                    <a:pt x="2882" y="5080"/>
                  </a:lnTo>
                  <a:lnTo>
                    <a:pt x="1397" y="6223"/>
                  </a:lnTo>
                  <a:lnTo>
                    <a:pt x="1231" y="8255"/>
                  </a:lnTo>
                  <a:lnTo>
                    <a:pt x="1168" y="9144"/>
                  </a:lnTo>
                  <a:lnTo>
                    <a:pt x="1397" y="10033"/>
                  </a:lnTo>
                  <a:lnTo>
                    <a:pt x="2032" y="10668"/>
                  </a:lnTo>
                  <a:lnTo>
                    <a:pt x="508" y="11684"/>
                  </a:lnTo>
                  <a:lnTo>
                    <a:pt x="0" y="13716"/>
                  </a:lnTo>
                  <a:lnTo>
                    <a:pt x="889" y="15367"/>
                  </a:lnTo>
                  <a:lnTo>
                    <a:pt x="1460" y="16383"/>
                  </a:lnTo>
                  <a:lnTo>
                    <a:pt x="1600" y="16383"/>
                  </a:lnTo>
                  <a:lnTo>
                    <a:pt x="2616" y="17018"/>
                  </a:lnTo>
                  <a:lnTo>
                    <a:pt x="3429" y="17018"/>
                  </a:lnTo>
                  <a:lnTo>
                    <a:pt x="3124" y="19177"/>
                  </a:lnTo>
                  <a:lnTo>
                    <a:pt x="3048" y="19812"/>
                  </a:lnTo>
                  <a:lnTo>
                    <a:pt x="4953" y="22479"/>
                  </a:lnTo>
                  <a:lnTo>
                    <a:pt x="7620" y="22860"/>
                  </a:lnTo>
                  <a:lnTo>
                    <a:pt x="8763" y="22987"/>
                  </a:lnTo>
                  <a:lnTo>
                    <a:pt x="9334" y="22860"/>
                  </a:lnTo>
                  <a:lnTo>
                    <a:pt x="9652" y="22860"/>
                  </a:lnTo>
                  <a:lnTo>
                    <a:pt x="10922" y="22225"/>
                  </a:lnTo>
                  <a:lnTo>
                    <a:pt x="11938" y="24257"/>
                  </a:lnTo>
                  <a:lnTo>
                    <a:pt x="14351" y="25019"/>
                  </a:lnTo>
                  <a:lnTo>
                    <a:pt x="16700" y="23622"/>
                  </a:lnTo>
                  <a:lnTo>
                    <a:pt x="17145" y="23241"/>
                  </a:lnTo>
                  <a:lnTo>
                    <a:pt x="17957" y="25019"/>
                  </a:lnTo>
                  <a:lnTo>
                    <a:pt x="18300" y="25019"/>
                  </a:lnTo>
                  <a:lnTo>
                    <a:pt x="19939" y="25527"/>
                  </a:lnTo>
                  <a:lnTo>
                    <a:pt x="21971" y="24511"/>
                  </a:lnTo>
                  <a:lnTo>
                    <a:pt x="22225" y="24257"/>
                  </a:lnTo>
                  <a:lnTo>
                    <a:pt x="22517" y="23876"/>
                  </a:lnTo>
                  <a:lnTo>
                    <a:pt x="22707" y="23876"/>
                  </a:lnTo>
                  <a:lnTo>
                    <a:pt x="23876" y="25273"/>
                  </a:lnTo>
                  <a:lnTo>
                    <a:pt x="26162" y="25527"/>
                  </a:lnTo>
                  <a:lnTo>
                    <a:pt x="27546" y="24257"/>
                  </a:lnTo>
                  <a:lnTo>
                    <a:pt x="27990" y="23876"/>
                  </a:lnTo>
                  <a:lnTo>
                    <a:pt x="28321" y="23622"/>
                  </a:lnTo>
                  <a:lnTo>
                    <a:pt x="28498" y="23241"/>
                  </a:lnTo>
                  <a:lnTo>
                    <a:pt x="28625" y="22987"/>
                  </a:lnTo>
                  <a:lnTo>
                    <a:pt x="28702" y="22860"/>
                  </a:lnTo>
                  <a:lnTo>
                    <a:pt x="28803" y="22479"/>
                  </a:lnTo>
                  <a:lnTo>
                    <a:pt x="28879" y="22225"/>
                  </a:lnTo>
                  <a:lnTo>
                    <a:pt x="28956" y="21971"/>
                  </a:lnTo>
                  <a:lnTo>
                    <a:pt x="30988" y="21463"/>
                  </a:lnTo>
                  <a:lnTo>
                    <a:pt x="32258" y="19177"/>
                  </a:lnTo>
                  <a:lnTo>
                    <a:pt x="31623" y="17018"/>
                  </a:lnTo>
                  <a:lnTo>
                    <a:pt x="31496" y="16383"/>
                  </a:lnTo>
                  <a:lnTo>
                    <a:pt x="33147" y="14097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2139188" y="2559557"/>
              <a:ext cx="33655" cy="92710"/>
            </a:xfrm>
            <a:custGeom>
              <a:avLst/>
              <a:gdLst/>
              <a:ahLst/>
              <a:cxnLst/>
              <a:rect l="l" t="t" r="r" b="b"/>
              <a:pathLst>
                <a:path w="33655" h="92710">
                  <a:moveTo>
                    <a:pt x="3429" y="17017"/>
                  </a:moveTo>
                  <a:lnTo>
                    <a:pt x="3048" y="19812"/>
                  </a:lnTo>
                  <a:lnTo>
                    <a:pt x="4953" y="22478"/>
                  </a:lnTo>
                  <a:lnTo>
                    <a:pt x="7619" y="22859"/>
                  </a:lnTo>
                  <a:lnTo>
                    <a:pt x="8762" y="22987"/>
                  </a:lnTo>
                  <a:lnTo>
                    <a:pt x="9906" y="22732"/>
                  </a:lnTo>
                  <a:lnTo>
                    <a:pt x="10922" y="22225"/>
                  </a:lnTo>
                  <a:lnTo>
                    <a:pt x="11937" y="24256"/>
                  </a:lnTo>
                  <a:lnTo>
                    <a:pt x="14350" y="25018"/>
                  </a:lnTo>
                  <a:lnTo>
                    <a:pt x="16256" y="23875"/>
                  </a:lnTo>
                  <a:lnTo>
                    <a:pt x="16510" y="23749"/>
                  </a:lnTo>
                  <a:lnTo>
                    <a:pt x="16891" y="23494"/>
                  </a:lnTo>
                  <a:lnTo>
                    <a:pt x="17144" y="23240"/>
                  </a:lnTo>
                  <a:lnTo>
                    <a:pt x="17906" y="24891"/>
                  </a:lnTo>
                  <a:lnTo>
                    <a:pt x="19938" y="25526"/>
                  </a:lnTo>
                  <a:lnTo>
                    <a:pt x="21462" y="24764"/>
                  </a:lnTo>
                  <a:lnTo>
                    <a:pt x="21970" y="24511"/>
                  </a:lnTo>
                  <a:lnTo>
                    <a:pt x="22351" y="24129"/>
                  </a:lnTo>
                  <a:lnTo>
                    <a:pt x="22606" y="23749"/>
                  </a:lnTo>
                  <a:lnTo>
                    <a:pt x="23875" y="25272"/>
                  </a:lnTo>
                  <a:lnTo>
                    <a:pt x="26162" y="25526"/>
                  </a:lnTo>
                  <a:lnTo>
                    <a:pt x="27686" y="24129"/>
                  </a:lnTo>
                  <a:lnTo>
                    <a:pt x="28320" y="23621"/>
                  </a:lnTo>
                  <a:lnTo>
                    <a:pt x="28701" y="22859"/>
                  </a:lnTo>
                  <a:lnTo>
                    <a:pt x="28956" y="21970"/>
                  </a:lnTo>
                  <a:lnTo>
                    <a:pt x="30987" y="21462"/>
                  </a:lnTo>
                  <a:lnTo>
                    <a:pt x="32257" y="19176"/>
                  </a:lnTo>
                  <a:lnTo>
                    <a:pt x="31623" y="17017"/>
                  </a:lnTo>
                  <a:lnTo>
                    <a:pt x="31623" y="16763"/>
                  </a:lnTo>
                  <a:lnTo>
                    <a:pt x="31495" y="16382"/>
                  </a:lnTo>
                  <a:lnTo>
                    <a:pt x="33147" y="14096"/>
                  </a:lnTo>
                  <a:lnTo>
                    <a:pt x="28193" y="8127"/>
                  </a:lnTo>
                  <a:lnTo>
                    <a:pt x="28193" y="5587"/>
                  </a:lnTo>
                  <a:lnTo>
                    <a:pt x="26288" y="3682"/>
                  </a:lnTo>
                  <a:lnTo>
                    <a:pt x="23875" y="3682"/>
                  </a:lnTo>
                  <a:lnTo>
                    <a:pt x="23113" y="3682"/>
                  </a:lnTo>
                  <a:lnTo>
                    <a:pt x="22351" y="3937"/>
                  </a:lnTo>
                  <a:lnTo>
                    <a:pt x="21717" y="4317"/>
                  </a:lnTo>
                  <a:lnTo>
                    <a:pt x="20828" y="1650"/>
                  </a:lnTo>
                  <a:lnTo>
                    <a:pt x="18034" y="0"/>
                  </a:lnTo>
                  <a:lnTo>
                    <a:pt x="15367" y="888"/>
                  </a:lnTo>
                  <a:lnTo>
                    <a:pt x="14350" y="1269"/>
                  </a:lnTo>
                  <a:lnTo>
                    <a:pt x="13335" y="2031"/>
                  </a:lnTo>
                  <a:lnTo>
                    <a:pt x="12700" y="2920"/>
                  </a:lnTo>
                  <a:lnTo>
                    <a:pt x="10032" y="1269"/>
                  </a:lnTo>
                  <a:lnTo>
                    <a:pt x="6476" y="2158"/>
                  </a:lnTo>
                  <a:lnTo>
                    <a:pt x="4825" y="5079"/>
                  </a:lnTo>
                  <a:lnTo>
                    <a:pt x="3048" y="4952"/>
                  </a:lnTo>
                  <a:lnTo>
                    <a:pt x="1397" y="6222"/>
                  </a:lnTo>
                  <a:lnTo>
                    <a:pt x="1269" y="8000"/>
                  </a:lnTo>
                  <a:lnTo>
                    <a:pt x="1143" y="9016"/>
                  </a:lnTo>
                  <a:lnTo>
                    <a:pt x="1397" y="10032"/>
                  </a:lnTo>
                  <a:lnTo>
                    <a:pt x="2031" y="10667"/>
                  </a:lnTo>
                  <a:lnTo>
                    <a:pt x="507" y="11683"/>
                  </a:lnTo>
                  <a:lnTo>
                    <a:pt x="0" y="13715"/>
                  </a:lnTo>
                  <a:lnTo>
                    <a:pt x="888" y="15366"/>
                  </a:lnTo>
                  <a:lnTo>
                    <a:pt x="1397" y="16255"/>
                  </a:lnTo>
                  <a:lnTo>
                    <a:pt x="2412" y="16890"/>
                  </a:lnTo>
                  <a:lnTo>
                    <a:pt x="3429" y="17017"/>
                  </a:lnTo>
                  <a:close/>
                </a:path>
                <a:path w="33655" h="92710">
                  <a:moveTo>
                    <a:pt x="4572" y="92075"/>
                  </a:moveTo>
                  <a:lnTo>
                    <a:pt x="4572" y="91693"/>
                  </a:lnTo>
                  <a:lnTo>
                    <a:pt x="4318" y="91439"/>
                  </a:lnTo>
                  <a:lnTo>
                    <a:pt x="3937" y="91439"/>
                  </a:lnTo>
                  <a:lnTo>
                    <a:pt x="3556" y="91439"/>
                  </a:lnTo>
                  <a:lnTo>
                    <a:pt x="3301" y="91693"/>
                  </a:lnTo>
                  <a:lnTo>
                    <a:pt x="3301" y="92075"/>
                  </a:lnTo>
                  <a:lnTo>
                    <a:pt x="3301" y="92455"/>
                  </a:lnTo>
                  <a:lnTo>
                    <a:pt x="3556" y="92709"/>
                  </a:lnTo>
                  <a:lnTo>
                    <a:pt x="3937" y="92709"/>
                  </a:lnTo>
                  <a:lnTo>
                    <a:pt x="4318" y="92709"/>
                  </a:lnTo>
                  <a:lnTo>
                    <a:pt x="4572" y="92455"/>
                  </a:lnTo>
                  <a:lnTo>
                    <a:pt x="4572" y="92075"/>
                  </a:lnTo>
                  <a:close/>
                </a:path>
                <a:path w="33655" h="92710">
                  <a:moveTo>
                    <a:pt x="8762" y="70230"/>
                  </a:moveTo>
                  <a:lnTo>
                    <a:pt x="8762" y="69468"/>
                  </a:lnTo>
                  <a:lnTo>
                    <a:pt x="8128" y="68833"/>
                  </a:lnTo>
                  <a:lnTo>
                    <a:pt x="7366" y="68833"/>
                  </a:lnTo>
                  <a:lnTo>
                    <a:pt x="6731" y="68833"/>
                  </a:lnTo>
                  <a:lnTo>
                    <a:pt x="6095" y="69468"/>
                  </a:lnTo>
                  <a:lnTo>
                    <a:pt x="6095" y="70230"/>
                  </a:lnTo>
                  <a:lnTo>
                    <a:pt x="6095" y="70865"/>
                  </a:lnTo>
                  <a:lnTo>
                    <a:pt x="6731" y="71500"/>
                  </a:lnTo>
                  <a:lnTo>
                    <a:pt x="7366" y="71500"/>
                  </a:lnTo>
                  <a:lnTo>
                    <a:pt x="8128" y="71500"/>
                  </a:lnTo>
                  <a:lnTo>
                    <a:pt x="8762" y="70865"/>
                  </a:lnTo>
                  <a:lnTo>
                    <a:pt x="8762" y="70230"/>
                  </a:lnTo>
                  <a:close/>
                </a:path>
                <a:path w="33655" h="92710">
                  <a:moveTo>
                    <a:pt x="13081" y="46989"/>
                  </a:moveTo>
                  <a:lnTo>
                    <a:pt x="13081" y="45846"/>
                  </a:lnTo>
                  <a:lnTo>
                    <a:pt x="12192" y="44957"/>
                  </a:lnTo>
                  <a:lnTo>
                    <a:pt x="11049" y="44957"/>
                  </a:lnTo>
                  <a:lnTo>
                    <a:pt x="10032" y="44957"/>
                  </a:lnTo>
                  <a:lnTo>
                    <a:pt x="9017" y="45846"/>
                  </a:lnTo>
                  <a:lnTo>
                    <a:pt x="9017" y="46989"/>
                  </a:lnTo>
                  <a:lnTo>
                    <a:pt x="9017" y="48132"/>
                  </a:lnTo>
                  <a:lnTo>
                    <a:pt x="10032" y="49021"/>
                  </a:lnTo>
                  <a:lnTo>
                    <a:pt x="11049" y="49021"/>
                  </a:lnTo>
                  <a:lnTo>
                    <a:pt x="12192" y="49021"/>
                  </a:lnTo>
                  <a:lnTo>
                    <a:pt x="13081" y="48132"/>
                  </a:lnTo>
                  <a:lnTo>
                    <a:pt x="13081" y="46989"/>
                  </a:lnTo>
                  <a:close/>
                </a:path>
                <a:path w="33655" h="92710">
                  <a:moveTo>
                    <a:pt x="3937" y="10413"/>
                  </a:moveTo>
                  <a:lnTo>
                    <a:pt x="3301" y="10287"/>
                  </a:lnTo>
                  <a:lnTo>
                    <a:pt x="2667" y="10413"/>
                  </a:lnTo>
                  <a:lnTo>
                    <a:pt x="2159" y="10794"/>
                  </a:lnTo>
                </a:path>
                <a:path w="33655" h="92710">
                  <a:moveTo>
                    <a:pt x="5587" y="5461"/>
                  </a:moveTo>
                  <a:lnTo>
                    <a:pt x="5334" y="5333"/>
                  </a:lnTo>
                  <a:lnTo>
                    <a:pt x="5080" y="5206"/>
                  </a:lnTo>
                  <a:lnTo>
                    <a:pt x="4825" y="5206"/>
                  </a:lnTo>
                </a:path>
                <a:path w="33655" h="92710">
                  <a:moveTo>
                    <a:pt x="12700" y="3047"/>
                  </a:moveTo>
                  <a:lnTo>
                    <a:pt x="12573" y="3428"/>
                  </a:lnTo>
                  <a:lnTo>
                    <a:pt x="12318" y="3682"/>
                  </a:lnTo>
                  <a:lnTo>
                    <a:pt x="12192" y="4063"/>
                  </a:lnTo>
                </a:path>
                <a:path w="33655" h="92710">
                  <a:moveTo>
                    <a:pt x="21843" y="5587"/>
                  </a:moveTo>
                  <a:lnTo>
                    <a:pt x="21843" y="5206"/>
                  </a:lnTo>
                  <a:lnTo>
                    <a:pt x="21717" y="4825"/>
                  </a:lnTo>
                  <a:lnTo>
                    <a:pt x="21717" y="4444"/>
                  </a:lnTo>
                </a:path>
                <a:path w="33655" h="92710">
                  <a:moveTo>
                    <a:pt x="25781" y="12191"/>
                  </a:moveTo>
                  <a:lnTo>
                    <a:pt x="27305" y="11429"/>
                  </a:lnTo>
                  <a:lnTo>
                    <a:pt x="28193" y="9905"/>
                  </a:lnTo>
                  <a:lnTo>
                    <a:pt x="28193" y="8127"/>
                  </a:lnTo>
                </a:path>
                <a:path w="33655" h="92710">
                  <a:moveTo>
                    <a:pt x="31495" y="16509"/>
                  </a:moveTo>
                  <a:lnTo>
                    <a:pt x="31242" y="15875"/>
                  </a:lnTo>
                  <a:lnTo>
                    <a:pt x="30861" y="15366"/>
                  </a:lnTo>
                  <a:lnTo>
                    <a:pt x="30353" y="14986"/>
                  </a:lnTo>
                </a:path>
                <a:path w="33655" h="92710">
                  <a:moveTo>
                    <a:pt x="28956" y="22097"/>
                  </a:moveTo>
                  <a:lnTo>
                    <a:pt x="28956" y="21843"/>
                  </a:lnTo>
                  <a:lnTo>
                    <a:pt x="28956" y="21589"/>
                  </a:lnTo>
                  <a:lnTo>
                    <a:pt x="28956" y="21336"/>
                  </a:lnTo>
                </a:path>
                <a:path w="33655" h="92710">
                  <a:moveTo>
                    <a:pt x="22098" y="22859"/>
                  </a:moveTo>
                  <a:lnTo>
                    <a:pt x="22225" y="23240"/>
                  </a:lnTo>
                  <a:lnTo>
                    <a:pt x="22351" y="23494"/>
                  </a:lnTo>
                  <a:lnTo>
                    <a:pt x="22606" y="23875"/>
                  </a:lnTo>
                </a:path>
                <a:path w="33655" h="92710">
                  <a:moveTo>
                    <a:pt x="16891" y="22478"/>
                  </a:moveTo>
                  <a:lnTo>
                    <a:pt x="17018" y="22732"/>
                  </a:lnTo>
                  <a:lnTo>
                    <a:pt x="17018" y="22987"/>
                  </a:lnTo>
                  <a:lnTo>
                    <a:pt x="17144" y="23240"/>
                  </a:lnTo>
                </a:path>
                <a:path w="33655" h="92710">
                  <a:moveTo>
                    <a:pt x="10922" y="22225"/>
                  </a:moveTo>
                  <a:lnTo>
                    <a:pt x="11175" y="21970"/>
                  </a:lnTo>
                  <a:lnTo>
                    <a:pt x="11556" y="21716"/>
                  </a:lnTo>
                  <a:lnTo>
                    <a:pt x="11811" y="21462"/>
                  </a:lnTo>
                </a:path>
                <a:path w="33655" h="92710">
                  <a:moveTo>
                    <a:pt x="3556" y="16255"/>
                  </a:moveTo>
                  <a:lnTo>
                    <a:pt x="3429" y="16509"/>
                  </a:lnTo>
                  <a:lnTo>
                    <a:pt x="3429" y="16763"/>
                  </a:lnTo>
                  <a:lnTo>
                    <a:pt x="3429" y="17017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2134616" y="2727197"/>
              <a:ext cx="33655" cy="86995"/>
            </a:xfrm>
            <a:custGeom>
              <a:avLst/>
              <a:gdLst/>
              <a:ahLst/>
              <a:cxnLst/>
              <a:rect l="l" t="t" r="r" b="b"/>
              <a:pathLst>
                <a:path w="33655" h="86994">
                  <a:moveTo>
                    <a:pt x="18288" y="85471"/>
                  </a:moveTo>
                  <a:lnTo>
                    <a:pt x="18034" y="85217"/>
                  </a:lnTo>
                  <a:lnTo>
                    <a:pt x="17272" y="85217"/>
                  </a:lnTo>
                  <a:lnTo>
                    <a:pt x="17018" y="85471"/>
                  </a:lnTo>
                  <a:lnTo>
                    <a:pt x="17018" y="86233"/>
                  </a:lnTo>
                  <a:lnTo>
                    <a:pt x="17272" y="86487"/>
                  </a:lnTo>
                  <a:lnTo>
                    <a:pt x="18034" y="86487"/>
                  </a:lnTo>
                  <a:lnTo>
                    <a:pt x="18288" y="86233"/>
                  </a:lnTo>
                  <a:lnTo>
                    <a:pt x="18288" y="85852"/>
                  </a:lnTo>
                  <a:lnTo>
                    <a:pt x="18288" y="85471"/>
                  </a:lnTo>
                  <a:close/>
                </a:path>
                <a:path w="33655" h="86994">
                  <a:moveTo>
                    <a:pt x="18669" y="65278"/>
                  </a:moveTo>
                  <a:lnTo>
                    <a:pt x="18034" y="64770"/>
                  </a:lnTo>
                  <a:lnTo>
                    <a:pt x="16637" y="64770"/>
                  </a:lnTo>
                  <a:lnTo>
                    <a:pt x="16002" y="65278"/>
                  </a:lnTo>
                  <a:lnTo>
                    <a:pt x="16002" y="66802"/>
                  </a:lnTo>
                  <a:lnTo>
                    <a:pt x="16637" y="67437"/>
                  </a:lnTo>
                  <a:lnTo>
                    <a:pt x="18034" y="67437"/>
                  </a:lnTo>
                  <a:lnTo>
                    <a:pt x="18669" y="66802"/>
                  </a:lnTo>
                  <a:lnTo>
                    <a:pt x="18669" y="66040"/>
                  </a:lnTo>
                  <a:lnTo>
                    <a:pt x="18669" y="65278"/>
                  </a:lnTo>
                  <a:close/>
                </a:path>
                <a:path w="33655" h="86994">
                  <a:moveTo>
                    <a:pt x="19050" y="43815"/>
                  </a:moveTo>
                  <a:lnTo>
                    <a:pt x="18161" y="42926"/>
                  </a:lnTo>
                  <a:lnTo>
                    <a:pt x="15875" y="42926"/>
                  </a:lnTo>
                  <a:lnTo>
                    <a:pt x="14986" y="43815"/>
                  </a:lnTo>
                  <a:lnTo>
                    <a:pt x="14986" y="46101"/>
                  </a:lnTo>
                  <a:lnTo>
                    <a:pt x="15875" y="46990"/>
                  </a:lnTo>
                  <a:lnTo>
                    <a:pt x="18161" y="46990"/>
                  </a:lnTo>
                  <a:lnTo>
                    <a:pt x="19050" y="46101"/>
                  </a:lnTo>
                  <a:lnTo>
                    <a:pt x="19050" y="44958"/>
                  </a:lnTo>
                  <a:lnTo>
                    <a:pt x="19050" y="43815"/>
                  </a:lnTo>
                  <a:close/>
                </a:path>
                <a:path w="33655" h="86994">
                  <a:moveTo>
                    <a:pt x="33147" y="14097"/>
                  </a:moveTo>
                  <a:lnTo>
                    <a:pt x="32854" y="11684"/>
                  </a:lnTo>
                  <a:lnTo>
                    <a:pt x="32766" y="10922"/>
                  </a:lnTo>
                  <a:lnTo>
                    <a:pt x="30607" y="9144"/>
                  </a:lnTo>
                  <a:lnTo>
                    <a:pt x="29845" y="8636"/>
                  </a:lnTo>
                  <a:lnTo>
                    <a:pt x="29083" y="8255"/>
                  </a:lnTo>
                  <a:lnTo>
                    <a:pt x="28194" y="8255"/>
                  </a:lnTo>
                  <a:lnTo>
                    <a:pt x="28194" y="5588"/>
                  </a:lnTo>
                  <a:lnTo>
                    <a:pt x="26924" y="4318"/>
                  </a:lnTo>
                  <a:lnTo>
                    <a:pt x="26289" y="3683"/>
                  </a:lnTo>
                  <a:lnTo>
                    <a:pt x="23114" y="3683"/>
                  </a:lnTo>
                  <a:lnTo>
                    <a:pt x="22352" y="3937"/>
                  </a:lnTo>
                  <a:lnTo>
                    <a:pt x="21717" y="4318"/>
                  </a:lnTo>
                  <a:lnTo>
                    <a:pt x="21247" y="2921"/>
                  </a:lnTo>
                  <a:lnTo>
                    <a:pt x="20993" y="2159"/>
                  </a:lnTo>
                  <a:lnTo>
                    <a:pt x="20955" y="2032"/>
                  </a:lnTo>
                  <a:lnTo>
                    <a:pt x="20828" y="1651"/>
                  </a:lnTo>
                  <a:lnTo>
                    <a:pt x="18034" y="0"/>
                  </a:lnTo>
                  <a:lnTo>
                    <a:pt x="15367" y="889"/>
                  </a:lnTo>
                  <a:lnTo>
                    <a:pt x="14351" y="1270"/>
                  </a:lnTo>
                  <a:lnTo>
                    <a:pt x="13335" y="2032"/>
                  </a:lnTo>
                  <a:lnTo>
                    <a:pt x="12700" y="2921"/>
                  </a:lnTo>
                  <a:lnTo>
                    <a:pt x="10033" y="1270"/>
                  </a:lnTo>
                  <a:lnTo>
                    <a:pt x="6477" y="2159"/>
                  </a:lnTo>
                  <a:lnTo>
                    <a:pt x="4826" y="5080"/>
                  </a:lnTo>
                  <a:lnTo>
                    <a:pt x="2882" y="5080"/>
                  </a:lnTo>
                  <a:lnTo>
                    <a:pt x="1397" y="6223"/>
                  </a:lnTo>
                  <a:lnTo>
                    <a:pt x="1231" y="8255"/>
                  </a:lnTo>
                  <a:lnTo>
                    <a:pt x="1168" y="9144"/>
                  </a:lnTo>
                  <a:lnTo>
                    <a:pt x="1397" y="10033"/>
                  </a:lnTo>
                  <a:lnTo>
                    <a:pt x="2032" y="10668"/>
                  </a:lnTo>
                  <a:lnTo>
                    <a:pt x="508" y="11684"/>
                  </a:lnTo>
                  <a:lnTo>
                    <a:pt x="0" y="13716"/>
                  </a:lnTo>
                  <a:lnTo>
                    <a:pt x="889" y="15367"/>
                  </a:lnTo>
                  <a:lnTo>
                    <a:pt x="1460" y="16383"/>
                  </a:lnTo>
                  <a:lnTo>
                    <a:pt x="1600" y="16383"/>
                  </a:lnTo>
                  <a:lnTo>
                    <a:pt x="2616" y="17018"/>
                  </a:lnTo>
                  <a:lnTo>
                    <a:pt x="3429" y="17018"/>
                  </a:lnTo>
                  <a:lnTo>
                    <a:pt x="3124" y="19177"/>
                  </a:lnTo>
                  <a:lnTo>
                    <a:pt x="3048" y="19812"/>
                  </a:lnTo>
                  <a:lnTo>
                    <a:pt x="4953" y="22479"/>
                  </a:lnTo>
                  <a:lnTo>
                    <a:pt x="8496" y="22987"/>
                  </a:lnTo>
                  <a:lnTo>
                    <a:pt x="8763" y="22987"/>
                  </a:lnTo>
                  <a:lnTo>
                    <a:pt x="9906" y="22733"/>
                  </a:lnTo>
                  <a:lnTo>
                    <a:pt x="10922" y="22225"/>
                  </a:lnTo>
                  <a:lnTo>
                    <a:pt x="11938" y="24257"/>
                  </a:lnTo>
                  <a:lnTo>
                    <a:pt x="14351" y="25019"/>
                  </a:lnTo>
                  <a:lnTo>
                    <a:pt x="16891" y="23495"/>
                  </a:lnTo>
                  <a:lnTo>
                    <a:pt x="17145" y="23241"/>
                  </a:lnTo>
                  <a:lnTo>
                    <a:pt x="17957" y="25019"/>
                  </a:lnTo>
                  <a:lnTo>
                    <a:pt x="18300" y="25019"/>
                  </a:lnTo>
                  <a:lnTo>
                    <a:pt x="19939" y="25527"/>
                  </a:lnTo>
                  <a:lnTo>
                    <a:pt x="21971" y="24511"/>
                  </a:lnTo>
                  <a:lnTo>
                    <a:pt x="22225" y="24257"/>
                  </a:lnTo>
                  <a:lnTo>
                    <a:pt x="22517" y="23876"/>
                  </a:lnTo>
                  <a:lnTo>
                    <a:pt x="22707" y="23876"/>
                  </a:lnTo>
                  <a:lnTo>
                    <a:pt x="23876" y="25273"/>
                  </a:lnTo>
                  <a:lnTo>
                    <a:pt x="26162" y="25527"/>
                  </a:lnTo>
                  <a:lnTo>
                    <a:pt x="27546" y="24257"/>
                  </a:lnTo>
                  <a:lnTo>
                    <a:pt x="28003" y="23876"/>
                  </a:lnTo>
                  <a:lnTo>
                    <a:pt x="28473" y="23495"/>
                  </a:lnTo>
                  <a:lnTo>
                    <a:pt x="28511" y="23241"/>
                  </a:lnTo>
                  <a:lnTo>
                    <a:pt x="28638" y="22987"/>
                  </a:lnTo>
                  <a:lnTo>
                    <a:pt x="28727" y="22733"/>
                  </a:lnTo>
                  <a:lnTo>
                    <a:pt x="28803" y="22479"/>
                  </a:lnTo>
                  <a:lnTo>
                    <a:pt x="28879" y="22225"/>
                  </a:lnTo>
                  <a:lnTo>
                    <a:pt x="28956" y="21971"/>
                  </a:lnTo>
                  <a:lnTo>
                    <a:pt x="30988" y="21463"/>
                  </a:lnTo>
                  <a:lnTo>
                    <a:pt x="32258" y="19177"/>
                  </a:lnTo>
                  <a:lnTo>
                    <a:pt x="31623" y="17018"/>
                  </a:lnTo>
                  <a:lnTo>
                    <a:pt x="31496" y="16383"/>
                  </a:lnTo>
                  <a:lnTo>
                    <a:pt x="33147" y="14097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134616" y="2727197"/>
              <a:ext cx="33655" cy="86995"/>
            </a:xfrm>
            <a:custGeom>
              <a:avLst/>
              <a:gdLst/>
              <a:ahLst/>
              <a:cxnLst/>
              <a:rect l="l" t="t" r="r" b="b"/>
              <a:pathLst>
                <a:path w="33655" h="86994">
                  <a:moveTo>
                    <a:pt x="3428" y="17017"/>
                  </a:moveTo>
                  <a:lnTo>
                    <a:pt x="3047" y="19812"/>
                  </a:lnTo>
                  <a:lnTo>
                    <a:pt x="4952" y="22478"/>
                  </a:lnTo>
                  <a:lnTo>
                    <a:pt x="7619" y="22860"/>
                  </a:lnTo>
                  <a:lnTo>
                    <a:pt x="8762" y="22987"/>
                  </a:lnTo>
                  <a:lnTo>
                    <a:pt x="9906" y="22732"/>
                  </a:lnTo>
                  <a:lnTo>
                    <a:pt x="10921" y="22225"/>
                  </a:lnTo>
                  <a:lnTo>
                    <a:pt x="11937" y="24256"/>
                  </a:lnTo>
                  <a:lnTo>
                    <a:pt x="14350" y="25018"/>
                  </a:lnTo>
                  <a:lnTo>
                    <a:pt x="16256" y="23875"/>
                  </a:lnTo>
                  <a:lnTo>
                    <a:pt x="16509" y="23749"/>
                  </a:lnTo>
                  <a:lnTo>
                    <a:pt x="16890" y="23494"/>
                  </a:lnTo>
                  <a:lnTo>
                    <a:pt x="17144" y="23240"/>
                  </a:lnTo>
                  <a:lnTo>
                    <a:pt x="17906" y="24891"/>
                  </a:lnTo>
                  <a:lnTo>
                    <a:pt x="19938" y="25526"/>
                  </a:lnTo>
                  <a:lnTo>
                    <a:pt x="21462" y="24764"/>
                  </a:lnTo>
                  <a:lnTo>
                    <a:pt x="21970" y="24511"/>
                  </a:lnTo>
                  <a:lnTo>
                    <a:pt x="22351" y="24129"/>
                  </a:lnTo>
                  <a:lnTo>
                    <a:pt x="22606" y="23749"/>
                  </a:lnTo>
                  <a:lnTo>
                    <a:pt x="23875" y="25273"/>
                  </a:lnTo>
                  <a:lnTo>
                    <a:pt x="26161" y="25526"/>
                  </a:lnTo>
                  <a:lnTo>
                    <a:pt x="27685" y="24129"/>
                  </a:lnTo>
                  <a:lnTo>
                    <a:pt x="28320" y="23622"/>
                  </a:lnTo>
                  <a:lnTo>
                    <a:pt x="28701" y="22860"/>
                  </a:lnTo>
                  <a:lnTo>
                    <a:pt x="28956" y="21971"/>
                  </a:lnTo>
                  <a:lnTo>
                    <a:pt x="30987" y="21462"/>
                  </a:lnTo>
                  <a:lnTo>
                    <a:pt x="32257" y="19176"/>
                  </a:lnTo>
                  <a:lnTo>
                    <a:pt x="31622" y="17017"/>
                  </a:lnTo>
                  <a:lnTo>
                    <a:pt x="31622" y="16763"/>
                  </a:lnTo>
                  <a:lnTo>
                    <a:pt x="31495" y="16382"/>
                  </a:lnTo>
                  <a:lnTo>
                    <a:pt x="33146" y="14097"/>
                  </a:lnTo>
                  <a:lnTo>
                    <a:pt x="28193" y="8127"/>
                  </a:lnTo>
                  <a:lnTo>
                    <a:pt x="28193" y="5587"/>
                  </a:lnTo>
                  <a:lnTo>
                    <a:pt x="26288" y="3682"/>
                  </a:lnTo>
                  <a:lnTo>
                    <a:pt x="23875" y="3682"/>
                  </a:lnTo>
                  <a:lnTo>
                    <a:pt x="23113" y="3682"/>
                  </a:lnTo>
                  <a:lnTo>
                    <a:pt x="22351" y="3937"/>
                  </a:lnTo>
                  <a:lnTo>
                    <a:pt x="21716" y="4317"/>
                  </a:lnTo>
                  <a:lnTo>
                    <a:pt x="20827" y="1650"/>
                  </a:lnTo>
                  <a:lnTo>
                    <a:pt x="18033" y="0"/>
                  </a:lnTo>
                  <a:lnTo>
                    <a:pt x="15366" y="888"/>
                  </a:lnTo>
                  <a:lnTo>
                    <a:pt x="14350" y="1269"/>
                  </a:lnTo>
                  <a:lnTo>
                    <a:pt x="13334" y="2031"/>
                  </a:lnTo>
                  <a:lnTo>
                    <a:pt x="12700" y="2921"/>
                  </a:lnTo>
                  <a:lnTo>
                    <a:pt x="10032" y="1269"/>
                  </a:lnTo>
                  <a:lnTo>
                    <a:pt x="6476" y="2159"/>
                  </a:lnTo>
                  <a:lnTo>
                    <a:pt x="4825" y="5079"/>
                  </a:lnTo>
                  <a:lnTo>
                    <a:pt x="3047" y="4952"/>
                  </a:lnTo>
                  <a:lnTo>
                    <a:pt x="1396" y="6223"/>
                  </a:lnTo>
                  <a:lnTo>
                    <a:pt x="1269" y="8000"/>
                  </a:lnTo>
                  <a:lnTo>
                    <a:pt x="1142" y="9016"/>
                  </a:lnTo>
                  <a:lnTo>
                    <a:pt x="1396" y="10032"/>
                  </a:lnTo>
                  <a:lnTo>
                    <a:pt x="2031" y="10667"/>
                  </a:lnTo>
                  <a:lnTo>
                    <a:pt x="507" y="11684"/>
                  </a:lnTo>
                  <a:lnTo>
                    <a:pt x="0" y="13715"/>
                  </a:lnTo>
                  <a:lnTo>
                    <a:pt x="888" y="15366"/>
                  </a:lnTo>
                  <a:lnTo>
                    <a:pt x="1396" y="16255"/>
                  </a:lnTo>
                  <a:lnTo>
                    <a:pt x="2412" y="16890"/>
                  </a:lnTo>
                  <a:lnTo>
                    <a:pt x="3428" y="17017"/>
                  </a:lnTo>
                  <a:close/>
                </a:path>
                <a:path w="33655" h="86994">
                  <a:moveTo>
                    <a:pt x="18287" y="85851"/>
                  </a:moveTo>
                  <a:lnTo>
                    <a:pt x="18287" y="85471"/>
                  </a:lnTo>
                  <a:lnTo>
                    <a:pt x="18033" y="85216"/>
                  </a:lnTo>
                  <a:lnTo>
                    <a:pt x="17652" y="85216"/>
                  </a:lnTo>
                  <a:lnTo>
                    <a:pt x="17271" y="85216"/>
                  </a:lnTo>
                  <a:lnTo>
                    <a:pt x="17017" y="85471"/>
                  </a:lnTo>
                  <a:lnTo>
                    <a:pt x="17017" y="85851"/>
                  </a:lnTo>
                  <a:lnTo>
                    <a:pt x="17017" y="86232"/>
                  </a:lnTo>
                  <a:lnTo>
                    <a:pt x="17271" y="86487"/>
                  </a:lnTo>
                  <a:lnTo>
                    <a:pt x="17652" y="86487"/>
                  </a:lnTo>
                  <a:lnTo>
                    <a:pt x="18033" y="86487"/>
                  </a:lnTo>
                  <a:lnTo>
                    <a:pt x="18287" y="86232"/>
                  </a:lnTo>
                  <a:lnTo>
                    <a:pt x="18287" y="85851"/>
                  </a:lnTo>
                  <a:close/>
                </a:path>
                <a:path w="33655" h="86994">
                  <a:moveTo>
                    <a:pt x="18668" y="66039"/>
                  </a:moveTo>
                  <a:lnTo>
                    <a:pt x="18668" y="65277"/>
                  </a:lnTo>
                  <a:lnTo>
                    <a:pt x="18033" y="64769"/>
                  </a:lnTo>
                  <a:lnTo>
                    <a:pt x="17398" y="64769"/>
                  </a:lnTo>
                  <a:lnTo>
                    <a:pt x="16636" y="64769"/>
                  </a:lnTo>
                  <a:lnTo>
                    <a:pt x="16001" y="65277"/>
                  </a:lnTo>
                  <a:lnTo>
                    <a:pt x="16001" y="66039"/>
                  </a:lnTo>
                  <a:lnTo>
                    <a:pt x="16001" y="66801"/>
                  </a:lnTo>
                  <a:lnTo>
                    <a:pt x="16636" y="67437"/>
                  </a:lnTo>
                  <a:lnTo>
                    <a:pt x="17398" y="67437"/>
                  </a:lnTo>
                  <a:lnTo>
                    <a:pt x="18033" y="67437"/>
                  </a:lnTo>
                  <a:lnTo>
                    <a:pt x="18668" y="66801"/>
                  </a:lnTo>
                  <a:lnTo>
                    <a:pt x="18668" y="66039"/>
                  </a:lnTo>
                  <a:close/>
                </a:path>
                <a:path w="33655" h="86994">
                  <a:moveTo>
                    <a:pt x="19050" y="44957"/>
                  </a:moveTo>
                  <a:lnTo>
                    <a:pt x="19050" y="43814"/>
                  </a:lnTo>
                  <a:lnTo>
                    <a:pt x="18160" y="42925"/>
                  </a:lnTo>
                  <a:lnTo>
                    <a:pt x="17017" y="42925"/>
                  </a:lnTo>
                  <a:lnTo>
                    <a:pt x="15875" y="42925"/>
                  </a:lnTo>
                  <a:lnTo>
                    <a:pt x="14985" y="43814"/>
                  </a:lnTo>
                  <a:lnTo>
                    <a:pt x="14985" y="44957"/>
                  </a:lnTo>
                  <a:lnTo>
                    <a:pt x="14985" y="46100"/>
                  </a:lnTo>
                  <a:lnTo>
                    <a:pt x="15875" y="46989"/>
                  </a:lnTo>
                  <a:lnTo>
                    <a:pt x="17017" y="46989"/>
                  </a:lnTo>
                  <a:lnTo>
                    <a:pt x="18160" y="46989"/>
                  </a:lnTo>
                  <a:lnTo>
                    <a:pt x="19050" y="46100"/>
                  </a:lnTo>
                  <a:lnTo>
                    <a:pt x="19050" y="44957"/>
                  </a:lnTo>
                  <a:close/>
                </a:path>
                <a:path w="33655" h="86994">
                  <a:moveTo>
                    <a:pt x="3936" y="10413"/>
                  </a:moveTo>
                  <a:lnTo>
                    <a:pt x="3301" y="10287"/>
                  </a:lnTo>
                  <a:lnTo>
                    <a:pt x="2666" y="10413"/>
                  </a:lnTo>
                  <a:lnTo>
                    <a:pt x="2158" y="10794"/>
                  </a:lnTo>
                </a:path>
                <a:path w="33655" h="86994">
                  <a:moveTo>
                    <a:pt x="5587" y="5461"/>
                  </a:moveTo>
                  <a:lnTo>
                    <a:pt x="5333" y="5334"/>
                  </a:lnTo>
                  <a:lnTo>
                    <a:pt x="5079" y="5206"/>
                  </a:lnTo>
                  <a:lnTo>
                    <a:pt x="4825" y="5206"/>
                  </a:lnTo>
                </a:path>
                <a:path w="33655" h="86994">
                  <a:moveTo>
                    <a:pt x="12700" y="3048"/>
                  </a:moveTo>
                  <a:lnTo>
                    <a:pt x="12572" y="3428"/>
                  </a:lnTo>
                  <a:lnTo>
                    <a:pt x="12318" y="3682"/>
                  </a:lnTo>
                  <a:lnTo>
                    <a:pt x="12191" y="4063"/>
                  </a:lnTo>
                </a:path>
                <a:path w="33655" h="86994">
                  <a:moveTo>
                    <a:pt x="21843" y="5587"/>
                  </a:moveTo>
                  <a:lnTo>
                    <a:pt x="21843" y="5206"/>
                  </a:lnTo>
                  <a:lnTo>
                    <a:pt x="21716" y="4825"/>
                  </a:lnTo>
                  <a:lnTo>
                    <a:pt x="21716" y="4444"/>
                  </a:lnTo>
                </a:path>
                <a:path w="33655" h="86994">
                  <a:moveTo>
                    <a:pt x="25781" y="12191"/>
                  </a:moveTo>
                  <a:lnTo>
                    <a:pt x="27304" y="11429"/>
                  </a:lnTo>
                  <a:lnTo>
                    <a:pt x="28193" y="9905"/>
                  </a:lnTo>
                  <a:lnTo>
                    <a:pt x="28193" y="8127"/>
                  </a:lnTo>
                </a:path>
                <a:path w="33655" h="86994">
                  <a:moveTo>
                    <a:pt x="31495" y="16510"/>
                  </a:moveTo>
                  <a:lnTo>
                    <a:pt x="31241" y="15875"/>
                  </a:lnTo>
                  <a:lnTo>
                    <a:pt x="30860" y="15366"/>
                  </a:lnTo>
                  <a:lnTo>
                    <a:pt x="30352" y="14986"/>
                  </a:lnTo>
                </a:path>
                <a:path w="33655" h="86994">
                  <a:moveTo>
                    <a:pt x="28956" y="22098"/>
                  </a:moveTo>
                  <a:lnTo>
                    <a:pt x="28956" y="21843"/>
                  </a:lnTo>
                  <a:lnTo>
                    <a:pt x="28956" y="21589"/>
                  </a:lnTo>
                  <a:lnTo>
                    <a:pt x="28956" y="21336"/>
                  </a:lnTo>
                </a:path>
                <a:path w="33655" h="86994">
                  <a:moveTo>
                    <a:pt x="22097" y="22860"/>
                  </a:moveTo>
                  <a:lnTo>
                    <a:pt x="22225" y="23240"/>
                  </a:lnTo>
                  <a:lnTo>
                    <a:pt x="22351" y="23494"/>
                  </a:lnTo>
                  <a:lnTo>
                    <a:pt x="22606" y="23875"/>
                  </a:lnTo>
                </a:path>
                <a:path w="33655" h="86994">
                  <a:moveTo>
                    <a:pt x="16890" y="22478"/>
                  </a:moveTo>
                  <a:lnTo>
                    <a:pt x="17017" y="22732"/>
                  </a:lnTo>
                  <a:lnTo>
                    <a:pt x="17017" y="22987"/>
                  </a:lnTo>
                  <a:lnTo>
                    <a:pt x="17144" y="23240"/>
                  </a:lnTo>
                </a:path>
                <a:path w="33655" h="86994">
                  <a:moveTo>
                    <a:pt x="10921" y="22225"/>
                  </a:moveTo>
                  <a:lnTo>
                    <a:pt x="11175" y="21971"/>
                  </a:lnTo>
                  <a:lnTo>
                    <a:pt x="11556" y="21716"/>
                  </a:lnTo>
                  <a:lnTo>
                    <a:pt x="11810" y="21462"/>
                  </a:lnTo>
                </a:path>
                <a:path w="33655" h="86994">
                  <a:moveTo>
                    <a:pt x="3556" y="16255"/>
                  </a:moveTo>
                  <a:lnTo>
                    <a:pt x="3428" y="16510"/>
                  </a:lnTo>
                  <a:lnTo>
                    <a:pt x="3428" y="16763"/>
                  </a:lnTo>
                  <a:lnTo>
                    <a:pt x="3428" y="17017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009648" y="2684652"/>
              <a:ext cx="31750" cy="111760"/>
            </a:xfrm>
            <a:custGeom>
              <a:avLst/>
              <a:gdLst/>
              <a:ahLst/>
              <a:cxnLst/>
              <a:rect l="l" t="t" r="r" b="b"/>
              <a:pathLst>
                <a:path w="31750" h="111760">
                  <a:moveTo>
                    <a:pt x="13208" y="110236"/>
                  </a:moveTo>
                  <a:lnTo>
                    <a:pt x="12827" y="109982"/>
                  </a:lnTo>
                  <a:lnTo>
                    <a:pt x="12065" y="109982"/>
                  </a:lnTo>
                  <a:lnTo>
                    <a:pt x="11811" y="110236"/>
                  </a:lnTo>
                  <a:lnTo>
                    <a:pt x="11811" y="110998"/>
                  </a:lnTo>
                  <a:lnTo>
                    <a:pt x="12065" y="111252"/>
                  </a:lnTo>
                  <a:lnTo>
                    <a:pt x="12827" y="111252"/>
                  </a:lnTo>
                  <a:lnTo>
                    <a:pt x="13208" y="110998"/>
                  </a:lnTo>
                  <a:lnTo>
                    <a:pt x="13208" y="110617"/>
                  </a:lnTo>
                  <a:lnTo>
                    <a:pt x="13208" y="110236"/>
                  </a:lnTo>
                  <a:close/>
                </a:path>
                <a:path w="31750" h="111760">
                  <a:moveTo>
                    <a:pt x="14732" y="81788"/>
                  </a:moveTo>
                  <a:lnTo>
                    <a:pt x="14224" y="81153"/>
                  </a:lnTo>
                  <a:lnTo>
                    <a:pt x="12700" y="81153"/>
                  </a:lnTo>
                  <a:lnTo>
                    <a:pt x="12065" y="81788"/>
                  </a:lnTo>
                  <a:lnTo>
                    <a:pt x="12065" y="83312"/>
                  </a:lnTo>
                  <a:lnTo>
                    <a:pt x="12700" y="83947"/>
                  </a:lnTo>
                  <a:lnTo>
                    <a:pt x="14224" y="83947"/>
                  </a:lnTo>
                  <a:lnTo>
                    <a:pt x="14732" y="83312"/>
                  </a:lnTo>
                  <a:lnTo>
                    <a:pt x="14732" y="82550"/>
                  </a:lnTo>
                  <a:lnTo>
                    <a:pt x="14732" y="81788"/>
                  </a:lnTo>
                  <a:close/>
                </a:path>
                <a:path w="31750" h="111760">
                  <a:moveTo>
                    <a:pt x="16383" y="51943"/>
                  </a:moveTo>
                  <a:lnTo>
                    <a:pt x="15494" y="51054"/>
                  </a:lnTo>
                  <a:lnTo>
                    <a:pt x="13335" y="51054"/>
                  </a:lnTo>
                  <a:lnTo>
                    <a:pt x="12319" y="51943"/>
                  </a:lnTo>
                  <a:lnTo>
                    <a:pt x="12319" y="54229"/>
                  </a:lnTo>
                  <a:lnTo>
                    <a:pt x="13335" y="55118"/>
                  </a:lnTo>
                  <a:lnTo>
                    <a:pt x="15494" y="55118"/>
                  </a:lnTo>
                  <a:lnTo>
                    <a:pt x="16383" y="54229"/>
                  </a:lnTo>
                  <a:lnTo>
                    <a:pt x="16383" y="53086"/>
                  </a:lnTo>
                  <a:lnTo>
                    <a:pt x="16383" y="51943"/>
                  </a:lnTo>
                  <a:close/>
                </a:path>
                <a:path w="31750" h="111760">
                  <a:moveTo>
                    <a:pt x="31623" y="13970"/>
                  </a:moveTo>
                  <a:lnTo>
                    <a:pt x="31330" y="11557"/>
                  </a:lnTo>
                  <a:lnTo>
                    <a:pt x="31242" y="10795"/>
                  </a:lnTo>
                  <a:lnTo>
                    <a:pt x="28448" y="8509"/>
                  </a:lnTo>
                  <a:lnTo>
                    <a:pt x="27686" y="8128"/>
                  </a:lnTo>
                  <a:lnTo>
                    <a:pt x="26924" y="8128"/>
                  </a:lnTo>
                  <a:lnTo>
                    <a:pt x="26924" y="5461"/>
                  </a:lnTo>
                  <a:lnTo>
                    <a:pt x="25654" y="4191"/>
                  </a:lnTo>
                  <a:lnTo>
                    <a:pt x="25019" y="3556"/>
                  </a:lnTo>
                  <a:lnTo>
                    <a:pt x="21971" y="3556"/>
                  </a:lnTo>
                  <a:lnTo>
                    <a:pt x="21336" y="3810"/>
                  </a:lnTo>
                  <a:lnTo>
                    <a:pt x="20701" y="4191"/>
                  </a:lnTo>
                  <a:lnTo>
                    <a:pt x="20294" y="2794"/>
                  </a:lnTo>
                  <a:lnTo>
                    <a:pt x="19939" y="1524"/>
                  </a:lnTo>
                  <a:lnTo>
                    <a:pt x="17272" y="0"/>
                  </a:lnTo>
                  <a:lnTo>
                    <a:pt x="16510" y="228"/>
                  </a:lnTo>
                  <a:lnTo>
                    <a:pt x="16510" y="23114"/>
                  </a:lnTo>
                  <a:lnTo>
                    <a:pt x="16383" y="23114"/>
                  </a:lnTo>
                  <a:lnTo>
                    <a:pt x="16510" y="23114"/>
                  </a:lnTo>
                  <a:lnTo>
                    <a:pt x="16510" y="228"/>
                  </a:lnTo>
                  <a:lnTo>
                    <a:pt x="12192" y="2794"/>
                  </a:lnTo>
                  <a:lnTo>
                    <a:pt x="9525" y="1143"/>
                  </a:lnTo>
                  <a:lnTo>
                    <a:pt x="6223" y="2032"/>
                  </a:lnTo>
                  <a:lnTo>
                    <a:pt x="4699" y="4953"/>
                  </a:lnTo>
                  <a:lnTo>
                    <a:pt x="2768" y="4953"/>
                  </a:lnTo>
                  <a:lnTo>
                    <a:pt x="1397" y="6096"/>
                  </a:lnTo>
                  <a:lnTo>
                    <a:pt x="1143" y="8128"/>
                  </a:lnTo>
                  <a:lnTo>
                    <a:pt x="1143" y="8890"/>
                  </a:lnTo>
                  <a:lnTo>
                    <a:pt x="1397" y="9906"/>
                  </a:lnTo>
                  <a:lnTo>
                    <a:pt x="2032" y="10541"/>
                  </a:lnTo>
                  <a:lnTo>
                    <a:pt x="508" y="11557"/>
                  </a:lnTo>
                  <a:lnTo>
                    <a:pt x="3302" y="16891"/>
                  </a:lnTo>
                  <a:lnTo>
                    <a:pt x="2997" y="19050"/>
                  </a:lnTo>
                  <a:lnTo>
                    <a:pt x="2921" y="19685"/>
                  </a:lnTo>
                  <a:lnTo>
                    <a:pt x="4699" y="22352"/>
                  </a:lnTo>
                  <a:lnTo>
                    <a:pt x="8242" y="22860"/>
                  </a:lnTo>
                  <a:lnTo>
                    <a:pt x="9080" y="22860"/>
                  </a:lnTo>
                  <a:lnTo>
                    <a:pt x="10414" y="22098"/>
                  </a:lnTo>
                  <a:lnTo>
                    <a:pt x="11125" y="23749"/>
                  </a:lnTo>
                  <a:lnTo>
                    <a:pt x="11239" y="24003"/>
                  </a:lnTo>
                  <a:lnTo>
                    <a:pt x="11303" y="24130"/>
                  </a:lnTo>
                  <a:lnTo>
                    <a:pt x="13589" y="24892"/>
                  </a:lnTo>
                  <a:lnTo>
                    <a:pt x="15494" y="23749"/>
                  </a:lnTo>
                  <a:lnTo>
                    <a:pt x="16675" y="23749"/>
                  </a:lnTo>
                  <a:lnTo>
                    <a:pt x="17145" y="24765"/>
                  </a:lnTo>
                  <a:lnTo>
                    <a:pt x="18923" y="25400"/>
                  </a:lnTo>
                  <a:lnTo>
                    <a:pt x="20955" y="24384"/>
                  </a:lnTo>
                  <a:lnTo>
                    <a:pt x="21120" y="24130"/>
                  </a:lnTo>
                  <a:lnTo>
                    <a:pt x="21209" y="24003"/>
                  </a:lnTo>
                  <a:lnTo>
                    <a:pt x="21463" y="23749"/>
                  </a:lnTo>
                  <a:lnTo>
                    <a:pt x="21678" y="23749"/>
                  </a:lnTo>
                  <a:lnTo>
                    <a:pt x="22733" y="25146"/>
                  </a:lnTo>
                  <a:lnTo>
                    <a:pt x="24892" y="25400"/>
                  </a:lnTo>
                  <a:lnTo>
                    <a:pt x="26416" y="24003"/>
                  </a:lnTo>
                  <a:lnTo>
                    <a:pt x="26733" y="23749"/>
                  </a:lnTo>
                  <a:lnTo>
                    <a:pt x="26924" y="23749"/>
                  </a:lnTo>
                  <a:lnTo>
                    <a:pt x="27241" y="23114"/>
                  </a:lnTo>
                  <a:lnTo>
                    <a:pt x="27368" y="22860"/>
                  </a:lnTo>
                  <a:lnTo>
                    <a:pt x="27482" y="22352"/>
                  </a:lnTo>
                  <a:lnTo>
                    <a:pt x="27520" y="22098"/>
                  </a:lnTo>
                  <a:lnTo>
                    <a:pt x="27559" y="21844"/>
                  </a:lnTo>
                  <a:lnTo>
                    <a:pt x="29591" y="21336"/>
                  </a:lnTo>
                  <a:lnTo>
                    <a:pt x="30734" y="19050"/>
                  </a:lnTo>
                  <a:lnTo>
                    <a:pt x="30226" y="16891"/>
                  </a:lnTo>
                  <a:lnTo>
                    <a:pt x="29972" y="16256"/>
                  </a:lnTo>
                  <a:lnTo>
                    <a:pt x="31623" y="13970"/>
                  </a:lnTo>
                  <a:close/>
                </a:path>
              </a:pathLst>
            </a:custGeom>
            <a:solidFill>
              <a:srgbClr val="00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2009647" y="2684652"/>
              <a:ext cx="31750" cy="111760"/>
            </a:xfrm>
            <a:custGeom>
              <a:avLst/>
              <a:gdLst/>
              <a:ahLst/>
              <a:cxnLst/>
              <a:rect l="l" t="t" r="r" b="b"/>
              <a:pathLst>
                <a:path w="31750" h="111760">
                  <a:moveTo>
                    <a:pt x="3301" y="16891"/>
                  </a:moveTo>
                  <a:lnTo>
                    <a:pt x="2920" y="19685"/>
                  </a:lnTo>
                  <a:lnTo>
                    <a:pt x="4699" y="22351"/>
                  </a:lnTo>
                  <a:lnTo>
                    <a:pt x="7365" y="22733"/>
                  </a:lnTo>
                  <a:lnTo>
                    <a:pt x="8381" y="22860"/>
                  </a:lnTo>
                  <a:lnTo>
                    <a:pt x="9525" y="22606"/>
                  </a:lnTo>
                  <a:lnTo>
                    <a:pt x="10413" y="22098"/>
                  </a:lnTo>
                  <a:lnTo>
                    <a:pt x="11302" y="24130"/>
                  </a:lnTo>
                  <a:lnTo>
                    <a:pt x="13588" y="24892"/>
                  </a:lnTo>
                  <a:lnTo>
                    <a:pt x="15493" y="23749"/>
                  </a:lnTo>
                  <a:lnTo>
                    <a:pt x="15747" y="23622"/>
                  </a:lnTo>
                  <a:lnTo>
                    <a:pt x="16128" y="23368"/>
                  </a:lnTo>
                  <a:lnTo>
                    <a:pt x="16382" y="23113"/>
                  </a:lnTo>
                  <a:lnTo>
                    <a:pt x="17144" y="24764"/>
                  </a:lnTo>
                  <a:lnTo>
                    <a:pt x="18922" y="25400"/>
                  </a:lnTo>
                  <a:lnTo>
                    <a:pt x="20446" y="24637"/>
                  </a:lnTo>
                  <a:lnTo>
                    <a:pt x="20954" y="24384"/>
                  </a:lnTo>
                  <a:lnTo>
                    <a:pt x="21208" y="24002"/>
                  </a:lnTo>
                  <a:lnTo>
                    <a:pt x="21589" y="23622"/>
                  </a:lnTo>
                  <a:lnTo>
                    <a:pt x="22732" y="25146"/>
                  </a:lnTo>
                  <a:lnTo>
                    <a:pt x="24891" y="25400"/>
                  </a:lnTo>
                  <a:lnTo>
                    <a:pt x="26415" y="24002"/>
                  </a:lnTo>
                  <a:lnTo>
                    <a:pt x="27050" y="23495"/>
                  </a:lnTo>
                  <a:lnTo>
                    <a:pt x="27431" y="22733"/>
                  </a:lnTo>
                  <a:lnTo>
                    <a:pt x="27558" y="21844"/>
                  </a:lnTo>
                  <a:lnTo>
                    <a:pt x="29590" y="21336"/>
                  </a:lnTo>
                  <a:lnTo>
                    <a:pt x="30733" y="19050"/>
                  </a:lnTo>
                  <a:lnTo>
                    <a:pt x="30225" y="16891"/>
                  </a:lnTo>
                  <a:lnTo>
                    <a:pt x="30099" y="16637"/>
                  </a:lnTo>
                  <a:lnTo>
                    <a:pt x="29971" y="16256"/>
                  </a:lnTo>
                  <a:lnTo>
                    <a:pt x="31622" y="13970"/>
                  </a:lnTo>
                  <a:lnTo>
                    <a:pt x="31241" y="10795"/>
                  </a:lnTo>
                  <a:lnTo>
                    <a:pt x="29082" y="9017"/>
                  </a:lnTo>
                  <a:lnTo>
                    <a:pt x="28447" y="8509"/>
                  </a:lnTo>
                  <a:lnTo>
                    <a:pt x="27685" y="8127"/>
                  </a:lnTo>
                  <a:lnTo>
                    <a:pt x="26924" y="8000"/>
                  </a:lnTo>
                  <a:lnTo>
                    <a:pt x="26924" y="5461"/>
                  </a:lnTo>
                  <a:lnTo>
                    <a:pt x="25018" y="3556"/>
                  </a:lnTo>
                  <a:lnTo>
                    <a:pt x="22732" y="3556"/>
                  </a:lnTo>
                  <a:lnTo>
                    <a:pt x="21970" y="3556"/>
                  </a:lnTo>
                  <a:lnTo>
                    <a:pt x="21335" y="3810"/>
                  </a:lnTo>
                  <a:lnTo>
                    <a:pt x="20700" y="4191"/>
                  </a:lnTo>
                  <a:lnTo>
                    <a:pt x="19938" y="1524"/>
                  </a:lnTo>
                  <a:lnTo>
                    <a:pt x="17271" y="0"/>
                  </a:lnTo>
                  <a:lnTo>
                    <a:pt x="14731" y="762"/>
                  </a:lnTo>
                  <a:lnTo>
                    <a:pt x="13715" y="1143"/>
                  </a:lnTo>
                  <a:lnTo>
                    <a:pt x="12700" y="1905"/>
                  </a:lnTo>
                  <a:lnTo>
                    <a:pt x="12191" y="2794"/>
                  </a:lnTo>
                  <a:lnTo>
                    <a:pt x="9525" y="1143"/>
                  </a:lnTo>
                  <a:lnTo>
                    <a:pt x="6222" y="2032"/>
                  </a:lnTo>
                  <a:lnTo>
                    <a:pt x="4699" y="4952"/>
                  </a:lnTo>
                  <a:lnTo>
                    <a:pt x="4571" y="4952"/>
                  </a:lnTo>
                  <a:lnTo>
                    <a:pt x="2920" y="4825"/>
                  </a:lnTo>
                  <a:lnTo>
                    <a:pt x="1396" y="6096"/>
                  </a:lnTo>
                  <a:lnTo>
                    <a:pt x="1143" y="7874"/>
                  </a:lnTo>
                  <a:lnTo>
                    <a:pt x="1143" y="8889"/>
                  </a:lnTo>
                  <a:lnTo>
                    <a:pt x="1396" y="9906"/>
                  </a:lnTo>
                  <a:lnTo>
                    <a:pt x="2031" y="10541"/>
                  </a:lnTo>
                  <a:lnTo>
                    <a:pt x="507" y="11557"/>
                  </a:lnTo>
                  <a:lnTo>
                    <a:pt x="0" y="13588"/>
                  </a:lnTo>
                  <a:lnTo>
                    <a:pt x="888" y="15239"/>
                  </a:lnTo>
                  <a:lnTo>
                    <a:pt x="1396" y="16129"/>
                  </a:lnTo>
                  <a:lnTo>
                    <a:pt x="2285" y="16763"/>
                  </a:lnTo>
                  <a:lnTo>
                    <a:pt x="3175" y="16891"/>
                  </a:lnTo>
                  <a:close/>
                </a:path>
                <a:path w="31750" h="111760">
                  <a:moveTo>
                    <a:pt x="13207" y="110617"/>
                  </a:moveTo>
                  <a:lnTo>
                    <a:pt x="13207" y="110236"/>
                  </a:lnTo>
                  <a:lnTo>
                    <a:pt x="12826" y="109982"/>
                  </a:lnTo>
                  <a:lnTo>
                    <a:pt x="12445" y="109982"/>
                  </a:lnTo>
                  <a:lnTo>
                    <a:pt x="12064" y="109982"/>
                  </a:lnTo>
                  <a:lnTo>
                    <a:pt x="11810" y="110236"/>
                  </a:lnTo>
                  <a:lnTo>
                    <a:pt x="11810" y="110617"/>
                  </a:lnTo>
                  <a:lnTo>
                    <a:pt x="11810" y="110998"/>
                  </a:lnTo>
                  <a:lnTo>
                    <a:pt x="12064" y="111251"/>
                  </a:lnTo>
                  <a:lnTo>
                    <a:pt x="12445" y="111251"/>
                  </a:lnTo>
                  <a:lnTo>
                    <a:pt x="12826" y="111251"/>
                  </a:lnTo>
                  <a:lnTo>
                    <a:pt x="13207" y="110998"/>
                  </a:lnTo>
                  <a:lnTo>
                    <a:pt x="13207" y="110617"/>
                  </a:lnTo>
                  <a:close/>
                </a:path>
                <a:path w="31750" h="111760">
                  <a:moveTo>
                    <a:pt x="14731" y="82550"/>
                  </a:moveTo>
                  <a:lnTo>
                    <a:pt x="14731" y="81787"/>
                  </a:lnTo>
                  <a:lnTo>
                    <a:pt x="14224" y="81152"/>
                  </a:lnTo>
                  <a:lnTo>
                    <a:pt x="13462" y="81152"/>
                  </a:lnTo>
                  <a:lnTo>
                    <a:pt x="12700" y="81152"/>
                  </a:lnTo>
                  <a:lnTo>
                    <a:pt x="12064" y="81787"/>
                  </a:lnTo>
                  <a:lnTo>
                    <a:pt x="12064" y="82550"/>
                  </a:lnTo>
                  <a:lnTo>
                    <a:pt x="12064" y="83312"/>
                  </a:lnTo>
                  <a:lnTo>
                    <a:pt x="12700" y="83947"/>
                  </a:lnTo>
                  <a:lnTo>
                    <a:pt x="13462" y="83947"/>
                  </a:lnTo>
                  <a:lnTo>
                    <a:pt x="14224" y="83947"/>
                  </a:lnTo>
                  <a:lnTo>
                    <a:pt x="14731" y="83312"/>
                  </a:lnTo>
                  <a:lnTo>
                    <a:pt x="14731" y="82550"/>
                  </a:lnTo>
                  <a:close/>
                </a:path>
                <a:path w="31750" h="111760">
                  <a:moveTo>
                    <a:pt x="16382" y="53086"/>
                  </a:moveTo>
                  <a:lnTo>
                    <a:pt x="16382" y="51943"/>
                  </a:lnTo>
                  <a:lnTo>
                    <a:pt x="15493" y="51054"/>
                  </a:lnTo>
                  <a:lnTo>
                    <a:pt x="14350" y="51054"/>
                  </a:lnTo>
                  <a:lnTo>
                    <a:pt x="13334" y="51054"/>
                  </a:lnTo>
                  <a:lnTo>
                    <a:pt x="12318" y="51943"/>
                  </a:lnTo>
                  <a:lnTo>
                    <a:pt x="12318" y="53086"/>
                  </a:lnTo>
                  <a:lnTo>
                    <a:pt x="12318" y="54229"/>
                  </a:lnTo>
                  <a:lnTo>
                    <a:pt x="13334" y="55118"/>
                  </a:lnTo>
                  <a:lnTo>
                    <a:pt x="14350" y="55118"/>
                  </a:lnTo>
                  <a:lnTo>
                    <a:pt x="15493" y="55118"/>
                  </a:lnTo>
                  <a:lnTo>
                    <a:pt x="16382" y="54229"/>
                  </a:lnTo>
                  <a:lnTo>
                    <a:pt x="16382" y="53086"/>
                  </a:lnTo>
                  <a:close/>
                </a:path>
                <a:path w="31750" h="111760">
                  <a:moveTo>
                    <a:pt x="3809" y="10287"/>
                  </a:moveTo>
                  <a:lnTo>
                    <a:pt x="3175" y="10160"/>
                  </a:lnTo>
                  <a:lnTo>
                    <a:pt x="2539" y="10287"/>
                  </a:lnTo>
                  <a:lnTo>
                    <a:pt x="2031" y="10668"/>
                  </a:lnTo>
                </a:path>
                <a:path w="31750" h="111760">
                  <a:moveTo>
                    <a:pt x="5333" y="5334"/>
                  </a:moveTo>
                  <a:lnTo>
                    <a:pt x="4825" y="5080"/>
                  </a:lnTo>
                  <a:lnTo>
                    <a:pt x="4571" y="5080"/>
                  </a:lnTo>
                </a:path>
                <a:path w="31750" h="111760">
                  <a:moveTo>
                    <a:pt x="12191" y="2921"/>
                  </a:moveTo>
                  <a:lnTo>
                    <a:pt x="11937" y="3301"/>
                  </a:lnTo>
                  <a:lnTo>
                    <a:pt x="11810" y="3556"/>
                  </a:lnTo>
                  <a:lnTo>
                    <a:pt x="11683" y="3937"/>
                  </a:lnTo>
                </a:path>
                <a:path w="31750" h="111760">
                  <a:moveTo>
                    <a:pt x="20827" y="5461"/>
                  </a:moveTo>
                  <a:lnTo>
                    <a:pt x="20827" y="5080"/>
                  </a:lnTo>
                  <a:lnTo>
                    <a:pt x="20700" y="4699"/>
                  </a:lnTo>
                  <a:lnTo>
                    <a:pt x="20700" y="4318"/>
                  </a:lnTo>
                </a:path>
                <a:path w="31750" h="111760">
                  <a:moveTo>
                    <a:pt x="24637" y="12064"/>
                  </a:moveTo>
                  <a:lnTo>
                    <a:pt x="26034" y="11302"/>
                  </a:lnTo>
                  <a:lnTo>
                    <a:pt x="26924" y="9779"/>
                  </a:lnTo>
                  <a:lnTo>
                    <a:pt x="26924" y="8000"/>
                  </a:lnTo>
                </a:path>
                <a:path w="31750" h="111760">
                  <a:moveTo>
                    <a:pt x="29971" y="16383"/>
                  </a:moveTo>
                  <a:lnTo>
                    <a:pt x="29718" y="15748"/>
                  </a:lnTo>
                  <a:lnTo>
                    <a:pt x="29463" y="15239"/>
                  </a:lnTo>
                  <a:lnTo>
                    <a:pt x="28956" y="14859"/>
                  </a:lnTo>
                </a:path>
                <a:path w="31750" h="111760">
                  <a:moveTo>
                    <a:pt x="27558" y="21971"/>
                  </a:moveTo>
                  <a:lnTo>
                    <a:pt x="27558" y="21717"/>
                  </a:lnTo>
                  <a:lnTo>
                    <a:pt x="27558" y="21462"/>
                  </a:lnTo>
                  <a:lnTo>
                    <a:pt x="27558" y="21209"/>
                  </a:lnTo>
                </a:path>
                <a:path w="31750" h="111760">
                  <a:moveTo>
                    <a:pt x="21081" y="22733"/>
                  </a:moveTo>
                  <a:lnTo>
                    <a:pt x="21208" y="23113"/>
                  </a:lnTo>
                  <a:lnTo>
                    <a:pt x="21335" y="23368"/>
                  </a:lnTo>
                  <a:lnTo>
                    <a:pt x="21589" y="23749"/>
                  </a:lnTo>
                </a:path>
                <a:path w="31750" h="111760">
                  <a:moveTo>
                    <a:pt x="16128" y="22351"/>
                  </a:moveTo>
                  <a:lnTo>
                    <a:pt x="16128" y="22606"/>
                  </a:lnTo>
                  <a:lnTo>
                    <a:pt x="16256" y="22860"/>
                  </a:lnTo>
                  <a:lnTo>
                    <a:pt x="16382" y="23113"/>
                  </a:lnTo>
                </a:path>
                <a:path w="31750" h="111760">
                  <a:moveTo>
                    <a:pt x="10413" y="22098"/>
                  </a:moveTo>
                  <a:lnTo>
                    <a:pt x="10668" y="21844"/>
                  </a:lnTo>
                  <a:lnTo>
                    <a:pt x="11049" y="21589"/>
                  </a:lnTo>
                  <a:lnTo>
                    <a:pt x="11302" y="21336"/>
                  </a:lnTo>
                </a:path>
                <a:path w="31750" h="111760">
                  <a:moveTo>
                    <a:pt x="3428" y="16129"/>
                  </a:moveTo>
                  <a:lnTo>
                    <a:pt x="3301" y="16383"/>
                  </a:lnTo>
                  <a:lnTo>
                    <a:pt x="3301" y="16637"/>
                  </a:lnTo>
                  <a:lnTo>
                    <a:pt x="3301" y="16891"/>
                  </a:lnTo>
                </a:path>
              </a:pathLst>
            </a:custGeom>
            <a:ln w="9144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1014984" y="2343911"/>
              <a:ext cx="1026160" cy="1137285"/>
            </a:xfrm>
            <a:custGeom>
              <a:avLst/>
              <a:gdLst/>
              <a:ahLst/>
              <a:cxnLst/>
              <a:rect l="l" t="t" r="r" b="b"/>
              <a:pathLst>
                <a:path w="1026160" h="1137285">
                  <a:moveTo>
                    <a:pt x="1025652" y="0"/>
                  </a:moveTo>
                  <a:lnTo>
                    <a:pt x="0" y="0"/>
                  </a:lnTo>
                </a:path>
                <a:path w="1026160" h="1137285">
                  <a:moveTo>
                    <a:pt x="19812" y="10667"/>
                  </a:moveTo>
                  <a:lnTo>
                    <a:pt x="19812" y="1136903"/>
                  </a:lnTo>
                </a:path>
              </a:pathLst>
            </a:custGeom>
            <a:ln w="57912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1034796" y="3384803"/>
              <a:ext cx="337185" cy="173990"/>
            </a:xfrm>
            <a:custGeom>
              <a:avLst/>
              <a:gdLst/>
              <a:ahLst/>
              <a:cxnLst/>
              <a:rect l="l" t="t" r="r" b="b"/>
              <a:pathLst>
                <a:path w="337184" h="173989">
                  <a:moveTo>
                    <a:pt x="163067" y="0"/>
                  </a:moveTo>
                  <a:lnTo>
                    <a:pt x="163067" y="173736"/>
                  </a:lnTo>
                  <a:lnTo>
                    <a:pt x="278892" y="115824"/>
                  </a:lnTo>
                  <a:lnTo>
                    <a:pt x="192023" y="115824"/>
                  </a:lnTo>
                  <a:lnTo>
                    <a:pt x="192023" y="57912"/>
                  </a:lnTo>
                  <a:lnTo>
                    <a:pt x="278891" y="57912"/>
                  </a:lnTo>
                  <a:lnTo>
                    <a:pt x="163067" y="0"/>
                  </a:lnTo>
                  <a:close/>
                </a:path>
                <a:path w="337184" h="173989">
                  <a:moveTo>
                    <a:pt x="163067" y="57912"/>
                  </a:moveTo>
                  <a:lnTo>
                    <a:pt x="0" y="57912"/>
                  </a:lnTo>
                  <a:lnTo>
                    <a:pt x="0" y="115824"/>
                  </a:lnTo>
                  <a:lnTo>
                    <a:pt x="163067" y="115824"/>
                  </a:lnTo>
                  <a:lnTo>
                    <a:pt x="163067" y="57912"/>
                  </a:lnTo>
                  <a:close/>
                </a:path>
                <a:path w="337184" h="173989">
                  <a:moveTo>
                    <a:pt x="278891" y="57912"/>
                  </a:moveTo>
                  <a:lnTo>
                    <a:pt x="192023" y="57912"/>
                  </a:lnTo>
                  <a:lnTo>
                    <a:pt x="192023" y="115824"/>
                  </a:lnTo>
                  <a:lnTo>
                    <a:pt x="278892" y="115824"/>
                  </a:lnTo>
                  <a:lnTo>
                    <a:pt x="336803" y="86868"/>
                  </a:lnTo>
                  <a:lnTo>
                    <a:pt x="278891" y="57912"/>
                  </a:lnTo>
                  <a:close/>
                </a:path>
              </a:pathLst>
            </a:custGeom>
            <a:solidFill>
              <a:srgbClr val="858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886968" y="3579875"/>
              <a:ext cx="1079500" cy="253365"/>
            </a:xfrm>
            <a:custGeom>
              <a:avLst/>
              <a:gdLst/>
              <a:ahLst/>
              <a:cxnLst/>
              <a:rect l="l" t="t" r="r" b="b"/>
              <a:pathLst>
                <a:path w="1079500" h="253364">
                  <a:moveTo>
                    <a:pt x="21335" y="0"/>
                  </a:moveTo>
                  <a:lnTo>
                    <a:pt x="1072895" y="0"/>
                  </a:lnTo>
                </a:path>
                <a:path w="1079500" h="253364">
                  <a:moveTo>
                    <a:pt x="1072895" y="0"/>
                  </a:moveTo>
                  <a:lnTo>
                    <a:pt x="844295" y="150875"/>
                  </a:lnTo>
                </a:path>
                <a:path w="1079500" h="253364">
                  <a:moveTo>
                    <a:pt x="844295" y="150875"/>
                  </a:moveTo>
                  <a:lnTo>
                    <a:pt x="1078992" y="252984"/>
                  </a:lnTo>
                </a:path>
                <a:path w="1079500" h="253364">
                  <a:moveTo>
                    <a:pt x="1078992" y="252984"/>
                  </a:moveTo>
                  <a:lnTo>
                    <a:pt x="0" y="252984"/>
                  </a:lnTo>
                </a:path>
              </a:pathLst>
            </a:custGeom>
            <a:ln w="57912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4" name="object 2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53440" y="3497579"/>
              <a:ext cx="140207" cy="164592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26008" y="3739895"/>
              <a:ext cx="140207" cy="164592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35481" y="2266060"/>
              <a:ext cx="131317" cy="157225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82468" y="3457955"/>
              <a:ext cx="140208" cy="164592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41675" y="3691127"/>
              <a:ext cx="138684" cy="164592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50308" y="3428999"/>
              <a:ext cx="138684" cy="164592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75631" y="3691127"/>
              <a:ext cx="138684" cy="164592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727703" y="4012691"/>
              <a:ext cx="138684" cy="164592"/>
            </a:xfrm>
            <a:prstGeom prst="rect">
              <a:avLst/>
            </a:prstGeom>
          </p:spPr>
        </p:pic>
        <p:sp>
          <p:nvSpPr>
            <p:cNvPr id="222" name="object 222"/>
            <p:cNvSpPr/>
            <p:nvPr/>
          </p:nvSpPr>
          <p:spPr>
            <a:xfrm>
              <a:off x="2141219" y="2359151"/>
              <a:ext cx="1716405" cy="0"/>
            </a:xfrm>
            <a:custGeom>
              <a:avLst/>
              <a:gdLst/>
              <a:ahLst/>
              <a:cxnLst/>
              <a:rect l="l" t="t" r="r" b="b"/>
              <a:pathLst>
                <a:path w="1716404">
                  <a:moveTo>
                    <a:pt x="0" y="0"/>
                  </a:moveTo>
                  <a:lnTo>
                    <a:pt x="1716024" y="0"/>
                  </a:lnTo>
                </a:path>
              </a:pathLst>
            </a:custGeom>
            <a:ln w="57912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3" name="object 2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84805" y="2285872"/>
              <a:ext cx="132841" cy="157225"/>
            </a:xfrm>
            <a:prstGeom prst="rect">
              <a:avLst/>
            </a:prstGeom>
          </p:spPr>
        </p:pic>
        <p:sp>
          <p:nvSpPr>
            <p:cNvPr id="224" name="object 224"/>
            <p:cNvSpPr/>
            <p:nvPr/>
          </p:nvSpPr>
          <p:spPr>
            <a:xfrm>
              <a:off x="4047743" y="2343911"/>
              <a:ext cx="2101850" cy="10795"/>
            </a:xfrm>
            <a:custGeom>
              <a:avLst/>
              <a:gdLst/>
              <a:ahLst/>
              <a:cxnLst/>
              <a:rect l="l" t="t" r="r" b="b"/>
              <a:pathLst>
                <a:path w="2101850" h="10794">
                  <a:moveTo>
                    <a:pt x="0" y="10667"/>
                  </a:moveTo>
                  <a:lnTo>
                    <a:pt x="2101595" y="0"/>
                  </a:lnTo>
                </a:path>
              </a:pathLst>
            </a:custGeom>
            <a:ln w="57912">
              <a:solidFill>
                <a:srgbClr val="8581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5" name="object 2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82185" y="2266060"/>
              <a:ext cx="131317" cy="157225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57856" y="3906011"/>
              <a:ext cx="138684" cy="164592"/>
            </a:xfrm>
            <a:prstGeom prst="rect">
              <a:avLst/>
            </a:prstGeom>
          </p:spPr>
        </p:pic>
        <p:pic>
          <p:nvPicPr>
            <p:cNvPr id="227" name="object 2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22063" y="3906011"/>
              <a:ext cx="138684" cy="164592"/>
            </a:xfrm>
            <a:prstGeom prst="rect">
              <a:avLst/>
            </a:prstGeom>
          </p:spPr>
        </p:pic>
      </p:grpSp>
      <p:sp>
        <p:nvSpPr>
          <p:cNvPr id="228" name="object 228"/>
          <p:cNvSpPr txBox="1"/>
          <p:nvPr/>
        </p:nvSpPr>
        <p:spPr>
          <a:xfrm>
            <a:off x="356108" y="3945712"/>
            <a:ext cx="14979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6600"/>
                </a:solidFill>
                <a:latin typeface="Arial MT"/>
                <a:cs typeface="Arial MT"/>
              </a:rPr>
              <a:t>Heating</a:t>
            </a:r>
            <a:r>
              <a:rPr sz="1800" spc="-45" dirty="0">
                <a:solidFill>
                  <a:srgbClr val="FF660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6600"/>
                </a:solidFill>
                <a:latin typeface="Arial MT"/>
                <a:cs typeface="Arial MT"/>
              </a:rPr>
              <a:t>steam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3014217" y="1976754"/>
            <a:ext cx="94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seawater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0" name="object 230"/>
          <p:cNvSpPr txBox="1"/>
          <p:nvPr/>
        </p:nvSpPr>
        <p:spPr>
          <a:xfrm>
            <a:off x="3411092" y="4162120"/>
            <a:ext cx="1443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3CCFF"/>
                </a:solidFill>
                <a:latin typeface="Arial MT"/>
                <a:cs typeface="Arial MT"/>
              </a:rPr>
              <a:t>Distilled</a:t>
            </a:r>
            <a:r>
              <a:rPr sz="1800" spc="-40" dirty="0">
                <a:solidFill>
                  <a:srgbClr val="33CC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3CCFF"/>
                </a:solidFill>
                <a:latin typeface="Arial MT"/>
                <a:cs typeface="Arial MT"/>
              </a:rPr>
              <a:t>water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1" name="object 231"/>
          <p:cNvSpPr txBox="1"/>
          <p:nvPr/>
        </p:nvSpPr>
        <p:spPr>
          <a:xfrm>
            <a:off x="6542913" y="4283709"/>
            <a:ext cx="1181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Brine</a:t>
            </a:r>
            <a:r>
              <a:rPr sz="1800" spc="-15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6FFF"/>
                </a:solidFill>
                <a:latin typeface="Arial MT"/>
                <a:cs typeface="Arial MT"/>
              </a:rPr>
              <a:t>reject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2" name="object 232"/>
          <p:cNvSpPr txBox="1"/>
          <p:nvPr/>
        </p:nvSpPr>
        <p:spPr>
          <a:xfrm>
            <a:off x="5529198" y="1670685"/>
            <a:ext cx="1209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Air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3399"/>
                </a:solidFill>
                <a:latin typeface="Arial MT"/>
                <a:cs typeface="Arial MT"/>
              </a:rPr>
              <a:t>extraction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33" name="object 233"/>
          <p:cNvSpPr txBox="1"/>
          <p:nvPr/>
        </p:nvSpPr>
        <p:spPr>
          <a:xfrm>
            <a:off x="6877557" y="2120010"/>
            <a:ext cx="19431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P1&gt;P2&gt;P3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T1&gt;T2&gt;T3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GOR=</a:t>
            </a:r>
            <a:r>
              <a:rPr sz="1800" spc="-7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Typical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~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3399"/>
                </a:solidFill>
                <a:latin typeface="Arial MT"/>
                <a:cs typeface="Arial MT"/>
              </a:rPr>
              <a:t>7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GOR</a:t>
            </a:r>
            <a:r>
              <a:rPr sz="1400" dirty="0">
                <a:solidFill>
                  <a:srgbClr val="003399"/>
                </a:solidFill>
                <a:latin typeface="Arial MT"/>
                <a:cs typeface="Arial MT"/>
              </a:rPr>
              <a:t>Max</a:t>
            </a:r>
            <a:r>
              <a:rPr sz="1400" spc="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~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21</a:t>
            </a:r>
            <a:r>
              <a:rPr sz="1800" spc="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Arial MT"/>
                <a:cs typeface="Arial MT"/>
              </a:rPr>
              <a:t>hybrid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4" name="object 234"/>
          <p:cNvSpPr txBox="1"/>
          <p:nvPr/>
        </p:nvSpPr>
        <p:spPr>
          <a:xfrm>
            <a:off x="1054912" y="1655445"/>
            <a:ext cx="7708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3399"/>
                </a:solidFill>
                <a:latin typeface="Arial MT"/>
                <a:cs typeface="Arial MT"/>
              </a:rPr>
              <a:t>1</a:t>
            </a:r>
            <a:r>
              <a:rPr sz="1350" baseline="24691" dirty="0">
                <a:solidFill>
                  <a:srgbClr val="003399"/>
                </a:solidFill>
                <a:latin typeface="Arial MT"/>
                <a:cs typeface="Arial MT"/>
              </a:rPr>
              <a:t>st</a:t>
            </a:r>
            <a:r>
              <a:rPr sz="1350" spc="217" baseline="24691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Arial MT"/>
                <a:cs typeface="Arial MT"/>
              </a:rPr>
              <a:t>Effect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5" name="object 235"/>
          <p:cNvSpPr txBox="1"/>
          <p:nvPr/>
        </p:nvSpPr>
        <p:spPr>
          <a:xfrm>
            <a:off x="3151123" y="1632330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3399"/>
                </a:solidFill>
                <a:latin typeface="Arial MT"/>
                <a:cs typeface="Arial MT"/>
              </a:rPr>
              <a:t>2nd</a:t>
            </a:r>
            <a:r>
              <a:rPr sz="12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003399"/>
                </a:solidFill>
                <a:latin typeface="Arial MT"/>
                <a:cs typeface="Arial MT"/>
              </a:rPr>
              <a:t>Effect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6" name="object 236"/>
          <p:cNvSpPr txBox="1"/>
          <p:nvPr/>
        </p:nvSpPr>
        <p:spPr>
          <a:xfrm>
            <a:off x="346963" y="749934"/>
            <a:ext cx="6270625" cy="835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220" dirty="0">
                <a:solidFill>
                  <a:srgbClr val="002573"/>
                </a:solidFill>
                <a:latin typeface="Tahoma"/>
                <a:cs typeface="Tahoma"/>
              </a:rPr>
              <a:t>Multiple</a:t>
            </a:r>
            <a:r>
              <a:rPr sz="2900" b="1" spc="15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225" dirty="0">
                <a:solidFill>
                  <a:srgbClr val="002573"/>
                </a:solidFill>
                <a:latin typeface="Tahoma"/>
                <a:cs typeface="Tahoma"/>
              </a:rPr>
              <a:t>Effect</a:t>
            </a:r>
            <a:r>
              <a:rPr sz="2900" b="1" spc="10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170" dirty="0">
                <a:solidFill>
                  <a:srgbClr val="002573"/>
                </a:solidFill>
                <a:latin typeface="Tahoma"/>
                <a:cs typeface="Tahoma"/>
              </a:rPr>
              <a:t>Distillation</a:t>
            </a:r>
            <a:r>
              <a:rPr sz="2900" b="1" spc="20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300" dirty="0">
                <a:solidFill>
                  <a:srgbClr val="002573"/>
                </a:solidFill>
                <a:latin typeface="Tahoma"/>
                <a:cs typeface="Tahoma"/>
              </a:rPr>
              <a:t>(MED)</a:t>
            </a:r>
            <a:r>
              <a:rPr sz="2900" b="1" spc="20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110" dirty="0">
                <a:solidFill>
                  <a:srgbClr val="002573"/>
                </a:solidFill>
                <a:latin typeface="Tahoma"/>
                <a:cs typeface="Tahoma"/>
              </a:rPr>
              <a:t>Plant</a:t>
            </a:r>
            <a:endParaRPr sz="2900">
              <a:latin typeface="Tahoma"/>
              <a:cs typeface="Tahoma"/>
            </a:endParaRPr>
          </a:p>
          <a:p>
            <a:pPr marR="353060" algn="r">
              <a:lnSpc>
                <a:spcPct val="100000"/>
              </a:lnSpc>
              <a:spcBef>
                <a:spcPts val="1450"/>
              </a:spcBef>
            </a:pPr>
            <a:r>
              <a:rPr sz="1200" dirty="0">
                <a:solidFill>
                  <a:srgbClr val="003399"/>
                </a:solidFill>
                <a:latin typeface="Arial MT"/>
                <a:cs typeface="Arial MT"/>
              </a:rPr>
              <a:t>3rd</a:t>
            </a:r>
            <a:r>
              <a:rPr sz="12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003399"/>
                </a:solidFill>
                <a:latin typeface="Arial MT"/>
                <a:cs typeface="Arial MT"/>
              </a:rPr>
              <a:t>Effect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7" name="object 237"/>
          <p:cNvSpPr txBox="1"/>
          <p:nvPr/>
        </p:nvSpPr>
        <p:spPr>
          <a:xfrm>
            <a:off x="78739" y="2449144"/>
            <a:ext cx="6419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Plant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&gt;90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3399"/>
                </a:solidFill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or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&lt;90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3399"/>
                </a:solidFill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8" name="object 238"/>
          <p:cNvSpPr txBox="1">
            <a:spLocks noGrp="1"/>
          </p:cNvSpPr>
          <p:nvPr>
            <p:ph type="title"/>
          </p:nvPr>
        </p:nvSpPr>
        <p:spPr>
          <a:xfrm>
            <a:off x="402437" y="206197"/>
            <a:ext cx="5539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Desalination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Technologies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276555" y="790447"/>
            <a:ext cx="6674484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1" spc="-265" dirty="0">
                <a:solidFill>
                  <a:srgbClr val="002573"/>
                </a:solidFill>
                <a:latin typeface="Tahoma"/>
                <a:cs typeface="Tahoma"/>
              </a:rPr>
              <a:t>Multi-</a:t>
            </a:r>
            <a:r>
              <a:rPr sz="2900" b="1" spc="-275" dirty="0">
                <a:solidFill>
                  <a:srgbClr val="002573"/>
                </a:solidFill>
                <a:latin typeface="Tahoma"/>
                <a:cs typeface="Tahoma"/>
              </a:rPr>
              <a:t>Stage</a:t>
            </a:r>
            <a:r>
              <a:rPr sz="2900" b="1" spc="5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165" dirty="0">
                <a:solidFill>
                  <a:srgbClr val="002573"/>
                </a:solidFill>
                <a:latin typeface="Tahoma"/>
                <a:cs typeface="Tahoma"/>
              </a:rPr>
              <a:t>Flash</a:t>
            </a:r>
            <a:r>
              <a:rPr sz="2900" b="1" spc="10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290" dirty="0">
                <a:solidFill>
                  <a:srgbClr val="002573"/>
                </a:solidFill>
                <a:latin typeface="Tahoma"/>
                <a:cs typeface="Tahoma"/>
              </a:rPr>
              <a:t>(MSF)</a:t>
            </a:r>
            <a:r>
              <a:rPr sz="2900" b="1" spc="5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165" dirty="0">
                <a:solidFill>
                  <a:srgbClr val="002573"/>
                </a:solidFill>
                <a:latin typeface="Tahoma"/>
                <a:cs typeface="Tahoma"/>
              </a:rPr>
              <a:t>Distillation</a:t>
            </a:r>
            <a:r>
              <a:rPr sz="2900" b="1" spc="-10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b="1" spc="-114" dirty="0">
                <a:solidFill>
                  <a:srgbClr val="002573"/>
                </a:solidFill>
                <a:latin typeface="Tahoma"/>
                <a:cs typeface="Tahoma"/>
              </a:rPr>
              <a:t>Plant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2035" y="2421607"/>
            <a:ext cx="3425457" cy="17433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6240" y="1444752"/>
            <a:ext cx="5081016" cy="291998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79134" y="1513713"/>
            <a:ext cx="23425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MSF=</a:t>
            </a:r>
            <a:r>
              <a:rPr sz="1800" spc="-40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evaporation</a:t>
            </a:r>
            <a:r>
              <a:rPr sz="1800" spc="-10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296FFF"/>
                </a:solidFill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condensation</a:t>
            </a:r>
            <a:r>
              <a:rPr sz="1800" spc="-35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of</a:t>
            </a:r>
            <a:r>
              <a:rPr sz="1800" spc="-45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296FFF"/>
                </a:solidFill>
                <a:latin typeface="Arial MT"/>
                <a:cs typeface="Arial MT"/>
              </a:rPr>
              <a:t>water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2943" y="3837889"/>
            <a:ext cx="8413115" cy="2648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296FFF"/>
                </a:solidFill>
                <a:latin typeface="Arial MT"/>
                <a:cs typeface="Arial MT"/>
              </a:rPr>
              <a:t>GOR=8~10</a:t>
            </a:r>
            <a:endParaRPr sz="1800">
              <a:latin typeface="Arial MT"/>
              <a:cs typeface="Arial MT"/>
            </a:endParaRPr>
          </a:p>
          <a:p>
            <a:pPr marL="94615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20</a:t>
            </a:r>
            <a:r>
              <a:rPr sz="1800" spc="-15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stage</a:t>
            </a:r>
            <a:r>
              <a:rPr sz="1800" spc="-5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MSF=</a:t>
            </a:r>
            <a:r>
              <a:rPr sz="1800" spc="-10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6FFF"/>
                </a:solidFill>
                <a:latin typeface="Arial MT"/>
                <a:cs typeface="Arial MT"/>
              </a:rPr>
              <a:t>290</a:t>
            </a:r>
            <a:r>
              <a:rPr sz="1800" spc="-10" dirty="0">
                <a:solidFill>
                  <a:srgbClr val="296FFF"/>
                </a:solidFill>
                <a:latin typeface="Arial MT"/>
                <a:cs typeface="Arial MT"/>
              </a:rPr>
              <a:t> kJ/kg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MSF</a:t>
            </a:r>
            <a:r>
              <a:rPr sz="20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process,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vapor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produced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by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heating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seawater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close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its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boiling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temperature</a:t>
            </a:r>
            <a:r>
              <a:rPr sz="20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passing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it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series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stages</a:t>
            </a:r>
            <a:r>
              <a:rPr sz="20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under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successively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decreasing</a:t>
            </a:r>
            <a:r>
              <a:rPr sz="20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pressures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induce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flashing.</a:t>
            </a:r>
            <a:r>
              <a:rPr sz="20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vapor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produced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then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condensed</a:t>
            </a:r>
            <a:r>
              <a:rPr sz="2000" spc="-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cooled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as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distillate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20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seawater</a:t>
            </a:r>
            <a:r>
              <a:rPr sz="20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tubes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following stage.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02437" y="206197"/>
            <a:ext cx="55391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Desalination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Technologies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123" y="1324355"/>
            <a:ext cx="5256276" cy="23210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4759" y="3875658"/>
            <a:ext cx="8338820" cy="2583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69570" indent="-342900">
              <a:lnSpc>
                <a:spcPct val="100000"/>
              </a:lnSpc>
              <a:spcBef>
                <a:spcPts val="100"/>
              </a:spcBef>
              <a:buSzPct val="150000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Seawater</a:t>
            </a:r>
            <a:r>
              <a:rPr sz="1800" spc="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forced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pass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under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pressure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through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special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semi-permeable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membranes: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pure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r>
              <a:rPr sz="1800" spc="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produced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&amp;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brine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rejected.</a:t>
            </a:r>
            <a:endParaRPr sz="1800">
              <a:latin typeface="Arial MT"/>
              <a:cs typeface="Arial MT"/>
            </a:endParaRPr>
          </a:p>
          <a:p>
            <a:pPr marL="355600" marR="523240" indent="-342900">
              <a:lnSpc>
                <a:spcPct val="100000"/>
              </a:lnSpc>
              <a:spcBef>
                <a:spcPts val="1080"/>
              </a:spcBef>
              <a:buSzPct val="150000"/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differential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pressure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must</a:t>
            </a:r>
            <a:r>
              <a:rPr sz="1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be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high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enough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overcome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natural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tendency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r>
              <a:rPr sz="1800" spc="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move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from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low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salt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concentration side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high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concentration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side,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as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defined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by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osmotic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pressure.</a:t>
            </a:r>
            <a:endParaRPr sz="18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1775"/>
              </a:spcBef>
              <a:buChar char="•"/>
              <a:tabLst>
                <a:tab pos="355600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Operating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pressure: 54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80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bar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seawater</a:t>
            </a:r>
            <a:r>
              <a:rPr sz="1800" spc="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systems (Osmotic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pressure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~</a:t>
            </a:r>
            <a:r>
              <a:rPr sz="1800" spc="-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25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bar</a:t>
            </a:r>
            <a:r>
              <a:rPr sz="1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for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seawater</a:t>
            </a:r>
            <a:r>
              <a:rPr sz="1800" spc="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03399"/>
                </a:solidFill>
                <a:latin typeface="Arial MT"/>
                <a:cs typeface="Arial MT"/>
              </a:rPr>
              <a:t>)</a:t>
            </a: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r>
              <a:rPr sz="1800" spc="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recovery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rate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RO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systems</a:t>
            </a:r>
            <a:r>
              <a:rPr sz="1800" spc="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tends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be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low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~ 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40%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801553"/>
            <a:ext cx="2810247" cy="277070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8805" y="139629"/>
            <a:ext cx="5642610" cy="108394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16205">
              <a:lnSpc>
                <a:spcPct val="100000"/>
              </a:lnSpc>
              <a:spcBef>
                <a:spcPts val="630"/>
              </a:spcBef>
            </a:pP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Desalination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Technologies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900" spc="-240" dirty="0">
                <a:solidFill>
                  <a:srgbClr val="002573"/>
                </a:solidFill>
                <a:latin typeface="Tahoma"/>
                <a:cs typeface="Tahoma"/>
              </a:rPr>
              <a:t>Reverse</a:t>
            </a:r>
            <a:r>
              <a:rPr sz="2900" spc="15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spc="-195" dirty="0">
                <a:solidFill>
                  <a:srgbClr val="002573"/>
                </a:solidFill>
                <a:latin typeface="Tahoma"/>
                <a:cs typeface="Tahoma"/>
              </a:rPr>
              <a:t>Osmosis</a:t>
            </a:r>
            <a:r>
              <a:rPr sz="2900" spc="20" dirty="0">
                <a:solidFill>
                  <a:srgbClr val="002573"/>
                </a:solidFill>
                <a:latin typeface="Tahoma"/>
                <a:cs typeface="Tahoma"/>
              </a:rPr>
              <a:t> </a:t>
            </a:r>
            <a:r>
              <a:rPr sz="2900" spc="-295" dirty="0">
                <a:solidFill>
                  <a:srgbClr val="002573"/>
                </a:solidFill>
                <a:latin typeface="Tahoma"/>
                <a:cs typeface="Tahoma"/>
              </a:rPr>
              <a:t>(RO)</a:t>
            </a:r>
            <a:endParaRPr sz="2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956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Main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Desalination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Technologies</a:t>
            </a:r>
            <a:endParaRPr sz="3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18770" y="1187196"/>
          <a:ext cx="8592818" cy="4788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2005"/>
                <a:gridCol w="3488054"/>
                <a:gridCol w="4302759"/>
              </a:tblGrid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6094C9"/>
                      </a:solidFill>
                      <a:prstDash val="solid"/>
                    </a:lnL>
                    <a:solidFill>
                      <a:srgbClr val="6699CC"/>
                    </a:solidFill>
                  </a:tcPr>
                </a:tc>
                <a:tc>
                  <a:txBody>
                    <a:bodyPr/>
                    <a:lstStyle/>
                    <a:p>
                      <a:pPr marL="11582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Advantages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solidFill>
                      <a:srgbClr val="6699CC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Weaknesses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R w="9525">
                      <a:solidFill>
                        <a:srgbClr val="6094C9"/>
                      </a:solidFill>
                      <a:prstDash val="solid"/>
                    </a:lnR>
                    <a:solidFill>
                      <a:srgbClr val="6699CC"/>
                    </a:solidFill>
                  </a:tcPr>
                </a:tc>
              </a:tr>
              <a:tr h="1555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25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MSF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925" marB="0">
                    <a:lnL w="9525">
                      <a:solidFill>
                        <a:srgbClr val="6094C9"/>
                      </a:solidFill>
                      <a:prstDash val="solid"/>
                    </a:lnL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0" marR="269875" indent="-28702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488950" algn="l"/>
                        </a:tabLst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Simplicity,</a:t>
                      </a:r>
                      <a:r>
                        <a:rPr sz="16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reliability,</a:t>
                      </a:r>
                      <a:r>
                        <a:rPr sz="16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long</a:t>
                      </a:r>
                      <a:r>
                        <a:rPr sz="1600" spc="-6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track record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r>
                        <a:rPr sz="1600" spc="-6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pretreatment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Large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unit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sizes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On-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line</a:t>
                      </a:r>
                      <a:r>
                        <a:rPr sz="1600" spc="3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cleaning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810" indent="-287020">
                        <a:lnSpc>
                          <a:spcPct val="100000"/>
                        </a:lnSpc>
                        <a:spcBef>
                          <a:spcPts val="285"/>
                        </a:spcBef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High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energy</a:t>
                      </a:r>
                      <a:r>
                        <a:rPr sz="16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requirements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84810" indent="-287020">
                        <a:lnSpc>
                          <a:spcPct val="100000"/>
                        </a:lnSpc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appropriate</a:t>
                      </a:r>
                      <a:r>
                        <a:rPr sz="16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single</a:t>
                      </a:r>
                      <a:r>
                        <a:rPr sz="16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purpose</a:t>
                      </a:r>
                      <a:r>
                        <a:rPr sz="16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plants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36195" marB="0">
                    <a:lnR w="9525">
                      <a:solidFill>
                        <a:srgbClr val="6094C9"/>
                      </a:solidFill>
                      <a:prstDash val="solid"/>
                    </a:lnR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</a:tr>
              <a:tr h="12680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MED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9525">
                      <a:solidFill>
                        <a:srgbClr val="6094C9"/>
                      </a:solidFill>
                      <a:prstDash val="solid"/>
                    </a:lnL>
                    <a:lnT w="9525">
                      <a:solidFill>
                        <a:srgbClr val="6094C9"/>
                      </a:solidFill>
                      <a:prstDash val="solid"/>
                    </a:lnT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0" indent="-286385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Minimum</a:t>
                      </a:r>
                      <a:r>
                        <a:rPr sz="1600" spc="-6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pretreatment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r>
                        <a:rPr sz="1600" spc="-6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TDS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water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Less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electrical</a:t>
                      </a:r>
                      <a:r>
                        <a:rPr sz="1600" spc="-6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energy</a:t>
                      </a: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600" spc="-3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MSF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600" spc="-3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capital</a:t>
                      </a:r>
                      <a:r>
                        <a:rPr sz="16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cost</a:t>
                      </a:r>
                      <a:r>
                        <a:rPr sz="1600" spc="-4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600" spc="-3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MSF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T w="9525">
                      <a:solidFill>
                        <a:srgbClr val="6094C9"/>
                      </a:solidFill>
                      <a:prstDash val="solid"/>
                    </a:lnT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810" indent="-287020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600" spc="-6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operate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84810" indent="-287020">
                        <a:lnSpc>
                          <a:spcPct val="100000"/>
                        </a:lnSpc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Small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unit</a:t>
                      </a:r>
                      <a:r>
                        <a:rPr sz="1600" spc="-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sizes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R w="9525">
                      <a:solidFill>
                        <a:srgbClr val="6094C9"/>
                      </a:solidFill>
                      <a:prstDash val="solid"/>
                    </a:lnR>
                    <a:lnT w="9525">
                      <a:solidFill>
                        <a:srgbClr val="6094C9"/>
                      </a:solidFill>
                      <a:prstDash val="solid"/>
                    </a:lnT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</a:tr>
              <a:tr h="15601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25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6094C9"/>
                      </a:solidFill>
                      <a:prstDash val="solid"/>
                    </a:lnL>
                    <a:lnT w="9525">
                      <a:solidFill>
                        <a:srgbClr val="6094C9"/>
                      </a:solidFill>
                      <a:prstDash val="solid"/>
                    </a:lnT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0" marR="699770" indent="-287020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Less</a:t>
                      </a:r>
                      <a:r>
                        <a:rPr sz="1600" spc="-3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energy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needed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than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thermal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Less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feed</a:t>
                      </a:r>
                      <a:r>
                        <a:rPr sz="1600" spc="-3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water</a:t>
                      </a: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needed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88950" indent="-286385">
                        <a:lnSpc>
                          <a:spcPct val="100000"/>
                        </a:lnSpc>
                        <a:buChar char="•"/>
                        <a:tabLst>
                          <a:tab pos="48895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Lower</a:t>
                      </a:r>
                      <a:r>
                        <a:rPr sz="1600" spc="-3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capital</a:t>
                      </a:r>
                      <a:r>
                        <a:rPr sz="16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costs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T w="9525">
                      <a:solidFill>
                        <a:srgbClr val="6094C9"/>
                      </a:solidFill>
                      <a:prstDash val="solid"/>
                    </a:lnT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4810" marR="241935" indent="-287020">
                        <a:lnSpc>
                          <a:spcPct val="100000"/>
                        </a:lnSpc>
                        <a:spcBef>
                          <a:spcPts val="325"/>
                        </a:spcBef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Extremely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dependent</a:t>
                      </a:r>
                      <a:r>
                        <a:rPr sz="1600" spc="-3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sz="1600" spc="-3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effectiveness</a:t>
                      </a:r>
                      <a:r>
                        <a:rPr sz="1600" spc="-3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of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pretreatment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84810" indent="-287020">
                        <a:lnSpc>
                          <a:spcPct val="100000"/>
                        </a:lnSpc>
                        <a:spcBef>
                          <a:spcPts val="5"/>
                        </a:spcBef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More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complex</a:t>
                      </a:r>
                      <a:r>
                        <a:rPr sz="1600" spc="-6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4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operate</a:t>
                      </a:r>
                      <a:r>
                        <a:rPr sz="1600" spc="-3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than</a:t>
                      </a:r>
                      <a:r>
                        <a:rPr sz="1600" spc="-5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thermal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84810" indent="-287020">
                        <a:lnSpc>
                          <a:spcPct val="100000"/>
                        </a:lnSpc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Low</a:t>
                      </a:r>
                      <a:r>
                        <a:rPr sz="16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6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purity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384810" indent="-287020">
                        <a:lnSpc>
                          <a:spcPct val="100000"/>
                        </a:lnSpc>
                        <a:buChar char="•"/>
                        <a:tabLst>
                          <a:tab pos="384810" algn="l"/>
                        </a:tabLst>
                      </a:pP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Boron</a:t>
                      </a:r>
                      <a:r>
                        <a:rPr sz="16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issues</a:t>
                      </a:r>
                      <a:r>
                        <a:rPr sz="16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be</a:t>
                      </a:r>
                      <a:r>
                        <a:rPr sz="16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addressed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R w="9525">
                      <a:solidFill>
                        <a:srgbClr val="6094C9"/>
                      </a:solidFill>
                      <a:prstDash val="solid"/>
                    </a:lnR>
                    <a:lnT w="9525">
                      <a:solidFill>
                        <a:srgbClr val="6094C9"/>
                      </a:solidFill>
                      <a:prstDash val="solid"/>
                    </a:lnT>
                    <a:lnB w="9525">
                      <a:solidFill>
                        <a:srgbClr val="6094C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738743" y="6513982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66CC"/>
                </a:solidFill>
                <a:latin typeface="Arial MT"/>
                <a:cs typeface="Arial MT"/>
              </a:rPr>
              <a:t>13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4881" y="301878"/>
            <a:ext cx="78784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Coupling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Nuclear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Reactors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with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Desalination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6963" y="1225422"/>
            <a:ext cx="7915909" cy="5020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Existing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planned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nuclear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power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stations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produce </a:t>
            </a:r>
            <a:r>
              <a:rPr sz="2000" dirty="0">
                <a:latin typeface="Arial MT"/>
                <a:cs typeface="Arial MT"/>
              </a:rPr>
              <a:t>fresh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water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surplus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of</a:t>
            </a:r>
            <a:endParaRPr sz="20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50"/>
              </a:spcBef>
            </a:pP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Waste</a:t>
            </a:r>
            <a:r>
              <a:rPr sz="1800" b="1" spc="-10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heat</a:t>
            </a:r>
            <a:endParaRPr sz="1800">
              <a:latin typeface="Arial"/>
              <a:cs typeface="Arial"/>
            </a:endParaRPr>
          </a:p>
          <a:p>
            <a:pPr marL="1155065" indent="-227965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1155065" algn="l"/>
              </a:tabLst>
            </a:pPr>
            <a:r>
              <a:rPr sz="1600" dirty="0">
                <a:latin typeface="Arial MT"/>
                <a:cs typeface="Arial MT"/>
              </a:rPr>
              <a:t>MED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desalination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plants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0"/>
              </a:spcBef>
              <a:buChar char="–"/>
              <a:tabLst>
                <a:tab pos="1613535" algn="l"/>
              </a:tabLst>
            </a:pPr>
            <a:r>
              <a:rPr sz="1600" spc="-55" dirty="0">
                <a:latin typeface="Arial MT"/>
                <a:cs typeface="Arial MT"/>
              </a:rPr>
              <a:t>GT-</a:t>
            </a:r>
            <a:r>
              <a:rPr sz="1600" dirty="0">
                <a:latin typeface="Arial MT"/>
                <a:cs typeface="Arial MT"/>
              </a:rPr>
              <a:t>MHR,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flash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tank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intercoolers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reject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heat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0"/>
              </a:spcBef>
              <a:buChar char="–"/>
              <a:tabLst>
                <a:tab pos="1613535" algn="l"/>
              </a:tabLst>
            </a:pPr>
            <a:r>
              <a:rPr sz="1600" spc="-40" dirty="0">
                <a:latin typeface="Arial MT"/>
                <a:cs typeface="Arial MT"/>
              </a:rPr>
              <a:t>HRT,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steam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extractions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0"/>
              </a:spcBef>
              <a:buChar char="–"/>
              <a:tabLst>
                <a:tab pos="1613535" algn="l"/>
              </a:tabLst>
            </a:pPr>
            <a:r>
              <a:rPr sz="1600" dirty="0">
                <a:latin typeface="Arial MT"/>
                <a:cs typeface="Arial MT"/>
              </a:rPr>
              <a:t>PWR,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low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pressure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steam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extraction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4"/>
              </a:spcBef>
              <a:buChar char="–"/>
              <a:tabLst>
                <a:tab pos="1613535" algn="l"/>
              </a:tabLst>
            </a:pPr>
            <a:r>
              <a:rPr sz="1600" dirty="0">
                <a:latin typeface="Arial MT"/>
                <a:cs typeface="Arial MT"/>
              </a:rPr>
              <a:t>AP1000,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condenser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reject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heat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0"/>
              </a:spcBef>
              <a:buChar char="–"/>
              <a:tabLst>
                <a:tab pos="1613535" algn="l"/>
              </a:tabLst>
            </a:pPr>
            <a:r>
              <a:rPr sz="1600" dirty="0">
                <a:latin typeface="Arial MT"/>
                <a:cs typeface="Arial MT"/>
              </a:rPr>
              <a:t>FPU,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condenser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reject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heat</a:t>
            </a:r>
            <a:endParaRPr sz="1600">
              <a:latin typeface="Arial MT"/>
              <a:cs typeface="Arial MT"/>
            </a:endParaRPr>
          </a:p>
          <a:p>
            <a:pPr marL="1155065" indent="-22796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1155065" algn="l"/>
              </a:tabLst>
            </a:pPr>
            <a:r>
              <a:rPr sz="1600" dirty="0">
                <a:latin typeface="Arial MT"/>
                <a:cs typeface="Arial MT"/>
              </a:rPr>
              <a:t>MSF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desalination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plants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0"/>
              </a:spcBef>
              <a:buChar char="–"/>
              <a:tabLst>
                <a:tab pos="1613535" algn="l"/>
              </a:tabLst>
            </a:pPr>
            <a:r>
              <a:rPr sz="1600" dirty="0">
                <a:latin typeface="Arial MT"/>
                <a:cs typeface="Arial MT"/>
              </a:rPr>
              <a:t>BWR,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flash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tank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turbine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steam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extractions</a:t>
            </a:r>
            <a:endParaRPr sz="1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Electricity</a:t>
            </a:r>
            <a:endParaRPr sz="1800">
              <a:latin typeface="Arial"/>
              <a:cs typeface="Arial"/>
            </a:endParaRPr>
          </a:p>
          <a:p>
            <a:pPr marL="1155065" indent="-227965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1155065" algn="l"/>
              </a:tabLst>
            </a:pPr>
            <a:r>
              <a:rPr sz="1600" dirty="0">
                <a:latin typeface="Arial MT"/>
                <a:cs typeface="Arial MT"/>
              </a:rPr>
              <a:t>RO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desalination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plants</a:t>
            </a:r>
            <a:endParaRPr sz="1600">
              <a:latin typeface="Arial MT"/>
              <a:cs typeface="Arial MT"/>
            </a:endParaRPr>
          </a:p>
          <a:p>
            <a:pPr marL="1613535" lvl="1" indent="-229235">
              <a:lnSpc>
                <a:spcPct val="100000"/>
              </a:lnSpc>
              <a:spcBef>
                <a:spcPts val="480"/>
              </a:spcBef>
              <a:buChar char="–"/>
              <a:tabLst>
                <a:tab pos="1613535" algn="l"/>
              </a:tabLst>
            </a:pPr>
            <a:r>
              <a:rPr sz="1600" dirty="0">
                <a:latin typeface="Arial MT"/>
                <a:cs typeface="Arial MT"/>
              </a:rPr>
              <a:t>Any plant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(e.g.,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CANDU-</a:t>
            </a:r>
            <a:r>
              <a:rPr sz="1600" spc="-25" dirty="0">
                <a:latin typeface="Arial MT"/>
                <a:cs typeface="Arial MT"/>
              </a:rPr>
              <a:t>6)</a:t>
            </a:r>
            <a:endParaRPr sz="1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35"/>
              </a:spcBef>
            </a:pP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Hybrid</a:t>
            </a:r>
            <a:r>
              <a:rPr sz="1800" b="1" spc="-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(combination</a:t>
            </a:r>
            <a:r>
              <a:rPr sz="18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heat</a:t>
            </a:r>
            <a:r>
              <a:rPr sz="1800" b="1" spc="-2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18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Arial"/>
                <a:cs typeface="Arial"/>
              </a:rPr>
              <a:t>electricity)</a:t>
            </a:r>
            <a:endParaRPr sz="1800">
              <a:latin typeface="Arial"/>
              <a:cs typeface="Arial"/>
            </a:endParaRPr>
          </a:p>
          <a:p>
            <a:pPr marL="1613535" lvl="1" indent="-229235">
              <a:lnSpc>
                <a:spcPct val="100000"/>
              </a:lnSpc>
              <a:spcBef>
                <a:spcPts val="484"/>
              </a:spcBef>
              <a:buChar char="–"/>
              <a:tabLst>
                <a:tab pos="1613535" algn="l"/>
              </a:tabLst>
            </a:pPr>
            <a:r>
              <a:rPr sz="1600" dirty="0">
                <a:latin typeface="Arial MT"/>
                <a:cs typeface="Arial MT"/>
              </a:rPr>
              <a:t>PHWR: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steam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extraction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MSF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electricity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RO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099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Experience</a:t>
            </a:r>
            <a:r>
              <a:rPr sz="3600" spc="-110" dirty="0"/>
              <a:t> </a:t>
            </a:r>
            <a:r>
              <a:rPr sz="3600" dirty="0"/>
              <a:t>on</a:t>
            </a:r>
            <a:r>
              <a:rPr sz="3600" spc="-105" dirty="0"/>
              <a:t> </a:t>
            </a:r>
            <a:r>
              <a:rPr sz="3600" dirty="0"/>
              <a:t>Nuclear</a:t>
            </a:r>
            <a:r>
              <a:rPr sz="3600" spc="-114" dirty="0"/>
              <a:t> </a:t>
            </a:r>
            <a:r>
              <a:rPr sz="3600" spc="-10" dirty="0"/>
              <a:t>Desalination</a:t>
            </a:r>
            <a:endParaRPr sz="36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43573" y="1346835"/>
          <a:ext cx="8856341" cy="5192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1300"/>
                <a:gridCol w="1979929"/>
                <a:gridCol w="1548764"/>
                <a:gridCol w="1763394"/>
                <a:gridCol w="2052954"/>
              </a:tblGrid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Plant</a:t>
                      </a:r>
                      <a:r>
                        <a:rPr sz="1600" b="1" spc="-2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spc="-1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 marR="203200" indent="-342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Gross</a:t>
                      </a:r>
                      <a:r>
                        <a:rPr sz="1600" b="1" spc="-5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power [MW(e)]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975" marR="238760" indent="-3429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Water</a:t>
                      </a:r>
                      <a:r>
                        <a:rPr sz="1600" b="1" spc="-10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capacity [m</a:t>
                      </a:r>
                      <a:r>
                        <a:rPr sz="1575" b="1" spc="-15" baseline="2645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3</a:t>
                      </a:r>
                      <a:r>
                        <a:rPr sz="1600" b="1" spc="-1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/d]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20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b="1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Reactor</a:t>
                      </a:r>
                      <a:r>
                        <a:rPr sz="1600" b="1" spc="-5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type/ </a:t>
                      </a:r>
                      <a:r>
                        <a:rPr sz="1600" b="1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Desal.</a:t>
                      </a:r>
                      <a:r>
                        <a:rPr sz="1600" b="1" spc="-45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7E4D00"/>
                          </a:solidFill>
                          <a:latin typeface="Arial"/>
                          <a:cs typeface="Arial"/>
                        </a:rPr>
                        <a:t>process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Shevchenko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Aktau,</a:t>
                      </a:r>
                      <a:r>
                        <a:rPr sz="1600" spc="-1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Kazakhstan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150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80000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–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145000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FBR/MSF&amp;MED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Ikata-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1,2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Ehime,</a:t>
                      </a:r>
                      <a:r>
                        <a:rPr sz="1600" spc="-4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566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LWR/MSF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703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Ikata-</a:t>
                      </a:r>
                      <a:r>
                        <a:rPr sz="1600" spc="-5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Ehime,</a:t>
                      </a:r>
                      <a:r>
                        <a:rPr sz="1600" spc="-4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890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LWR/RO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Ohi-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1,2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Fukui,</a:t>
                      </a:r>
                      <a:r>
                        <a:rPr sz="1600" spc="-3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1175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3900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LWR/MSF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259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Ohi-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3,4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Fukui,</a:t>
                      </a:r>
                      <a:r>
                        <a:rPr sz="1600" spc="-3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1180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2600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LWR/RO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Genkai-</a:t>
                      </a:r>
                      <a:r>
                        <a:rPr sz="1600" spc="-5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Fukuoka,</a:t>
                      </a:r>
                      <a:r>
                        <a:rPr sz="1600" spc="-7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1180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LWR/RO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5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Genkai-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3,4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Fukuoka,</a:t>
                      </a:r>
                      <a:r>
                        <a:rPr sz="1600" spc="-7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1180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LWR/MED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4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Takahama-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3,4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Fukui,</a:t>
                      </a:r>
                      <a:r>
                        <a:rPr sz="1600" spc="-3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870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1000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LWR/RO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Diablo</a:t>
                      </a:r>
                      <a:endParaRPr sz="1600">
                        <a:latin typeface="Arial MT"/>
                        <a:cs typeface="Arial MT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Canyon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4340" marR="336550" indent="-3429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San</a:t>
                      </a:r>
                      <a:r>
                        <a:rPr sz="1600" spc="-1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Luis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Obispo, </a:t>
                      </a:r>
                      <a:r>
                        <a:rPr sz="1600" spc="-2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USA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5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1100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2180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solidFill>
                            <a:srgbClr val="3366CC"/>
                          </a:solidFill>
                          <a:latin typeface="Arial MT"/>
                          <a:cs typeface="Arial MT"/>
                        </a:rPr>
                        <a:t>LWR/RO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NDDP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Kalpakkam,</a:t>
                      </a:r>
                      <a:r>
                        <a:rPr sz="1600" spc="-75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India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sz="1600" spc="-1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x</a:t>
                      </a:r>
                      <a:r>
                        <a:rPr sz="1600" spc="5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25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170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1800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PHWR/RO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Karachi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Karachi,</a:t>
                      </a:r>
                      <a:r>
                        <a:rPr sz="1600" spc="-6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Pakistan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5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175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0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1600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25" dirty="0">
                          <a:solidFill>
                            <a:srgbClr val="CC3300"/>
                          </a:solidFill>
                          <a:latin typeface="Arial MT"/>
                          <a:cs typeface="Arial MT"/>
                        </a:rPr>
                        <a:t>MED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491865" y="5680265"/>
            <a:ext cx="3265170" cy="1133475"/>
            <a:chOff x="3491865" y="5680265"/>
            <a:chExt cx="3265170" cy="1133475"/>
          </a:xfrm>
        </p:grpSpPr>
        <p:sp>
          <p:nvSpPr>
            <p:cNvPr id="8" name="object 8"/>
            <p:cNvSpPr/>
            <p:nvPr/>
          </p:nvSpPr>
          <p:spPr>
            <a:xfrm>
              <a:off x="3491865" y="5680265"/>
              <a:ext cx="3265170" cy="1133475"/>
            </a:xfrm>
            <a:custGeom>
              <a:avLst/>
              <a:gdLst/>
              <a:ahLst/>
              <a:cxnLst/>
              <a:rect l="l" t="t" r="r" b="b"/>
              <a:pathLst>
                <a:path w="3265170" h="1133475">
                  <a:moveTo>
                    <a:pt x="3167634" y="0"/>
                  </a:moveTo>
                  <a:lnTo>
                    <a:pt x="0" y="681482"/>
                  </a:lnTo>
                  <a:lnTo>
                    <a:pt x="97155" y="1133109"/>
                  </a:lnTo>
                  <a:lnTo>
                    <a:pt x="3264789" y="451624"/>
                  </a:lnTo>
                  <a:lnTo>
                    <a:pt x="3167634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53901" y="6053378"/>
              <a:ext cx="2102246" cy="60696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5853303" y="5880143"/>
            <a:ext cx="568960" cy="321310"/>
          </a:xfrm>
          <a:custGeom>
            <a:avLst/>
            <a:gdLst/>
            <a:ahLst/>
            <a:cxnLst/>
            <a:rect l="l" t="t" r="r" b="b"/>
            <a:pathLst>
              <a:path w="568960" h="321310">
                <a:moveTo>
                  <a:pt x="109253" y="129916"/>
                </a:moveTo>
                <a:lnTo>
                  <a:pt x="47751" y="129916"/>
                </a:lnTo>
                <a:lnTo>
                  <a:pt x="55245" y="131186"/>
                </a:lnTo>
                <a:lnTo>
                  <a:pt x="61975" y="135516"/>
                </a:lnTo>
                <a:lnTo>
                  <a:pt x="76580" y="169636"/>
                </a:lnTo>
                <a:lnTo>
                  <a:pt x="76200" y="177032"/>
                </a:lnTo>
                <a:lnTo>
                  <a:pt x="62126" y="216468"/>
                </a:lnTo>
                <a:lnTo>
                  <a:pt x="42719" y="250593"/>
                </a:lnTo>
                <a:lnTo>
                  <a:pt x="15668" y="292784"/>
                </a:lnTo>
                <a:lnTo>
                  <a:pt x="0" y="315539"/>
                </a:lnTo>
                <a:lnTo>
                  <a:pt x="1270" y="320924"/>
                </a:lnTo>
                <a:lnTo>
                  <a:pt x="105918" y="298394"/>
                </a:lnTo>
                <a:lnTo>
                  <a:pt x="109835" y="278099"/>
                </a:lnTo>
                <a:lnTo>
                  <a:pt x="37464" y="278099"/>
                </a:lnTo>
                <a:lnTo>
                  <a:pt x="55731" y="253960"/>
                </a:lnTo>
                <a:lnTo>
                  <a:pt x="81881" y="217665"/>
                </a:lnTo>
                <a:lnTo>
                  <a:pt x="102822" y="181520"/>
                </a:lnTo>
                <a:lnTo>
                  <a:pt x="110786" y="155252"/>
                </a:lnTo>
                <a:lnTo>
                  <a:pt x="110855" y="154858"/>
                </a:lnTo>
                <a:lnTo>
                  <a:pt x="111176" y="150059"/>
                </a:lnTo>
                <a:lnTo>
                  <a:pt x="111239" y="149119"/>
                </a:lnTo>
                <a:lnTo>
                  <a:pt x="111352" y="146426"/>
                </a:lnTo>
                <a:lnTo>
                  <a:pt x="111131" y="141319"/>
                </a:lnTo>
                <a:lnTo>
                  <a:pt x="111045" y="139333"/>
                </a:lnTo>
                <a:lnTo>
                  <a:pt x="109855" y="131770"/>
                </a:lnTo>
                <a:lnTo>
                  <a:pt x="109253" y="129916"/>
                </a:lnTo>
                <a:close/>
              </a:path>
              <a:path w="568960" h="321310">
                <a:moveTo>
                  <a:pt x="117348" y="239174"/>
                </a:moveTo>
                <a:lnTo>
                  <a:pt x="110489" y="240647"/>
                </a:lnTo>
                <a:lnTo>
                  <a:pt x="107950" y="249905"/>
                </a:lnTo>
                <a:lnTo>
                  <a:pt x="104648" y="256446"/>
                </a:lnTo>
                <a:lnTo>
                  <a:pt x="37464" y="278099"/>
                </a:lnTo>
                <a:lnTo>
                  <a:pt x="109835" y="278099"/>
                </a:lnTo>
                <a:lnTo>
                  <a:pt x="117348" y="239174"/>
                </a:lnTo>
                <a:close/>
              </a:path>
              <a:path w="568960" h="321310">
                <a:moveTo>
                  <a:pt x="62390" y="97927"/>
                </a:moveTo>
                <a:lnTo>
                  <a:pt x="23496" y="114524"/>
                </a:lnTo>
                <a:lnTo>
                  <a:pt x="5486" y="149119"/>
                </a:lnTo>
                <a:lnTo>
                  <a:pt x="3556" y="160116"/>
                </a:lnTo>
                <a:lnTo>
                  <a:pt x="9525" y="161424"/>
                </a:lnTo>
                <a:lnTo>
                  <a:pt x="14974" y="150059"/>
                </a:lnTo>
                <a:lnTo>
                  <a:pt x="21780" y="141319"/>
                </a:lnTo>
                <a:lnTo>
                  <a:pt x="29920" y="135205"/>
                </a:lnTo>
                <a:lnTo>
                  <a:pt x="39232" y="131770"/>
                </a:lnTo>
                <a:lnTo>
                  <a:pt x="47751" y="129916"/>
                </a:lnTo>
                <a:lnTo>
                  <a:pt x="109253" y="129916"/>
                </a:lnTo>
                <a:lnTo>
                  <a:pt x="107235" y="123700"/>
                </a:lnTo>
                <a:lnTo>
                  <a:pt x="72024" y="98394"/>
                </a:lnTo>
                <a:lnTo>
                  <a:pt x="62390" y="97927"/>
                </a:lnTo>
                <a:close/>
              </a:path>
              <a:path w="568960" h="321310">
                <a:moveTo>
                  <a:pt x="218106" y="64109"/>
                </a:moveTo>
                <a:lnTo>
                  <a:pt x="182499" y="82958"/>
                </a:lnTo>
                <a:lnTo>
                  <a:pt x="161661" y="122536"/>
                </a:lnTo>
                <a:lnTo>
                  <a:pt x="151892" y="163964"/>
                </a:lnTo>
                <a:lnTo>
                  <a:pt x="150205" y="187159"/>
                </a:lnTo>
                <a:lnTo>
                  <a:pt x="150098" y="199492"/>
                </a:lnTo>
                <a:lnTo>
                  <a:pt x="151445" y="216742"/>
                </a:lnTo>
                <a:lnTo>
                  <a:pt x="154305" y="233649"/>
                </a:lnTo>
                <a:lnTo>
                  <a:pt x="156192" y="240863"/>
                </a:lnTo>
                <a:lnTo>
                  <a:pt x="156253" y="241096"/>
                </a:lnTo>
                <a:lnTo>
                  <a:pt x="179756" y="275402"/>
                </a:lnTo>
                <a:lnTo>
                  <a:pt x="199771" y="282481"/>
                </a:lnTo>
                <a:lnTo>
                  <a:pt x="207391" y="280830"/>
                </a:lnTo>
                <a:lnTo>
                  <a:pt x="213465" y="279137"/>
                </a:lnTo>
                <a:lnTo>
                  <a:pt x="219313" y="276708"/>
                </a:lnTo>
                <a:lnTo>
                  <a:pt x="224946" y="273547"/>
                </a:lnTo>
                <a:lnTo>
                  <a:pt x="227312" y="271851"/>
                </a:lnTo>
                <a:lnTo>
                  <a:pt x="203200" y="271851"/>
                </a:lnTo>
                <a:lnTo>
                  <a:pt x="199644" y="271165"/>
                </a:lnTo>
                <a:lnTo>
                  <a:pt x="196596" y="269006"/>
                </a:lnTo>
                <a:lnTo>
                  <a:pt x="193421" y="266847"/>
                </a:lnTo>
                <a:lnTo>
                  <a:pt x="191262" y="263393"/>
                </a:lnTo>
                <a:lnTo>
                  <a:pt x="190246" y="258630"/>
                </a:lnTo>
                <a:lnTo>
                  <a:pt x="188849" y="251848"/>
                </a:lnTo>
                <a:lnTo>
                  <a:pt x="188087" y="243746"/>
                </a:lnTo>
                <a:lnTo>
                  <a:pt x="188029" y="227776"/>
                </a:lnTo>
                <a:lnTo>
                  <a:pt x="188261" y="221967"/>
                </a:lnTo>
                <a:lnTo>
                  <a:pt x="188359" y="219515"/>
                </a:lnTo>
                <a:lnTo>
                  <a:pt x="191764" y="166480"/>
                </a:lnTo>
                <a:lnTo>
                  <a:pt x="195244" y="127065"/>
                </a:lnTo>
                <a:lnTo>
                  <a:pt x="203454" y="82354"/>
                </a:lnTo>
                <a:lnTo>
                  <a:pt x="218059" y="73947"/>
                </a:lnTo>
                <a:lnTo>
                  <a:pt x="245595" y="73947"/>
                </a:lnTo>
                <a:lnTo>
                  <a:pt x="242730" y="71525"/>
                </a:lnTo>
                <a:lnTo>
                  <a:pt x="237109" y="68079"/>
                </a:lnTo>
                <a:lnTo>
                  <a:pt x="231060" y="65619"/>
                </a:lnTo>
                <a:lnTo>
                  <a:pt x="224726" y="64296"/>
                </a:lnTo>
                <a:lnTo>
                  <a:pt x="218106" y="64109"/>
                </a:lnTo>
                <a:close/>
              </a:path>
              <a:path w="568960" h="321310">
                <a:moveTo>
                  <a:pt x="245595" y="73947"/>
                </a:moveTo>
                <a:lnTo>
                  <a:pt x="218059" y="73947"/>
                </a:lnTo>
                <a:lnTo>
                  <a:pt x="221788" y="74734"/>
                </a:lnTo>
                <a:lnTo>
                  <a:pt x="221577" y="74734"/>
                </a:lnTo>
                <a:lnTo>
                  <a:pt x="233040" y="106320"/>
                </a:lnTo>
                <a:lnTo>
                  <a:pt x="232937" y="124711"/>
                </a:lnTo>
                <a:lnTo>
                  <a:pt x="230368" y="166003"/>
                </a:lnTo>
                <a:lnTo>
                  <a:pt x="226125" y="219515"/>
                </a:lnTo>
                <a:lnTo>
                  <a:pt x="218858" y="261145"/>
                </a:lnTo>
                <a:lnTo>
                  <a:pt x="203200" y="271851"/>
                </a:lnTo>
                <a:lnTo>
                  <a:pt x="227312" y="271851"/>
                </a:lnTo>
                <a:lnTo>
                  <a:pt x="252081" y="241850"/>
                </a:lnTo>
                <a:lnTo>
                  <a:pt x="266495" y="199492"/>
                </a:lnTo>
                <a:lnTo>
                  <a:pt x="266567" y="199195"/>
                </a:lnTo>
                <a:lnTo>
                  <a:pt x="270653" y="163964"/>
                </a:lnTo>
                <a:lnTo>
                  <a:pt x="270763" y="161996"/>
                </a:lnTo>
                <a:lnTo>
                  <a:pt x="266573" y="112974"/>
                </a:lnTo>
                <a:lnTo>
                  <a:pt x="247792" y="75804"/>
                </a:lnTo>
                <a:lnTo>
                  <a:pt x="245595" y="73947"/>
                </a:lnTo>
                <a:close/>
              </a:path>
              <a:path w="568960" h="321310">
                <a:moveTo>
                  <a:pt x="384750" y="62136"/>
                </a:moveTo>
                <a:lnTo>
                  <a:pt x="332359" y="62136"/>
                </a:lnTo>
                <a:lnTo>
                  <a:pt x="336423" y="62593"/>
                </a:lnTo>
                <a:lnTo>
                  <a:pt x="339725" y="64599"/>
                </a:lnTo>
                <a:lnTo>
                  <a:pt x="346583" y="78811"/>
                </a:lnTo>
                <a:lnTo>
                  <a:pt x="346583" y="82367"/>
                </a:lnTo>
                <a:lnTo>
                  <a:pt x="345948" y="90761"/>
                </a:lnTo>
                <a:lnTo>
                  <a:pt x="344805" y="106636"/>
                </a:lnTo>
                <a:lnTo>
                  <a:pt x="337438" y="211132"/>
                </a:lnTo>
                <a:lnTo>
                  <a:pt x="336676" y="222372"/>
                </a:lnTo>
                <a:lnTo>
                  <a:pt x="335407" y="229915"/>
                </a:lnTo>
                <a:lnTo>
                  <a:pt x="305435" y="249842"/>
                </a:lnTo>
                <a:lnTo>
                  <a:pt x="305054" y="255569"/>
                </a:lnTo>
                <a:lnTo>
                  <a:pt x="404368" y="234183"/>
                </a:lnTo>
                <a:lnTo>
                  <a:pt x="404665" y="230830"/>
                </a:lnTo>
                <a:lnTo>
                  <a:pt x="387858" y="230830"/>
                </a:lnTo>
                <a:lnTo>
                  <a:pt x="383286" y="230271"/>
                </a:lnTo>
                <a:lnTo>
                  <a:pt x="381000" y="229090"/>
                </a:lnTo>
                <a:lnTo>
                  <a:pt x="376427" y="224912"/>
                </a:lnTo>
                <a:lnTo>
                  <a:pt x="375031" y="222702"/>
                </a:lnTo>
                <a:lnTo>
                  <a:pt x="374014" y="218054"/>
                </a:lnTo>
                <a:lnTo>
                  <a:pt x="374111" y="211132"/>
                </a:lnTo>
                <a:lnTo>
                  <a:pt x="374776" y="203118"/>
                </a:lnTo>
                <a:lnTo>
                  <a:pt x="384374" y="67457"/>
                </a:lnTo>
                <a:lnTo>
                  <a:pt x="384435" y="66593"/>
                </a:lnTo>
                <a:lnTo>
                  <a:pt x="384537" y="65146"/>
                </a:lnTo>
                <a:lnTo>
                  <a:pt x="384638" y="63723"/>
                </a:lnTo>
                <a:lnTo>
                  <a:pt x="384750" y="62136"/>
                </a:lnTo>
                <a:close/>
              </a:path>
              <a:path w="568960" h="321310">
                <a:moveTo>
                  <a:pt x="404875" y="228455"/>
                </a:moveTo>
                <a:lnTo>
                  <a:pt x="394208" y="230131"/>
                </a:lnTo>
                <a:lnTo>
                  <a:pt x="387858" y="230830"/>
                </a:lnTo>
                <a:lnTo>
                  <a:pt x="404665" y="230830"/>
                </a:lnTo>
                <a:lnTo>
                  <a:pt x="404746" y="229915"/>
                </a:lnTo>
                <a:lnTo>
                  <a:pt x="404819" y="229090"/>
                </a:lnTo>
                <a:lnTo>
                  <a:pt x="404875" y="228455"/>
                </a:lnTo>
                <a:close/>
              </a:path>
              <a:path w="568960" h="321310">
                <a:moveTo>
                  <a:pt x="387223" y="27185"/>
                </a:moveTo>
                <a:lnTo>
                  <a:pt x="381126" y="28493"/>
                </a:lnTo>
                <a:lnTo>
                  <a:pt x="310896" y="62326"/>
                </a:lnTo>
                <a:lnTo>
                  <a:pt x="313309" y="67457"/>
                </a:lnTo>
                <a:lnTo>
                  <a:pt x="320294" y="65146"/>
                </a:lnTo>
                <a:lnTo>
                  <a:pt x="324993" y="63723"/>
                </a:lnTo>
                <a:lnTo>
                  <a:pt x="332359" y="62136"/>
                </a:lnTo>
                <a:lnTo>
                  <a:pt x="384750" y="62136"/>
                </a:lnTo>
                <a:lnTo>
                  <a:pt x="387130" y="28493"/>
                </a:lnTo>
                <a:lnTo>
                  <a:pt x="387223" y="27185"/>
                </a:lnTo>
                <a:close/>
              </a:path>
              <a:path w="568960" h="321310">
                <a:moveTo>
                  <a:pt x="516048" y="0"/>
                </a:moveTo>
                <a:lnTo>
                  <a:pt x="480496" y="18848"/>
                </a:lnTo>
                <a:lnTo>
                  <a:pt x="475236" y="26106"/>
                </a:lnTo>
                <a:lnTo>
                  <a:pt x="475138" y="26241"/>
                </a:lnTo>
                <a:lnTo>
                  <a:pt x="455596" y="71416"/>
                </a:lnTo>
                <a:lnTo>
                  <a:pt x="448264" y="117796"/>
                </a:lnTo>
                <a:lnTo>
                  <a:pt x="448103" y="135384"/>
                </a:lnTo>
                <a:lnTo>
                  <a:pt x="449443" y="152633"/>
                </a:lnTo>
                <a:lnTo>
                  <a:pt x="460015" y="190737"/>
                </a:lnTo>
                <a:lnTo>
                  <a:pt x="490220" y="217546"/>
                </a:lnTo>
                <a:lnTo>
                  <a:pt x="497713" y="218371"/>
                </a:lnTo>
                <a:lnTo>
                  <a:pt x="505333" y="216720"/>
                </a:lnTo>
                <a:lnTo>
                  <a:pt x="511407" y="215027"/>
                </a:lnTo>
                <a:lnTo>
                  <a:pt x="517255" y="212599"/>
                </a:lnTo>
                <a:lnTo>
                  <a:pt x="522888" y="209437"/>
                </a:lnTo>
                <a:lnTo>
                  <a:pt x="525254" y="207741"/>
                </a:lnTo>
                <a:lnTo>
                  <a:pt x="501142" y="207741"/>
                </a:lnTo>
                <a:lnTo>
                  <a:pt x="497713" y="207068"/>
                </a:lnTo>
                <a:lnTo>
                  <a:pt x="491363" y="202737"/>
                </a:lnTo>
                <a:lnTo>
                  <a:pt x="489331" y="199283"/>
                </a:lnTo>
                <a:lnTo>
                  <a:pt x="488314" y="194520"/>
                </a:lnTo>
                <a:lnTo>
                  <a:pt x="486791" y="187739"/>
                </a:lnTo>
                <a:lnTo>
                  <a:pt x="486029" y="179636"/>
                </a:lnTo>
                <a:lnTo>
                  <a:pt x="485973" y="163666"/>
                </a:lnTo>
                <a:lnTo>
                  <a:pt x="486214" y="157857"/>
                </a:lnTo>
                <a:lnTo>
                  <a:pt x="486315" y="155405"/>
                </a:lnTo>
                <a:lnTo>
                  <a:pt x="489759" y="102370"/>
                </a:lnTo>
                <a:lnTo>
                  <a:pt x="493188" y="62956"/>
                </a:lnTo>
                <a:lnTo>
                  <a:pt x="499618" y="22181"/>
                </a:lnTo>
                <a:lnTo>
                  <a:pt x="516000" y="9837"/>
                </a:lnTo>
                <a:lnTo>
                  <a:pt x="543572" y="9837"/>
                </a:lnTo>
                <a:lnTo>
                  <a:pt x="540692" y="7422"/>
                </a:lnTo>
                <a:lnTo>
                  <a:pt x="535051" y="3970"/>
                </a:lnTo>
                <a:lnTo>
                  <a:pt x="529002" y="1510"/>
                </a:lnTo>
                <a:lnTo>
                  <a:pt x="522668" y="187"/>
                </a:lnTo>
                <a:lnTo>
                  <a:pt x="516048" y="0"/>
                </a:lnTo>
                <a:close/>
              </a:path>
              <a:path w="568960" h="321310">
                <a:moveTo>
                  <a:pt x="543572" y="9837"/>
                </a:moveTo>
                <a:lnTo>
                  <a:pt x="516000" y="9837"/>
                </a:lnTo>
                <a:lnTo>
                  <a:pt x="519730" y="10624"/>
                </a:lnTo>
                <a:lnTo>
                  <a:pt x="519519" y="10624"/>
                </a:lnTo>
                <a:lnTo>
                  <a:pt x="531151" y="55619"/>
                </a:lnTo>
                <a:lnTo>
                  <a:pt x="530479" y="69730"/>
                </a:lnTo>
                <a:lnTo>
                  <a:pt x="528312" y="101894"/>
                </a:lnTo>
                <a:lnTo>
                  <a:pt x="526192" y="130452"/>
                </a:lnTo>
                <a:lnTo>
                  <a:pt x="524351" y="152633"/>
                </a:lnTo>
                <a:lnTo>
                  <a:pt x="524246" y="153895"/>
                </a:lnTo>
                <a:lnTo>
                  <a:pt x="524121" y="155405"/>
                </a:lnTo>
                <a:lnTo>
                  <a:pt x="522097" y="176753"/>
                </a:lnTo>
                <a:lnTo>
                  <a:pt x="520959" y="184054"/>
                </a:lnTo>
                <a:lnTo>
                  <a:pt x="520880" y="184559"/>
                </a:lnTo>
                <a:lnTo>
                  <a:pt x="501142" y="207741"/>
                </a:lnTo>
                <a:lnTo>
                  <a:pt x="525254" y="207741"/>
                </a:lnTo>
                <a:lnTo>
                  <a:pt x="550148" y="177740"/>
                </a:lnTo>
                <a:lnTo>
                  <a:pt x="564456" y="135384"/>
                </a:lnTo>
                <a:lnTo>
                  <a:pt x="568574" y="102370"/>
                </a:lnTo>
                <a:lnTo>
                  <a:pt x="568601" y="101894"/>
                </a:lnTo>
                <a:lnTo>
                  <a:pt x="568718" y="99867"/>
                </a:lnTo>
                <a:lnTo>
                  <a:pt x="568836" y="85230"/>
                </a:lnTo>
                <a:lnTo>
                  <a:pt x="568102" y="72689"/>
                </a:lnTo>
                <a:lnTo>
                  <a:pt x="557710" y="29156"/>
                </a:lnTo>
                <a:lnTo>
                  <a:pt x="545798" y="11704"/>
                </a:lnTo>
                <a:lnTo>
                  <a:pt x="543572" y="9837"/>
                </a:lnTo>
                <a:close/>
              </a:path>
            </a:pathLst>
          </a:custGeom>
          <a:solidFill>
            <a:srgbClr val="00339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4370" y="101041"/>
            <a:ext cx="605917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Types</a:t>
            </a:r>
            <a:r>
              <a:rPr sz="3200" spc="-80" dirty="0"/>
              <a:t> </a:t>
            </a:r>
            <a:r>
              <a:rPr sz="3200" dirty="0"/>
              <a:t>of</a:t>
            </a:r>
            <a:r>
              <a:rPr sz="3200" spc="-55" dirty="0"/>
              <a:t> </a:t>
            </a:r>
            <a:r>
              <a:rPr sz="3200" dirty="0"/>
              <a:t>Nuclear</a:t>
            </a:r>
            <a:r>
              <a:rPr sz="3200" spc="-65" dirty="0"/>
              <a:t> </a:t>
            </a:r>
            <a:r>
              <a:rPr sz="3200" spc="-25" dirty="0"/>
              <a:t>Power</a:t>
            </a:r>
            <a:r>
              <a:rPr sz="3200" spc="-80" dirty="0"/>
              <a:t> </a:t>
            </a:r>
            <a:r>
              <a:rPr sz="3200" dirty="0"/>
              <a:t>Plants</a:t>
            </a:r>
            <a:r>
              <a:rPr sz="3200" spc="-55" dirty="0"/>
              <a:t> </a:t>
            </a:r>
            <a:r>
              <a:rPr sz="3200" spc="-50" dirty="0"/>
              <a:t>&amp; </a:t>
            </a:r>
            <a:r>
              <a:rPr sz="3200" spc="-10" dirty="0"/>
              <a:t>Desalination</a:t>
            </a:r>
            <a:r>
              <a:rPr sz="3200" spc="-85" dirty="0"/>
              <a:t> </a:t>
            </a:r>
            <a:r>
              <a:rPr sz="3200" spc="-35" dirty="0"/>
              <a:t>Technologies</a:t>
            </a:r>
            <a:r>
              <a:rPr sz="3200" spc="-80" dirty="0"/>
              <a:t> </a:t>
            </a:r>
            <a:r>
              <a:rPr sz="3200" spc="-20" dirty="0"/>
              <a:t>used </a:t>
            </a:r>
            <a:r>
              <a:rPr sz="3200" dirty="0"/>
              <a:t>for</a:t>
            </a:r>
            <a:r>
              <a:rPr sz="3200" spc="-55" dirty="0"/>
              <a:t> </a:t>
            </a:r>
            <a:r>
              <a:rPr sz="3200" dirty="0"/>
              <a:t>Nuclear</a:t>
            </a:r>
            <a:r>
              <a:rPr sz="3200" spc="-50" dirty="0"/>
              <a:t> </a:t>
            </a:r>
            <a:r>
              <a:rPr sz="3200" spc="-10" dirty="0"/>
              <a:t>Desalination</a:t>
            </a:r>
            <a:endParaRPr sz="32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61187" y="1734820"/>
          <a:ext cx="8279129" cy="4853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/>
                <a:gridCol w="1943735"/>
                <a:gridCol w="1943735"/>
                <a:gridCol w="3239769"/>
              </a:tblGrid>
              <a:tr h="701040">
                <a:tc>
                  <a:txBody>
                    <a:bodyPr/>
                    <a:lstStyle/>
                    <a:p>
                      <a:pPr marL="91440" marR="298450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Reactor </a:t>
                      </a:r>
                      <a:r>
                        <a:rPr sz="1600" b="1" spc="-2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Country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3944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Desalination process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022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6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Status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223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i="1" spc="-2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LMFR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Kazakhstan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MED,</a:t>
                      </a:r>
                      <a:r>
                        <a:rPr sz="1600" b="1" spc="-3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MSF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Decommissioned</a:t>
                      </a:r>
                      <a:r>
                        <a:rPr sz="1600" spc="-85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(1999)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i="1" spc="-2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PWRs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b="1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MED,</a:t>
                      </a:r>
                      <a:r>
                        <a:rPr sz="1600" b="1" spc="-4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 MSF, </a:t>
                      </a: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Operating</a:t>
                      </a:r>
                      <a:r>
                        <a:rPr sz="1600" spc="-25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&gt;</a:t>
                      </a:r>
                      <a:r>
                        <a:rPr sz="1600" spc="-2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150</a:t>
                      </a:r>
                      <a:r>
                        <a:rPr sz="1600" spc="-4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reactor-years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9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Korea,</a:t>
                      </a:r>
                      <a:r>
                        <a:rPr sz="1600" spc="-6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Argentina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b="1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MED,</a:t>
                      </a:r>
                      <a:r>
                        <a:rPr sz="1600" b="1" spc="-3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2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stage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Russia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b="1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MED,</a:t>
                      </a:r>
                      <a:r>
                        <a:rPr sz="1600" b="1" spc="-4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3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4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stage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b="1" i="1" spc="-2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PHWR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India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b="1" spc="-4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MSF,</a:t>
                      </a:r>
                      <a:r>
                        <a:rPr sz="1600" b="1" spc="-5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Operating</a:t>
                      </a:r>
                      <a:r>
                        <a:rPr sz="1600" spc="-45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since</a:t>
                      </a:r>
                      <a:r>
                        <a:rPr sz="1600" spc="-75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(2002+2010)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Canada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2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stage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40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Pakistan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Operating</a:t>
                      </a:r>
                      <a:r>
                        <a:rPr sz="1600" spc="-45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since</a:t>
                      </a:r>
                      <a:r>
                        <a:rPr sz="1600" spc="-75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(2010)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i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BWR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Japan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MSF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Installed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b="1" i="1" spc="-2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HTGR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South</a:t>
                      </a:r>
                      <a:r>
                        <a:rPr sz="1600" spc="-7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Africa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b="1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MED,</a:t>
                      </a:r>
                      <a:r>
                        <a:rPr sz="1600" b="1" spc="-40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 MSF, </a:t>
                      </a: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2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stage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19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71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i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NHR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China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25" dirty="0">
                          <a:solidFill>
                            <a:srgbClr val="296FFF"/>
                          </a:solidFill>
                          <a:latin typeface="Arial"/>
                          <a:cs typeface="Arial"/>
                        </a:rPr>
                        <a:t>MED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r>
                        <a:rPr sz="1600" spc="-2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600" spc="-10" dirty="0">
                          <a:solidFill>
                            <a:srgbClr val="7E4D00"/>
                          </a:solidFill>
                          <a:latin typeface="Arial MT"/>
                          <a:cs typeface="Arial MT"/>
                        </a:rPr>
                        <a:t>stage</a:t>
                      </a:r>
                      <a:endParaRPr sz="1600">
                        <a:latin typeface="Arial MT"/>
                        <a:cs typeface="Arial MT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4341876"/>
            <a:ext cx="3360420" cy="12512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0200" y="155575"/>
            <a:ext cx="503809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Nuclear</a:t>
            </a:r>
            <a:r>
              <a:rPr sz="2900" spc="-50" dirty="0"/>
              <a:t> </a:t>
            </a:r>
            <a:r>
              <a:rPr sz="2900" dirty="0"/>
              <a:t>Desalination</a:t>
            </a:r>
            <a:r>
              <a:rPr sz="2900" spc="-70" dirty="0"/>
              <a:t> </a:t>
            </a:r>
            <a:r>
              <a:rPr sz="2900" dirty="0"/>
              <a:t>in</a:t>
            </a:r>
            <a:r>
              <a:rPr sz="2900" spc="-25" dirty="0"/>
              <a:t> </a:t>
            </a:r>
            <a:r>
              <a:rPr sz="2900" spc="-10" dirty="0"/>
              <a:t>Japan </a:t>
            </a:r>
            <a:r>
              <a:rPr sz="2900" dirty="0"/>
              <a:t>(8</a:t>
            </a:r>
            <a:r>
              <a:rPr sz="2900" spc="-20" dirty="0"/>
              <a:t> </a:t>
            </a:r>
            <a:r>
              <a:rPr sz="2900" spc="-10" dirty="0"/>
              <a:t>units)</a:t>
            </a:r>
            <a:endParaRPr sz="2900"/>
          </a:p>
        </p:txBody>
      </p:sp>
      <p:grpSp>
        <p:nvGrpSpPr>
          <p:cNvPr id="7" name="object 7"/>
          <p:cNvGrpSpPr/>
          <p:nvPr/>
        </p:nvGrpSpPr>
        <p:grpSpPr>
          <a:xfrm>
            <a:off x="3259835" y="745236"/>
            <a:ext cx="4048125" cy="4939665"/>
            <a:chOff x="3259835" y="745236"/>
            <a:chExt cx="4048125" cy="493966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1483" y="745236"/>
              <a:ext cx="3816096" cy="49392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259835" y="1953768"/>
              <a:ext cx="702945" cy="523240"/>
            </a:xfrm>
            <a:custGeom>
              <a:avLst/>
              <a:gdLst/>
              <a:ahLst/>
              <a:cxnLst/>
              <a:rect l="l" t="t" r="r" b="b"/>
              <a:pathLst>
                <a:path w="702945" h="523239">
                  <a:moveTo>
                    <a:pt x="702563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702563" y="522731"/>
                  </a:lnTo>
                  <a:lnTo>
                    <a:pt x="7025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338829" y="1974545"/>
            <a:ext cx="3321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Ohi,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8829" y="2188591"/>
            <a:ext cx="5092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Kansai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4672" y="4344923"/>
            <a:ext cx="1510665" cy="30797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Takahama,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 Kansai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50308" y="4469891"/>
            <a:ext cx="917575" cy="523240"/>
          </a:xfrm>
          <a:custGeom>
            <a:avLst/>
            <a:gdLst/>
            <a:ahLst/>
            <a:cxnLst/>
            <a:rect l="l" t="t" r="r" b="b"/>
            <a:pathLst>
              <a:path w="917575" h="523239">
                <a:moveTo>
                  <a:pt x="917448" y="0"/>
                </a:moveTo>
                <a:lnTo>
                  <a:pt x="0" y="0"/>
                </a:lnTo>
                <a:lnTo>
                  <a:pt x="0" y="522731"/>
                </a:lnTo>
                <a:lnTo>
                  <a:pt x="917448" y="522731"/>
                </a:lnTo>
                <a:lnTo>
                  <a:pt x="9174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829047" y="4491609"/>
            <a:ext cx="605790" cy="45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Ikata, 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Shikoku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756981" y="2441257"/>
            <a:ext cx="7045959" cy="3796665"/>
            <a:chOff x="1756981" y="2441257"/>
            <a:chExt cx="7045959" cy="379666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4059" y="4026408"/>
              <a:ext cx="2988564" cy="221132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761744" y="2446020"/>
              <a:ext cx="5212715" cy="3239770"/>
            </a:xfrm>
            <a:custGeom>
              <a:avLst/>
              <a:gdLst/>
              <a:ahLst/>
              <a:cxnLst/>
              <a:rect l="l" t="t" r="r" b="b"/>
              <a:pathLst>
                <a:path w="5212715" h="3239770">
                  <a:moveTo>
                    <a:pt x="3745992" y="890269"/>
                  </a:moveTo>
                  <a:lnTo>
                    <a:pt x="5212207" y="0"/>
                  </a:lnTo>
                </a:path>
                <a:path w="5212715" h="3239770">
                  <a:moveTo>
                    <a:pt x="3197733" y="1466341"/>
                  </a:moveTo>
                  <a:lnTo>
                    <a:pt x="1850135" y="214883"/>
                  </a:lnTo>
                </a:path>
                <a:path w="5212715" h="3239770">
                  <a:moveTo>
                    <a:pt x="2988183" y="1507235"/>
                  </a:moveTo>
                  <a:lnTo>
                    <a:pt x="0" y="1895982"/>
                  </a:lnTo>
                </a:path>
                <a:path w="5212715" h="3239770">
                  <a:moveTo>
                    <a:pt x="4052316" y="3239414"/>
                  </a:moveTo>
                  <a:lnTo>
                    <a:pt x="2249423" y="2157984"/>
                  </a:lnTo>
                </a:path>
                <a:path w="5212715" h="3239770">
                  <a:moveTo>
                    <a:pt x="2988436" y="2234946"/>
                  </a:moveTo>
                  <a:lnTo>
                    <a:pt x="2756916" y="2066543"/>
                  </a:lnTo>
                </a:path>
              </a:pathLst>
            </a:custGeom>
            <a:ln w="9144">
              <a:solidFill>
                <a:srgbClr val="6094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739" y="6521297"/>
            <a:ext cx="2074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Photos</a:t>
            </a:r>
            <a:r>
              <a:rPr sz="14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are</a:t>
            </a:r>
            <a:r>
              <a:rPr sz="14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courtesy</a:t>
            </a:r>
            <a:r>
              <a:rPr sz="14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03399"/>
                </a:solidFill>
                <a:latin typeface="Calibri"/>
                <a:cs typeface="Calibri"/>
              </a:rPr>
              <a:t>EPCO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60770" y="6259474"/>
            <a:ext cx="22967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MED</a:t>
            </a:r>
            <a:r>
              <a:rPr sz="14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14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in-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plant</a:t>
            </a:r>
            <a:r>
              <a:rPr sz="14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14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makeup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12280" y="6472834"/>
            <a:ext cx="994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(1,000</a:t>
            </a:r>
            <a:r>
              <a:rPr sz="14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m</a:t>
            </a:r>
            <a:r>
              <a:rPr sz="1350" spc="-15" baseline="24691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/d)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7012" y="5609335"/>
            <a:ext cx="30162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MED</a:t>
            </a:r>
            <a:r>
              <a:rPr sz="14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14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two</a:t>
            </a:r>
            <a:r>
              <a:rPr sz="14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PWR</a:t>
            </a:r>
            <a:r>
              <a:rPr sz="14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units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1,000 m</a:t>
            </a:r>
            <a:r>
              <a:rPr sz="1350" baseline="24691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/d</a:t>
            </a:r>
            <a:r>
              <a:rPr sz="14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(each of</a:t>
            </a:r>
            <a:r>
              <a:rPr sz="14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4</a:t>
            </a:r>
            <a:r>
              <a:rPr sz="14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14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units)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08204" y="332231"/>
            <a:ext cx="9036050" cy="3313429"/>
            <a:chOff x="108204" y="332231"/>
            <a:chExt cx="9036050" cy="3313429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204" y="1466087"/>
              <a:ext cx="3375660" cy="217932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83963" y="332231"/>
              <a:ext cx="4860036" cy="232714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973823" y="2138172"/>
            <a:ext cx="2106295" cy="5232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4290" rIns="0" bIns="0" rtlCol="0">
            <a:spAutoFit/>
          </a:bodyPr>
          <a:lstStyle/>
          <a:p>
            <a:pPr marL="92710" marR="198120">
              <a:lnSpc>
                <a:spcPct val="100000"/>
              </a:lnSpc>
              <a:spcBef>
                <a:spcPts val="270"/>
              </a:spcBef>
            </a:pP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Kashiwazaki-Kariwa, </a:t>
            </a:r>
            <a:r>
              <a:rPr sz="1400" b="1" spc="-25" dirty="0">
                <a:solidFill>
                  <a:srgbClr val="003399"/>
                </a:solidFill>
                <a:latin typeface="Calibri"/>
                <a:cs typeface="Calibri"/>
              </a:rPr>
              <a:t>Tokyo</a:t>
            </a:r>
            <a:r>
              <a:rPr sz="1400" b="1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(BWR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i="1" spc="-10" dirty="0">
                <a:solidFill>
                  <a:srgbClr val="003399"/>
                </a:solidFill>
                <a:latin typeface="Calibri"/>
                <a:cs typeface="Calibri"/>
              </a:rPr>
              <a:t>dismantled)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46064" y="5695188"/>
            <a:ext cx="1325880" cy="30797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75"/>
              </a:spcBef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Genkai,</a:t>
            </a:r>
            <a:r>
              <a:rPr sz="1400" b="1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Kyushu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9699" y="3140964"/>
            <a:ext cx="3553967" cy="26639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0200" y="155575"/>
            <a:ext cx="3993515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Nuclear</a:t>
            </a:r>
            <a:r>
              <a:rPr sz="2900" spc="-55" dirty="0"/>
              <a:t> </a:t>
            </a:r>
            <a:r>
              <a:rPr sz="2900" dirty="0"/>
              <a:t>Desalination</a:t>
            </a:r>
            <a:r>
              <a:rPr sz="2900" spc="-80" dirty="0"/>
              <a:t> </a:t>
            </a:r>
            <a:r>
              <a:rPr sz="2900" spc="-25" dirty="0"/>
              <a:t>in </a:t>
            </a:r>
            <a:r>
              <a:rPr sz="2900" spc="-10" dirty="0"/>
              <a:t>Pakistan</a:t>
            </a:r>
            <a:endParaRPr sz="290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1600</a:t>
            </a:r>
            <a:r>
              <a:rPr sz="24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z="2400" baseline="24305" dirty="0">
                <a:solidFill>
                  <a:srgbClr val="000000"/>
                </a:solidFill>
                <a:latin typeface="Calibri"/>
                <a:cs typeface="Calibri"/>
              </a:rPr>
              <a:t>3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/day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MED</a:t>
            </a:r>
            <a:r>
              <a:rPr sz="24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Nuclear</a:t>
            </a:r>
            <a:r>
              <a:rPr sz="2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Desalination</a:t>
            </a:r>
            <a:r>
              <a:rPr sz="2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Demonstration</a:t>
            </a:r>
            <a:r>
              <a:rPr sz="240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Plant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coupled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24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00"/>
                </a:solidFill>
                <a:latin typeface="Calibri"/>
                <a:cs typeface="Calibri"/>
              </a:rPr>
              <a:t>KANUPP(137MWe</a:t>
            </a:r>
            <a:r>
              <a:rPr sz="24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CANDU</a:t>
            </a:r>
            <a:r>
              <a:rPr sz="24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Reactor)</a:t>
            </a:r>
            <a:r>
              <a:rPr sz="2400" spc="-7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0000"/>
                </a:solidFill>
                <a:latin typeface="Calibri"/>
                <a:cs typeface="Calibri"/>
              </a:rPr>
              <a:t>commissioned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sz="2400" spc="-30" dirty="0">
                <a:solidFill>
                  <a:srgbClr val="000000"/>
                </a:solidFill>
                <a:latin typeface="Calibri"/>
                <a:cs typeface="Calibri"/>
              </a:rPr>
              <a:t>December,</a:t>
            </a:r>
            <a:r>
              <a:rPr sz="24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Calibri"/>
                <a:cs typeface="Calibri"/>
              </a:rPr>
              <a:t>2009.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400">
              <a:latin typeface="Calibri"/>
              <a:cs typeface="Calibri"/>
            </a:endParaRPr>
          </a:p>
          <a:p>
            <a:pPr marL="122555">
              <a:lnSpc>
                <a:spcPct val="100000"/>
              </a:lnSpc>
            </a:pPr>
            <a:r>
              <a:rPr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First</a:t>
            </a:r>
            <a:r>
              <a:rPr sz="2200" b="1" u="sng" spc="-9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Phase:</a:t>
            </a:r>
            <a:endParaRPr sz="2200">
              <a:latin typeface="Calibri"/>
              <a:cs typeface="Calibri"/>
            </a:endParaRPr>
          </a:p>
          <a:p>
            <a:pPr marL="122555" marR="3782060" indent="149225">
              <a:lnSpc>
                <a:spcPts val="2380"/>
              </a:lnSpc>
              <a:spcBef>
                <a:spcPts val="565"/>
              </a:spcBef>
              <a:buChar char="-"/>
              <a:tabLst>
                <a:tab pos="271780" algn="l"/>
              </a:tabLs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MED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:</a:t>
            </a:r>
            <a:r>
              <a:rPr sz="22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one-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third</a:t>
            </a:r>
            <a:r>
              <a:rPr sz="22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capacity,</a:t>
            </a:r>
            <a:r>
              <a:rPr sz="220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first</a:t>
            </a:r>
            <a:r>
              <a:rPr sz="22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battery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(1600</a:t>
            </a:r>
            <a:r>
              <a:rPr sz="22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z="2175" spc="-15" baseline="24904" dirty="0">
                <a:solidFill>
                  <a:srgbClr val="000000"/>
                </a:solidFill>
                <a:latin typeface="Calibri"/>
                <a:cs typeface="Calibri"/>
              </a:rPr>
              <a:t>3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/day)</a:t>
            </a:r>
            <a:endParaRPr sz="2200">
              <a:latin typeface="Calibri"/>
              <a:cs typeface="Calibri"/>
            </a:endParaRPr>
          </a:p>
          <a:p>
            <a:pPr marL="271780" indent="-149225">
              <a:lnSpc>
                <a:spcPts val="2510"/>
              </a:lnSpc>
              <a:spcBef>
                <a:spcPts val="220"/>
              </a:spcBef>
              <a:buChar char="-"/>
              <a:tabLst>
                <a:tab pos="271780" algn="l"/>
              </a:tabLs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ICL</a:t>
            </a:r>
            <a:r>
              <a:rPr sz="22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&amp;</a:t>
            </a:r>
            <a:r>
              <a:rPr sz="22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Sea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water</a:t>
            </a:r>
            <a:r>
              <a:rPr sz="22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intake</a:t>
            </a:r>
            <a:r>
              <a:rPr sz="22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circuits:</a:t>
            </a:r>
            <a:r>
              <a:rPr sz="22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000000"/>
                </a:solidFill>
                <a:latin typeface="Calibri"/>
                <a:cs typeface="Calibri"/>
              </a:rPr>
              <a:t>Full</a:t>
            </a:r>
            <a:endParaRPr sz="2200">
              <a:latin typeface="Calibri"/>
              <a:cs typeface="Calibri"/>
            </a:endParaRPr>
          </a:p>
          <a:p>
            <a:pPr marL="122555">
              <a:lnSpc>
                <a:spcPts val="2510"/>
              </a:lnSpc>
            </a:pP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capacity</a:t>
            </a:r>
            <a:endParaRPr sz="2200">
              <a:latin typeface="Calibri"/>
              <a:cs typeface="Calibri"/>
            </a:endParaRPr>
          </a:p>
          <a:p>
            <a:pPr marL="122555">
              <a:lnSpc>
                <a:spcPct val="100000"/>
              </a:lnSpc>
              <a:spcBef>
                <a:spcPts val="270"/>
              </a:spcBef>
            </a:pPr>
            <a:r>
              <a:rPr sz="2200" b="1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Second</a:t>
            </a:r>
            <a:r>
              <a:rPr sz="2200" b="1" u="sng" spc="-4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b="1" u="sng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Phase:</a:t>
            </a:r>
            <a:endParaRPr sz="2200">
              <a:latin typeface="Calibri"/>
              <a:cs typeface="Calibri"/>
            </a:endParaRPr>
          </a:p>
          <a:p>
            <a:pPr marL="122555" marR="3898265" indent="149225">
              <a:lnSpc>
                <a:spcPts val="2380"/>
              </a:lnSpc>
              <a:spcBef>
                <a:spcPts val="560"/>
              </a:spcBef>
              <a:buChar char="-"/>
              <a:tabLst>
                <a:tab pos="271780" algn="l"/>
              </a:tabLst>
            </a:pP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Second</a:t>
            </a:r>
            <a:r>
              <a:rPr sz="22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battery</a:t>
            </a:r>
            <a:r>
              <a:rPr sz="220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sz="220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MED</a:t>
            </a:r>
            <a:r>
              <a:rPr sz="22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plant</a:t>
            </a:r>
            <a:r>
              <a:rPr sz="2200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(1600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sz="2175" baseline="24904" dirty="0">
                <a:solidFill>
                  <a:srgbClr val="000000"/>
                </a:solidFill>
                <a:latin typeface="Calibri"/>
                <a:cs typeface="Calibri"/>
              </a:rPr>
              <a:t>3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/day)</a:t>
            </a:r>
            <a:r>
              <a:rPr sz="220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220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be</a:t>
            </a:r>
            <a:r>
              <a:rPr sz="220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added(Locally</a:t>
            </a:r>
            <a:r>
              <a:rPr sz="220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designed </a:t>
            </a:r>
            <a:r>
              <a:rPr sz="220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220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00"/>
                </a:solidFill>
                <a:latin typeface="Calibri"/>
                <a:cs typeface="Calibri"/>
              </a:rPr>
              <a:t>manufactured)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31975" y="5661659"/>
            <a:ext cx="504825" cy="216535"/>
          </a:xfrm>
          <a:custGeom>
            <a:avLst/>
            <a:gdLst/>
            <a:ahLst/>
            <a:cxnLst/>
            <a:rect l="l" t="t" r="r" b="b"/>
            <a:pathLst>
              <a:path w="504825" h="216535">
                <a:moveTo>
                  <a:pt x="504444" y="0"/>
                </a:moveTo>
                <a:lnTo>
                  <a:pt x="0" y="0"/>
                </a:lnTo>
                <a:lnTo>
                  <a:pt x="0" y="216407"/>
                </a:lnTo>
                <a:lnTo>
                  <a:pt x="504444" y="216407"/>
                </a:lnTo>
                <a:lnTo>
                  <a:pt x="5044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30200" y="155575"/>
            <a:ext cx="3993515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Nuclear</a:t>
            </a:r>
            <a:r>
              <a:rPr sz="2900" spc="-55" dirty="0"/>
              <a:t> </a:t>
            </a:r>
            <a:r>
              <a:rPr sz="2900" dirty="0"/>
              <a:t>Desalination</a:t>
            </a:r>
            <a:r>
              <a:rPr sz="2900" spc="-80" dirty="0"/>
              <a:t> </a:t>
            </a:r>
            <a:r>
              <a:rPr sz="2900" spc="-25" dirty="0"/>
              <a:t>in </a:t>
            </a:r>
            <a:r>
              <a:rPr sz="2900" spc="-10" dirty="0"/>
              <a:t>India</a:t>
            </a:r>
            <a:endParaRPr sz="2900"/>
          </a:p>
        </p:txBody>
      </p:sp>
      <p:sp>
        <p:nvSpPr>
          <p:cNvPr id="7" name="object 7"/>
          <p:cNvSpPr txBox="1"/>
          <p:nvPr/>
        </p:nvSpPr>
        <p:spPr>
          <a:xfrm>
            <a:off x="224129" y="1175613"/>
            <a:ext cx="8703310" cy="4587875"/>
          </a:xfrm>
          <a:prstGeom prst="rect">
            <a:avLst/>
          </a:prstGeom>
        </p:spPr>
        <p:txBody>
          <a:bodyPr vert="horz" wrap="square" lIns="0" tIns="187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80"/>
              </a:spcBef>
            </a:pP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NDDP:</a:t>
            </a:r>
            <a:r>
              <a:rPr sz="20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6.3</a:t>
            </a:r>
            <a:r>
              <a:rPr sz="2000" b="1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MLD</a:t>
            </a:r>
            <a:r>
              <a:rPr sz="2000" b="1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Sea</a:t>
            </a:r>
            <a:r>
              <a:rPr sz="20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2000" b="1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20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Plant</a:t>
            </a:r>
            <a:r>
              <a:rPr sz="2000" b="1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at</a:t>
            </a:r>
            <a:r>
              <a:rPr sz="2000" b="1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MAPS,</a:t>
            </a:r>
            <a:r>
              <a:rPr sz="2000" b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Kalpakkam</a:t>
            </a:r>
            <a:r>
              <a:rPr sz="20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(Hybrid</a:t>
            </a:r>
            <a:r>
              <a:rPr sz="20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System)</a:t>
            </a:r>
            <a:endParaRPr sz="20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1385"/>
              </a:spcBef>
            </a:pP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Reverse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Osmosis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(RO):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Commissioned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2003</a:t>
            </a:r>
            <a:endParaRPr sz="20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225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Capacity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(MLD):</a:t>
            </a:r>
            <a:r>
              <a:rPr sz="1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1.8</a:t>
            </a:r>
            <a:endParaRPr sz="18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Product</a:t>
            </a:r>
            <a:r>
              <a:rPr sz="1800" spc="-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quality</a:t>
            </a:r>
            <a:r>
              <a:rPr sz="1800" spc="-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(ppm):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500</a:t>
            </a:r>
            <a:endParaRPr sz="18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234"/>
              </a:spcBef>
            </a:pP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Multi-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Stage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Flash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(MSF):Commissioned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2008-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9</a:t>
            </a:r>
            <a:endParaRPr sz="20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Capacity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(MLD):</a:t>
            </a:r>
            <a:r>
              <a:rPr sz="1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4.5</a:t>
            </a:r>
            <a:endParaRPr sz="1800">
              <a:latin typeface="Calibri"/>
              <a:cs typeface="Calibri"/>
            </a:endParaRPr>
          </a:p>
          <a:p>
            <a:pPr marL="210185">
              <a:lnSpc>
                <a:spcPct val="100000"/>
              </a:lnSpc>
              <a:spcBef>
                <a:spcPts val="219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Product</a:t>
            </a:r>
            <a:r>
              <a:rPr sz="1800" spc="-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quality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(ppm):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  <a:p>
            <a:pPr marL="180975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1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plants</a:t>
            </a:r>
            <a:r>
              <a:rPr sz="18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coupled</a:t>
            </a:r>
            <a:r>
              <a:rPr sz="1800" spc="3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nuclear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power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Calibri"/>
                <a:cs typeface="Calibri"/>
              </a:rPr>
              <a:t>plant(NPP).</a:t>
            </a:r>
            <a:endParaRPr sz="1800">
              <a:latin typeface="Calibri"/>
              <a:cs typeface="Calibri"/>
            </a:endParaRPr>
          </a:p>
          <a:p>
            <a:pPr marL="180975">
              <a:lnSpc>
                <a:spcPct val="100000"/>
              </a:lnSpc>
              <a:spcBef>
                <a:spcPts val="215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One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part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follows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RO</a:t>
            </a:r>
            <a:r>
              <a:rPr sz="18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electricity</a:t>
            </a:r>
            <a:r>
              <a:rPr sz="1800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3399"/>
                </a:solidFill>
                <a:latin typeface="Calibri"/>
                <a:cs typeface="Calibri"/>
              </a:rPr>
              <a:t>NPP.</a:t>
            </a:r>
            <a:endParaRPr sz="1800">
              <a:latin typeface="Calibri"/>
              <a:cs typeface="Calibri"/>
            </a:endParaRPr>
          </a:p>
          <a:p>
            <a:pPr marL="179705" marR="2096135" indent="1270">
              <a:lnSpc>
                <a:spcPct val="100000"/>
              </a:lnSpc>
              <a:spcBef>
                <a:spcPts val="219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Other</a:t>
            </a:r>
            <a:r>
              <a:rPr sz="1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part</a:t>
            </a:r>
            <a:r>
              <a:rPr sz="1800" spc="3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Calibri"/>
                <a:cs typeface="Calibri"/>
              </a:rPr>
              <a:t>follows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MSF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distillation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uses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low</a:t>
            </a:r>
            <a:r>
              <a:rPr sz="18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grade</a:t>
            </a:r>
            <a:r>
              <a:rPr sz="18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heat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18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003399"/>
                </a:solidFill>
                <a:latin typeface="Calibri"/>
                <a:cs typeface="Calibri"/>
              </a:rPr>
              <a:t>NPP.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Two</a:t>
            </a:r>
            <a:r>
              <a:rPr sz="1800" spc="11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qualities</a:t>
            </a:r>
            <a:r>
              <a:rPr sz="1800" spc="1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1800" spc="1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water</a:t>
            </a:r>
            <a:r>
              <a:rPr sz="1800" spc="1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are</a:t>
            </a:r>
            <a:r>
              <a:rPr sz="1800" spc="1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available</a:t>
            </a:r>
            <a:r>
              <a:rPr sz="1800" spc="1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which</a:t>
            </a:r>
            <a:r>
              <a:rPr sz="1800" spc="1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1800" spc="1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blended</a:t>
            </a:r>
            <a:r>
              <a:rPr sz="1800" spc="1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1800" spc="11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human</a:t>
            </a:r>
            <a:r>
              <a:rPr sz="1800" spc="1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or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industrial</a:t>
            </a:r>
            <a:r>
              <a:rPr sz="1800" spc="-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Calibri"/>
                <a:cs typeface="Calibri"/>
              </a:rPr>
              <a:t>consumption.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800">
              <a:latin typeface="Calibri"/>
              <a:cs typeface="Calibri"/>
            </a:endParaRPr>
          </a:p>
          <a:p>
            <a:pPr marL="1289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Presence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Radioactive</a:t>
            </a:r>
            <a:r>
              <a:rPr sz="18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Calibri"/>
                <a:cs typeface="Calibri"/>
              </a:rPr>
              <a:t>Contaminants</a:t>
            </a:r>
            <a:r>
              <a:rPr sz="1800" spc="-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product</a:t>
            </a:r>
            <a:r>
              <a:rPr sz="1800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water:</a:t>
            </a:r>
            <a:r>
              <a:rPr sz="18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003399"/>
                </a:solidFill>
                <a:latin typeface="Calibri"/>
                <a:cs typeface="Calibri"/>
              </a:rPr>
              <a:t>Nil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28003" y="2276855"/>
            <a:ext cx="2759963" cy="152857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42659" y="5099303"/>
            <a:ext cx="2875788" cy="14980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" y="175260"/>
              <a:ext cx="2500884" cy="8061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87" y="1543811"/>
              <a:ext cx="5045202" cy="1668018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74370" y="1750314"/>
            <a:ext cx="40887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latin typeface="Arial"/>
                <a:cs typeface="Arial"/>
              </a:rPr>
              <a:t>Economics</a:t>
            </a:r>
            <a:endParaRPr sz="6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41035" y="1976575"/>
            <a:ext cx="3734435" cy="4881880"/>
            <a:chOff x="5241035" y="1976575"/>
            <a:chExt cx="3734435" cy="488188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41035" y="1976575"/>
              <a:ext cx="3733927" cy="48814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36107" y="2171700"/>
              <a:ext cx="3163823" cy="43266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300471"/>
            <a:ext cx="6372225" cy="1557655"/>
            <a:chOff x="0" y="5300471"/>
            <a:chExt cx="6372225" cy="1557655"/>
          </a:xfrm>
        </p:grpSpPr>
        <p:sp>
          <p:nvSpPr>
            <p:cNvPr id="3" name="object 3"/>
            <p:cNvSpPr/>
            <p:nvPr/>
          </p:nvSpPr>
          <p:spPr>
            <a:xfrm>
              <a:off x="505428" y="5388060"/>
              <a:ext cx="4259580" cy="1079500"/>
            </a:xfrm>
            <a:custGeom>
              <a:avLst/>
              <a:gdLst/>
              <a:ahLst/>
              <a:cxnLst/>
              <a:rect l="l" t="t" r="r" b="b"/>
              <a:pathLst>
                <a:path w="4259580" h="1079500">
                  <a:moveTo>
                    <a:pt x="3318908" y="18"/>
                  </a:moveTo>
                  <a:lnTo>
                    <a:pt x="3266486" y="517"/>
                  </a:lnTo>
                  <a:lnTo>
                    <a:pt x="3214533" y="2980"/>
                  </a:lnTo>
                  <a:lnTo>
                    <a:pt x="3163554" y="7392"/>
                  </a:lnTo>
                  <a:lnTo>
                    <a:pt x="3114055" y="13739"/>
                  </a:lnTo>
                  <a:lnTo>
                    <a:pt x="3066541" y="22009"/>
                  </a:lnTo>
                  <a:lnTo>
                    <a:pt x="3021518" y="32186"/>
                  </a:lnTo>
                  <a:lnTo>
                    <a:pt x="2979493" y="44256"/>
                  </a:lnTo>
                  <a:lnTo>
                    <a:pt x="2940970" y="58207"/>
                  </a:lnTo>
                  <a:lnTo>
                    <a:pt x="2908979" y="45323"/>
                  </a:lnTo>
                  <a:lnTo>
                    <a:pt x="2833617" y="23792"/>
                  </a:lnTo>
                  <a:lnTo>
                    <a:pt x="2790983" y="15408"/>
                  </a:lnTo>
                  <a:lnTo>
                    <a:pt x="2737059" y="7606"/>
                  </a:lnTo>
                  <a:lnTo>
                    <a:pt x="2681917" y="2496"/>
                  </a:lnTo>
                  <a:lnTo>
                    <a:pt x="2626244" y="0"/>
                  </a:lnTo>
                  <a:lnTo>
                    <a:pt x="2570727" y="36"/>
                  </a:lnTo>
                  <a:lnTo>
                    <a:pt x="2516053" y="2527"/>
                  </a:lnTo>
                  <a:lnTo>
                    <a:pt x="2462910" y="7391"/>
                  </a:lnTo>
                  <a:lnTo>
                    <a:pt x="2411984" y="14550"/>
                  </a:lnTo>
                  <a:lnTo>
                    <a:pt x="2363962" y="23922"/>
                  </a:lnTo>
                  <a:lnTo>
                    <a:pt x="2319531" y="35429"/>
                  </a:lnTo>
                  <a:lnTo>
                    <a:pt x="2279378" y="48990"/>
                  </a:lnTo>
                  <a:lnTo>
                    <a:pt x="2244191" y="64525"/>
                  </a:lnTo>
                  <a:lnTo>
                    <a:pt x="2214657" y="81956"/>
                  </a:lnTo>
                  <a:lnTo>
                    <a:pt x="2186603" y="73078"/>
                  </a:lnTo>
                  <a:lnTo>
                    <a:pt x="2125449" y="57560"/>
                  </a:lnTo>
                  <a:lnTo>
                    <a:pt x="2040627" y="42638"/>
                  </a:lnTo>
                  <a:lnTo>
                    <a:pt x="1987431" y="36412"/>
                  </a:lnTo>
                  <a:lnTo>
                    <a:pt x="1933456" y="32245"/>
                  </a:lnTo>
                  <a:lnTo>
                    <a:pt x="1879134" y="30092"/>
                  </a:lnTo>
                  <a:lnTo>
                    <a:pt x="1824898" y="29905"/>
                  </a:lnTo>
                  <a:lnTo>
                    <a:pt x="1771182" y="31640"/>
                  </a:lnTo>
                  <a:lnTo>
                    <a:pt x="1718417" y="35250"/>
                  </a:lnTo>
                  <a:lnTo>
                    <a:pt x="1667039" y="40690"/>
                  </a:lnTo>
                  <a:lnTo>
                    <a:pt x="1617478" y="47914"/>
                  </a:lnTo>
                  <a:lnTo>
                    <a:pt x="1570169" y="56876"/>
                  </a:lnTo>
                  <a:lnTo>
                    <a:pt x="1525545" y="67530"/>
                  </a:lnTo>
                  <a:lnTo>
                    <a:pt x="1484038" y="79831"/>
                  </a:lnTo>
                  <a:lnTo>
                    <a:pt x="1446081" y="93732"/>
                  </a:lnTo>
                  <a:lnTo>
                    <a:pt x="1382553" y="126152"/>
                  </a:lnTo>
                  <a:lnTo>
                    <a:pt x="1333444" y="117167"/>
                  </a:lnTo>
                  <a:lnTo>
                    <a:pt x="1282604" y="109656"/>
                  </a:lnTo>
                  <a:lnTo>
                    <a:pt x="1230310" y="103643"/>
                  </a:lnTo>
                  <a:lnTo>
                    <a:pt x="1176844" y="99149"/>
                  </a:lnTo>
                  <a:lnTo>
                    <a:pt x="1122485" y="96197"/>
                  </a:lnTo>
                  <a:lnTo>
                    <a:pt x="1067513" y="94809"/>
                  </a:lnTo>
                  <a:lnTo>
                    <a:pt x="1012208" y="95008"/>
                  </a:lnTo>
                  <a:lnTo>
                    <a:pt x="956849" y="96815"/>
                  </a:lnTo>
                  <a:lnTo>
                    <a:pt x="885577" y="101508"/>
                  </a:lnTo>
                  <a:lnTo>
                    <a:pt x="817562" y="108675"/>
                  </a:lnTo>
                  <a:lnTo>
                    <a:pt x="753149" y="118157"/>
                  </a:lnTo>
                  <a:lnTo>
                    <a:pt x="692687" y="129798"/>
                  </a:lnTo>
                  <a:lnTo>
                    <a:pt x="636522" y="143439"/>
                  </a:lnTo>
                  <a:lnTo>
                    <a:pt x="585001" y="158922"/>
                  </a:lnTo>
                  <a:lnTo>
                    <a:pt x="538472" y="176090"/>
                  </a:lnTo>
                  <a:lnTo>
                    <a:pt x="497281" y="194785"/>
                  </a:lnTo>
                  <a:lnTo>
                    <a:pt x="461776" y="214849"/>
                  </a:lnTo>
                  <a:lnTo>
                    <a:pt x="409211" y="258452"/>
                  </a:lnTo>
                  <a:lnTo>
                    <a:pt x="383555" y="305639"/>
                  </a:lnTo>
                  <a:lnTo>
                    <a:pt x="381685" y="330181"/>
                  </a:lnTo>
                  <a:lnTo>
                    <a:pt x="387584" y="355146"/>
                  </a:lnTo>
                  <a:lnTo>
                    <a:pt x="384002" y="358511"/>
                  </a:lnTo>
                  <a:lnTo>
                    <a:pt x="326903" y="361922"/>
                  </a:lnTo>
                  <a:lnTo>
                    <a:pt x="272265" y="367897"/>
                  </a:lnTo>
                  <a:lnTo>
                    <a:pt x="220737" y="376293"/>
                  </a:lnTo>
                  <a:lnTo>
                    <a:pt x="172969" y="386963"/>
                  </a:lnTo>
                  <a:lnTo>
                    <a:pt x="129610" y="399762"/>
                  </a:lnTo>
                  <a:lnTo>
                    <a:pt x="91310" y="414546"/>
                  </a:lnTo>
                  <a:lnTo>
                    <a:pt x="25803" y="455409"/>
                  </a:lnTo>
                  <a:lnTo>
                    <a:pt x="0" y="506085"/>
                  </a:lnTo>
                  <a:lnTo>
                    <a:pt x="6247" y="531372"/>
                  </a:lnTo>
                  <a:lnTo>
                    <a:pt x="54879" y="578975"/>
                  </a:lnTo>
                  <a:lnTo>
                    <a:pt x="96400" y="600143"/>
                  </a:lnTo>
                  <a:lnTo>
                    <a:pt x="148813" y="618791"/>
                  </a:lnTo>
                  <a:lnTo>
                    <a:pt x="211689" y="634343"/>
                  </a:lnTo>
                  <a:lnTo>
                    <a:pt x="155537" y="660140"/>
                  </a:lnTo>
                  <a:lnTo>
                    <a:pt x="117307" y="689165"/>
                  </a:lnTo>
                  <a:lnTo>
                    <a:pt x="98030" y="720339"/>
                  </a:lnTo>
                  <a:lnTo>
                    <a:pt x="98735" y="752580"/>
                  </a:lnTo>
                  <a:lnTo>
                    <a:pt x="131243" y="794249"/>
                  </a:lnTo>
                  <a:lnTo>
                    <a:pt x="194678" y="829740"/>
                  </a:lnTo>
                  <a:lnTo>
                    <a:pt x="236150" y="844668"/>
                  </a:lnTo>
                  <a:lnTo>
                    <a:pt x="283143" y="857450"/>
                  </a:lnTo>
                  <a:lnTo>
                    <a:pt x="334921" y="867886"/>
                  </a:lnTo>
                  <a:lnTo>
                    <a:pt x="390746" y="875775"/>
                  </a:lnTo>
                  <a:lnTo>
                    <a:pt x="449882" y="880917"/>
                  </a:lnTo>
                  <a:lnTo>
                    <a:pt x="511591" y="883111"/>
                  </a:lnTo>
                  <a:lnTo>
                    <a:pt x="575137" y="882158"/>
                  </a:lnTo>
                  <a:lnTo>
                    <a:pt x="577779" y="883745"/>
                  </a:lnTo>
                  <a:lnTo>
                    <a:pt x="615746" y="904125"/>
                  </a:lnTo>
                  <a:lnTo>
                    <a:pt x="651493" y="920187"/>
                  </a:lnTo>
                  <a:lnTo>
                    <a:pt x="690188" y="935062"/>
                  </a:lnTo>
                  <a:lnTo>
                    <a:pt x="731597" y="948729"/>
                  </a:lnTo>
                  <a:lnTo>
                    <a:pt x="775489" y="961169"/>
                  </a:lnTo>
                  <a:lnTo>
                    <a:pt x="821633" y="972360"/>
                  </a:lnTo>
                  <a:lnTo>
                    <a:pt x="869795" y="982285"/>
                  </a:lnTo>
                  <a:lnTo>
                    <a:pt x="919745" y="990921"/>
                  </a:lnTo>
                  <a:lnTo>
                    <a:pt x="971251" y="998250"/>
                  </a:lnTo>
                  <a:lnTo>
                    <a:pt x="1024080" y="1004251"/>
                  </a:lnTo>
                  <a:lnTo>
                    <a:pt x="1078002" y="1008905"/>
                  </a:lnTo>
                  <a:lnTo>
                    <a:pt x="1132783" y="1012191"/>
                  </a:lnTo>
                  <a:lnTo>
                    <a:pt x="1188193" y="1014090"/>
                  </a:lnTo>
                  <a:lnTo>
                    <a:pt x="1243999" y="1014581"/>
                  </a:lnTo>
                  <a:lnTo>
                    <a:pt x="1299969" y="1013644"/>
                  </a:lnTo>
                  <a:lnTo>
                    <a:pt x="1355873" y="1011260"/>
                  </a:lnTo>
                  <a:lnTo>
                    <a:pt x="1411477" y="1007408"/>
                  </a:lnTo>
                  <a:lnTo>
                    <a:pt x="1466550" y="1002069"/>
                  </a:lnTo>
                  <a:lnTo>
                    <a:pt x="1520861" y="995222"/>
                  </a:lnTo>
                  <a:lnTo>
                    <a:pt x="1574176" y="986847"/>
                  </a:lnTo>
                  <a:lnTo>
                    <a:pt x="1626266" y="976925"/>
                  </a:lnTo>
                  <a:lnTo>
                    <a:pt x="1665391" y="995175"/>
                  </a:lnTo>
                  <a:lnTo>
                    <a:pt x="1709252" y="1011902"/>
                  </a:lnTo>
                  <a:lnTo>
                    <a:pt x="1757471" y="1027009"/>
                  </a:lnTo>
                  <a:lnTo>
                    <a:pt x="1809665" y="1040398"/>
                  </a:lnTo>
                  <a:lnTo>
                    <a:pt x="1865457" y="1051973"/>
                  </a:lnTo>
                  <a:lnTo>
                    <a:pt x="1924465" y="1061637"/>
                  </a:lnTo>
                  <a:lnTo>
                    <a:pt x="1986311" y="1069292"/>
                  </a:lnTo>
                  <a:lnTo>
                    <a:pt x="2045012" y="1074462"/>
                  </a:lnTo>
                  <a:lnTo>
                    <a:pt x="2103786" y="1077731"/>
                  </a:lnTo>
                  <a:lnTo>
                    <a:pt x="2162339" y="1079152"/>
                  </a:lnTo>
                  <a:lnTo>
                    <a:pt x="2220379" y="1078781"/>
                  </a:lnTo>
                  <a:lnTo>
                    <a:pt x="2277613" y="1076671"/>
                  </a:lnTo>
                  <a:lnTo>
                    <a:pt x="2333750" y="1072877"/>
                  </a:lnTo>
                  <a:lnTo>
                    <a:pt x="2388495" y="1067453"/>
                  </a:lnTo>
                  <a:lnTo>
                    <a:pt x="2441557" y="1060453"/>
                  </a:lnTo>
                  <a:lnTo>
                    <a:pt x="2492644" y="1051931"/>
                  </a:lnTo>
                  <a:lnTo>
                    <a:pt x="2541462" y="1041942"/>
                  </a:lnTo>
                  <a:lnTo>
                    <a:pt x="2587719" y="1030539"/>
                  </a:lnTo>
                  <a:lnTo>
                    <a:pt x="2631122" y="1017777"/>
                  </a:lnTo>
                  <a:lnTo>
                    <a:pt x="2671380" y="1003710"/>
                  </a:lnTo>
                  <a:lnTo>
                    <a:pt x="2708199" y="988393"/>
                  </a:lnTo>
                  <a:lnTo>
                    <a:pt x="2770352" y="954222"/>
                  </a:lnTo>
                  <a:lnTo>
                    <a:pt x="2815240" y="915698"/>
                  </a:lnTo>
                  <a:lnTo>
                    <a:pt x="2860897" y="924554"/>
                  </a:lnTo>
                  <a:lnTo>
                    <a:pt x="2908509" y="931898"/>
                  </a:lnTo>
                  <a:lnTo>
                    <a:pt x="2957765" y="937698"/>
                  </a:lnTo>
                  <a:lnTo>
                    <a:pt x="3008355" y="941921"/>
                  </a:lnTo>
                  <a:lnTo>
                    <a:pt x="3059967" y="944534"/>
                  </a:lnTo>
                  <a:lnTo>
                    <a:pt x="3112293" y="945505"/>
                  </a:lnTo>
                  <a:lnTo>
                    <a:pt x="3178750" y="944368"/>
                  </a:lnTo>
                  <a:lnTo>
                    <a:pt x="3243016" y="940680"/>
                  </a:lnTo>
                  <a:lnTo>
                    <a:pt x="3304659" y="934585"/>
                  </a:lnTo>
                  <a:lnTo>
                    <a:pt x="3363248" y="926232"/>
                  </a:lnTo>
                  <a:lnTo>
                    <a:pt x="3418354" y="915765"/>
                  </a:lnTo>
                  <a:lnTo>
                    <a:pt x="3469545" y="903331"/>
                  </a:lnTo>
                  <a:lnTo>
                    <a:pt x="3516391" y="889076"/>
                  </a:lnTo>
                  <a:lnTo>
                    <a:pt x="3558460" y="873147"/>
                  </a:lnTo>
                  <a:lnTo>
                    <a:pt x="3595323" y="855690"/>
                  </a:lnTo>
                  <a:lnTo>
                    <a:pt x="3651705" y="816776"/>
                  </a:lnTo>
                  <a:lnTo>
                    <a:pt x="3682092" y="773503"/>
                  </a:lnTo>
                  <a:lnTo>
                    <a:pt x="3686460" y="750598"/>
                  </a:lnTo>
                  <a:lnTo>
                    <a:pt x="3742672" y="746971"/>
                  </a:lnTo>
                  <a:lnTo>
                    <a:pt x="3797580" y="741717"/>
                  </a:lnTo>
                  <a:lnTo>
                    <a:pt x="3850893" y="734879"/>
                  </a:lnTo>
                  <a:lnTo>
                    <a:pt x="3902322" y="726498"/>
                  </a:lnTo>
                  <a:lnTo>
                    <a:pt x="3951578" y="716615"/>
                  </a:lnTo>
                  <a:lnTo>
                    <a:pt x="3998372" y="705272"/>
                  </a:lnTo>
                  <a:lnTo>
                    <a:pt x="4057320" y="687685"/>
                  </a:lnTo>
                  <a:lnTo>
                    <a:pt x="4108917" y="668285"/>
                  </a:lnTo>
                  <a:lnTo>
                    <a:pt x="4153071" y="647316"/>
                  </a:lnTo>
                  <a:lnTo>
                    <a:pt x="4189689" y="625020"/>
                  </a:lnTo>
                  <a:lnTo>
                    <a:pt x="4239948" y="577414"/>
                  </a:lnTo>
                  <a:lnTo>
                    <a:pt x="4258953" y="527407"/>
                  </a:lnTo>
                  <a:lnTo>
                    <a:pt x="4256505" y="502109"/>
                  </a:lnTo>
                  <a:lnTo>
                    <a:pt x="4227244" y="452134"/>
                  </a:lnTo>
                  <a:lnTo>
                    <a:pt x="4164880" y="404604"/>
                  </a:lnTo>
                  <a:lnTo>
                    <a:pt x="4121054" y="382362"/>
                  </a:lnTo>
                  <a:lnTo>
                    <a:pt x="4127983" y="376510"/>
                  </a:lnTo>
                  <a:lnTo>
                    <a:pt x="4159153" y="334279"/>
                  </a:lnTo>
                  <a:lnTo>
                    <a:pt x="4163634" y="310199"/>
                  </a:lnTo>
                  <a:lnTo>
                    <a:pt x="4158941" y="286523"/>
                  </a:lnTo>
                  <a:lnTo>
                    <a:pt x="4123789" y="241449"/>
                  </a:lnTo>
                  <a:lnTo>
                    <a:pt x="4057213" y="201186"/>
                  </a:lnTo>
                  <a:lnTo>
                    <a:pt x="4013240" y="183525"/>
                  </a:lnTo>
                  <a:lnTo>
                    <a:pt x="3962730" y="167864"/>
                  </a:lnTo>
                  <a:lnTo>
                    <a:pt x="3906123" y="154471"/>
                  </a:lnTo>
                  <a:lnTo>
                    <a:pt x="3843858" y="143611"/>
                  </a:lnTo>
                  <a:lnTo>
                    <a:pt x="3776376" y="135550"/>
                  </a:lnTo>
                  <a:lnTo>
                    <a:pt x="3754762" y="108039"/>
                  </a:lnTo>
                  <a:lnTo>
                    <a:pt x="3720051" y="82432"/>
                  </a:lnTo>
                  <a:lnTo>
                    <a:pt x="3673148" y="59255"/>
                  </a:lnTo>
                  <a:lnTo>
                    <a:pt x="3614959" y="39030"/>
                  </a:lnTo>
                  <a:lnTo>
                    <a:pt x="3570345" y="27458"/>
                  </a:lnTo>
                  <a:lnTo>
                    <a:pt x="3523166" y="17932"/>
                  </a:lnTo>
                  <a:lnTo>
                    <a:pt x="3473928" y="10439"/>
                  </a:lnTo>
                  <a:lnTo>
                    <a:pt x="3423134" y="4965"/>
                  </a:lnTo>
                  <a:lnTo>
                    <a:pt x="3371293" y="1496"/>
                  </a:lnTo>
                  <a:lnTo>
                    <a:pt x="3318908" y="18"/>
                  </a:lnTo>
                  <a:close/>
                </a:path>
              </a:pathLst>
            </a:custGeom>
            <a:solidFill>
              <a:srgbClr val="D5D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0621" y="5598045"/>
              <a:ext cx="195325" cy="179831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06295" y="199389"/>
            <a:ext cx="428434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Harnessing</a:t>
            </a:r>
            <a:r>
              <a:rPr sz="3200" spc="-1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Waste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Heat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Nuclear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Desalination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37150" y="5278627"/>
            <a:ext cx="3312795" cy="12604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Improves</a:t>
            </a:r>
            <a:r>
              <a:rPr sz="1800" b="1" i="1" spc="-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overall</a:t>
            </a:r>
            <a:r>
              <a:rPr sz="1800" b="1" i="1" spc="-8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3399"/>
                </a:solidFill>
                <a:latin typeface="Calibri"/>
                <a:cs typeface="Calibri"/>
              </a:rPr>
              <a:t>efficiency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5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Improve</a:t>
            </a:r>
            <a:r>
              <a:rPr sz="1800" b="1" i="1" spc="-8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3399"/>
                </a:solidFill>
                <a:latin typeface="Calibri"/>
                <a:cs typeface="Calibri"/>
              </a:rPr>
              <a:t>economics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Can</a:t>
            </a:r>
            <a:r>
              <a:rPr sz="1800" b="1" i="1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be</a:t>
            </a:r>
            <a:r>
              <a:rPr sz="1800" b="1" i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used</a:t>
            </a:r>
            <a:r>
              <a:rPr sz="1800" b="1" i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sz="1800" b="1" i="1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3399"/>
                </a:solidFill>
                <a:latin typeface="Calibri"/>
                <a:cs typeface="Calibri"/>
              </a:rPr>
              <a:t>Off-</a:t>
            </a:r>
            <a:r>
              <a:rPr sz="1800" b="1" i="1" dirty="0">
                <a:solidFill>
                  <a:srgbClr val="003399"/>
                </a:solidFill>
                <a:latin typeface="Calibri"/>
                <a:cs typeface="Calibri"/>
              </a:rPr>
              <a:t>Peak</a:t>
            </a:r>
            <a:r>
              <a:rPr sz="1800" b="1" i="1" spc="-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i="1" spc="-20" dirty="0">
                <a:solidFill>
                  <a:srgbClr val="003399"/>
                </a:solidFill>
                <a:latin typeface="Calibri"/>
                <a:cs typeface="Calibri"/>
              </a:rPr>
              <a:t>Power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0791" y="2302764"/>
            <a:ext cx="5034280" cy="2433320"/>
            <a:chOff x="240791" y="2302764"/>
            <a:chExt cx="5034280" cy="2433320"/>
          </a:xfrm>
        </p:grpSpPr>
        <p:sp>
          <p:nvSpPr>
            <p:cNvPr id="11" name="object 11"/>
            <p:cNvSpPr/>
            <p:nvPr/>
          </p:nvSpPr>
          <p:spPr>
            <a:xfrm>
              <a:off x="4776215" y="3282696"/>
              <a:ext cx="497205" cy="431800"/>
            </a:xfrm>
            <a:custGeom>
              <a:avLst/>
              <a:gdLst/>
              <a:ahLst/>
              <a:cxnLst/>
              <a:rect l="l" t="t" r="r" b="b"/>
              <a:pathLst>
                <a:path w="497204" h="431800">
                  <a:moveTo>
                    <a:pt x="281178" y="0"/>
                  </a:moveTo>
                  <a:lnTo>
                    <a:pt x="281178" y="107823"/>
                  </a:lnTo>
                  <a:lnTo>
                    <a:pt x="0" y="107823"/>
                  </a:lnTo>
                  <a:lnTo>
                    <a:pt x="0" y="323468"/>
                  </a:lnTo>
                  <a:lnTo>
                    <a:pt x="281178" y="323468"/>
                  </a:lnTo>
                  <a:lnTo>
                    <a:pt x="281178" y="431291"/>
                  </a:lnTo>
                  <a:lnTo>
                    <a:pt x="496824" y="215645"/>
                  </a:lnTo>
                  <a:lnTo>
                    <a:pt x="28117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76215" y="3282696"/>
              <a:ext cx="497205" cy="431800"/>
            </a:xfrm>
            <a:custGeom>
              <a:avLst/>
              <a:gdLst/>
              <a:ahLst/>
              <a:cxnLst/>
              <a:rect l="l" t="t" r="r" b="b"/>
              <a:pathLst>
                <a:path w="497204" h="431800">
                  <a:moveTo>
                    <a:pt x="0" y="107823"/>
                  </a:moveTo>
                  <a:lnTo>
                    <a:pt x="281178" y="107823"/>
                  </a:lnTo>
                  <a:lnTo>
                    <a:pt x="281178" y="0"/>
                  </a:lnTo>
                  <a:lnTo>
                    <a:pt x="496824" y="215645"/>
                  </a:lnTo>
                  <a:lnTo>
                    <a:pt x="281178" y="431291"/>
                  </a:lnTo>
                  <a:lnTo>
                    <a:pt x="281178" y="323468"/>
                  </a:lnTo>
                  <a:lnTo>
                    <a:pt x="0" y="323468"/>
                  </a:lnTo>
                  <a:lnTo>
                    <a:pt x="0" y="107823"/>
                  </a:lnTo>
                  <a:close/>
                </a:path>
              </a:pathLst>
            </a:custGeom>
            <a:ln w="3175">
              <a:solidFill>
                <a:srgbClr val="486E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24199" y="3131820"/>
              <a:ext cx="1652270" cy="721360"/>
            </a:xfrm>
            <a:custGeom>
              <a:avLst/>
              <a:gdLst/>
              <a:ahLst/>
              <a:cxnLst/>
              <a:rect l="l" t="t" r="r" b="b"/>
              <a:pathLst>
                <a:path w="1652270" h="721360">
                  <a:moveTo>
                    <a:pt x="1652016" y="0"/>
                  </a:moveTo>
                  <a:lnTo>
                    <a:pt x="0" y="0"/>
                  </a:lnTo>
                  <a:lnTo>
                    <a:pt x="0" y="720851"/>
                  </a:lnTo>
                  <a:lnTo>
                    <a:pt x="1652016" y="720851"/>
                  </a:lnTo>
                  <a:lnTo>
                    <a:pt x="1652016" y="0"/>
                  </a:lnTo>
                  <a:close/>
                </a:path>
              </a:pathLst>
            </a:custGeom>
            <a:solidFill>
              <a:srgbClr val="3B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791" y="2558796"/>
              <a:ext cx="2665476" cy="217690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56459" y="2450592"/>
              <a:ext cx="1758950" cy="510540"/>
            </a:xfrm>
            <a:custGeom>
              <a:avLst/>
              <a:gdLst/>
              <a:ahLst/>
              <a:cxnLst/>
              <a:rect l="l" t="t" r="r" b="b"/>
              <a:pathLst>
                <a:path w="1758950" h="510539">
                  <a:moveTo>
                    <a:pt x="1503426" y="0"/>
                  </a:moveTo>
                  <a:lnTo>
                    <a:pt x="1503426" y="72644"/>
                  </a:lnTo>
                  <a:lnTo>
                    <a:pt x="270763" y="72644"/>
                  </a:lnTo>
                  <a:lnTo>
                    <a:pt x="222109" y="77008"/>
                  </a:lnTo>
                  <a:lnTo>
                    <a:pt x="176309" y="89590"/>
                  </a:lnTo>
                  <a:lnTo>
                    <a:pt x="134130" y="109624"/>
                  </a:lnTo>
                  <a:lnTo>
                    <a:pt x="96338" y="136343"/>
                  </a:lnTo>
                  <a:lnTo>
                    <a:pt x="63699" y="168982"/>
                  </a:lnTo>
                  <a:lnTo>
                    <a:pt x="36980" y="206774"/>
                  </a:lnTo>
                  <a:lnTo>
                    <a:pt x="16946" y="248953"/>
                  </a:lnTo>
                  <a:lnTo>
                    <a:pt x="4364" y="294753"/>
                  </a:lnTo>
                  <a:lnTo>
                    <a:pt x="0" y="343408"/>
                  </a:lnTo>
                  <a:lnTo>
                    <a:pt x="0" y="510540"/>
                  </a:lnTo>
                  <a:lnTo>
                    <a:pt x="186944" y="510540"/>
                  </a:lnTo>
                  <a:lnTo>
                    <a:pt x="186944" y="343408"/>
                  </a:lnTo>
                  <a:lnTo>
                    <a:pt x="193522" y="310808"/>
                  </a:lnTo>
                  <a:lnTo>
                    <a:pt x="211470" y="284162"/>
                  </a:lnTo>
                  <a:lnTo>
                    <a:pt x="238111" y="266184"/>
                  </a:lnTo>
                  <a:lnTo>
                    <a:pt x="270763" y="259587"/>
                  </a:lnTo>
                  <a:lnTo>
                    <a:pt x="1503426" y="259587"/>
                  </a:lnTo>
                  <a:lnTo>
                    <a:pt x="1503426" y="332359"/>
                  </a:lnTo>
                  <a:lnTo>
                    <a:pt x="1758695" y="166116"/>
                  </a:lnTo>
                  <a:lnTo>
                    <a:pt x="150342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1920" y="2302764"/>
              <a:ext cx="1207008" cy="80467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27659" y="2728722"/>
            <a:ext cx="31915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4765" algn="r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003399"/>
                </a:solidFill>
                <a:latin typeface="Arial"/>
                <a:cs typeface="Arial"/>
              </a:rPr>
              <a:t>Electric</a:t>
            </a:r>
            <a:r>
              <a:rPr sz="1100" b="1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003399"/>
                </a:solidFill>
                <a:latin typeface="Arial"/>
                <a:cs typeface="Arial"/>
              </a:rPr>
              <a:t>Power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0227" y="2372867"/>
            <a:ext cx="6182360" cy="2601595"/>
            <a:chOff x="300227" y="2372867"/>
            <a:chExt cx="6182360" cy="2601595"/>
          </a:xfrm>
        </p:grpSpPr>
        <p:sp>
          <p:nvSpPr>
            <p:cNvPr id="19" name="object 19"/>
            <p:cNvSpPr/>
            <p:nvPr/>
          </p:nvSpPr>
          <p:spPr>
            <a:xfrm>
              <a:off x="2554223" y="4055363"/>
              <a:ext cx="1454150" cy="487680"/>
            </a:xfrm>
            <a:custGeom>
              <a:avLst/>
              <a:gdLst/>
              <a:ahLst/>
              <a:cxnLst/>
              <a:rect l="l" t="t" r="r" b="b"/>
              <a:pathLst>
                <a:path w="1454150" h="487679">
                  <a:moveTo>
                    <a:pt x="1087374" y="0"/>
                  </a:moveTo>
                  <a:lnTo>
                    <a:pt x="1087374" y="121919"/>
                  </a:lnTo>
                  <a:lnTo>
                    <a:pt x="0" y="121919"/>
                  </a:lnTo>
                  <a:lnTo>
                    <a:pt x="0" y="365760"/>
                  </a:lnTo>
                  <a:lnTo>
                    <a:pt x="1087374" y="365760"/>
                  </a:lnTo>
                  <a:lnTo>
                    <a:pt x="1087374" y="487680"/>
                  </a:lnTo>
                  <a:lnTo>
                    <a:pt x="1453896" y="243840"/>
                  </a:lnTo>
                  <a:lnTo>
                    <a:pt x="108737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3782" y="4119335"/>
              <a:ext cx="831468" cy="55101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13181" y="2385821"/>
              <a:ext cx="4608830" cy="2575560"/>
            </a:xfrm>
            <a:custGeom>
              <a:avLst/>
              <a:gdLst/>
              <a:ahLst/>
              <a:cxnLst/>
              <a:rect l="l" t="t" r="r" b="b"/>
              <a:pathLst>
                <a:path w="4608830" h="2575560">
                  <a:moveTo>
                    <a:pt x="1524" y="2570988"/>
                  </a:moveTo>
                  <a:lnTo>
                    <a:pt x="3218688" y="2570988"/>
                  </a:lnTo>
                  <a:lnTo>
                    <a:pt x="3218688" y="0"/>
                  </a:lnTo>
                  <a:lnTo>
                    <a:pt x="1524" y="0"/>
                  </a:lnTo>
                  <a:lnTo>
                    <a:pt x="1524" y="2570988"/>
                  </a:lnTo>
                  <a:close/>
                </a:path>
                <a:path w="4608830" h="2575560">
                  <a:moveTo>
                    <a:pt x="0" y="2575560"/>
                  </a:moveTo>
                  <a:lnTo>
                    <a:pt x="4608576" y="2575560"/>
                  </a:lnTo>
                  <a:lnTo>
                    <a:pt x="4608576" y="3048"/>
                  </a:lnTo>
                  <a:lnTo>
                    <a:pt x="0" y="3048"/>
                  </a:lnTo>
                  <a:lnTo>
                    <a:pt x="0" y="2575560"/>
                  </a:lnTo>
                  <a:close/>
                </a:path>
              </a:pathLst>
            </a:custGeom>
            <a:ln w="25908">
              <a:solidFill>
                <a:srgbClr val="00AF5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56460" y="2450591"/>
              <a:ext cx="3116580" cy="513715"/>
            </a:xfrm>
            <a:custGeom>
              <a:avLst/>
              <a:gdLst/>
              <a:ahLst/>
              <a:cxnLst/>
              <a:rect l="l" t="t" r="r" b="b"/>
              <a:pathLst>
                <a:path w="3116579" h="513714">
                  <a:moveTo>
                    <a:pt x="2859786" y="0"/>
                  </a:moveTo>
                  <a:lnTo>
                    <a:pt x="2859786" y="73152"/>
                  </a:lnTo>
                  <a:lnTo>
                    <a:pt x="272414" y="73152"/>
                  </a:lnTo>
                  <a:lnTo>
                    <a:pt x="223436" y="77539"/>
                  </a:lnTo>
                  <a:lnTo>
                    <a:pt x="177342" y="90189"/>
                  </a:lnTo>
                  <a:lnTo>
                    <a:pt x="134902" y="110334"/>
                  </a:lnTo>
                  <a:lnTo>
                    <a:pt x="96883" y="137205"/>
                  </a:lnTo>
                  <a:lnTo>
                    <a:pt x="64053" y="170035"/>
                  </a:lnTo>
                  <a:lnTo>
                    <a:pt x="37182" y="208054"/>
                  </a:lnTo>
                  <a:lnTo>
                    <a:pt x="17037" y="250494"/>
                  </a:lnTo>
                  <a:lnTo>
                    <a:pt x="4387" y="296588"/>
                  </a:lnTo>
                  <a:lnTo>
                    <a:pt x="0" y="345567"/>
                  </a:lnTo>
                  <a:lnTo>
                    <a:pt x="0" y="513588"/>
                  </a:lnTo>
                  <a:lnTo>
                    <a:pt x="187959" y="513588"/>
                  </a:lnTo>
                  <a:lnTo>
                    <a:pt x="187959" y="345567"/>
                  </a:lnTo>
                  <a:lnTo>
                    <a:pt x="194601" y="312707"/>
                  </a:lnTo>
                  <a:lnTo>
                    <a:pt x="212709" y="285861"/>
                  </a:lnTo>
                  <a:lnTo>
                    <a:pt x="239555" y="267753"/>
                  </a:lnTo>
                  <a:lnTo>
                    <a:pt x="272414" y="261112"/>
                  </a:lnTo>
                  <a:lnTo>
                    <a:pt x="2859786" y="261112"/>
                  </a:lnTo>
                  <a:lnTo>
                    <a:pt x="2859786" y="334263"/>
                  </a:lnTo>
                  <a:lnTo>
                    <a:pt x="3116579" y="167132"/>
                  </a:lnTo>
                  <a:lnTo>
                    <a:pt x="285978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7460" y="3858767"/>
              <a:ext cx="2828925" cy="684530"/>
            </a:xfrm>
            <a:custGeom>
              <a:avLst/>
              <a:gdLst/>
              <a:ahLst/>
              <a:cxnLst/>
              <a:rect l="l" t="t" r="r" b="b"/>
              <a:pathLst>
                <a:path w="2828925" h="684529">
                  <a:moveTo>
                    <a:pt x="2828544" y="440436"/>
                  </a:moveTo>
                  <a:lnTo>
                    <a:pt x="2462022" y="196596"/>
                  </a:lnTo>
                  <a:lnTo>
                    <a:pt x="2462022" y="318516"/>
                  </a:lnTo>
                  <a:lnTo>
                    <a:pt x="1520621" y="318516"/>
                  </a:lnTo>
                  <a:lnTo>
                    <a:pt x="1527289" y="302755"/>
                  </a:lnTo>
                  <a:lnTo>
                    <a:pt x="1538719" y="256336"/>
                  </a:lnTo>
                  <a:lnTo>
                    <a:pt x="1542669" y="207391"/>
                  </a:lnTo>
                  <a:lnTo>
                    <a:pt x="1542669" y="127254"/>
                  </a:lnTo>
                  <a:lnTo>
                    <a:pt x="1591056" y="127254"/>
                  </a:lnTo>
                  <a:lnTo>
                    <a:pt x="1432306" y="0"/>
                  </a:lnTo>
                  <a:lnTo>
                    <a:pt x="1273683" y="127254"/>
                  </a:lnTo>
                  <a:lnTo>
                    <a:pt x="1322070" y="127254"/>
                  </a:lnTo>
                  <a:lnTo>
                    <a:pt x="1322070" y="207391"/>
                  </a:lnTo>
                  <a:lnTo>
                    <a:pt x="1315694" y="238912"/>
                  </a:lnTo>
                  <a:lnTo>
                    <a:pt x="1298321" y="264668"/>
                  </a:lnTo>
                  <a:lnTo>
                    <a:pt x="1272552" y="282054"/>
                  </a:lnTo>
                  <a:lnTo>
                    <a:pt x="1241044" y="288417"/>
                  </a:lnTo>
                  <a:lnTo>
                    <a:pt x="0" y="288417"/>
                  </a:lnTo>
                  <a:lnTo>
                    <a:pt x="0" y="435483"/>
                  </a:lnTo>
                  <a:lnTo>
                    <a:pt x="0" y="509016"/>
                  </a:lnTo>
                  <a:lnTo>
                    <a:pt x="0" y="587121"/>
                  </a:lnTo>
                  <a:lnTo>
                    <a:pt x="2462022" y="587121"/>
                  </a:lnTo>
                  <a:lnTo>
                    <a:pt x="2462022" y="684276"/>
                  </a:lnTo>
                  <a:lnTo>
                    <a:pt x="2499995" y="659015"/>
                  </a:lnTo>
                  <a:lnTo>
                    <a:pt x="2499995" y="662940"/>
                  </a:lnTo>
                  <a:lnTo>
                    <a:pt x="2727960" y="511302"/>
                  </a:lnTo>
                  <a:lnTo>
                    <a:pt x="2724988" y="509333"/>
                  </a:lnTo>
                  <a:lnTo>
                    <a:pt x="2828544" y="44043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91967" y="2560319"/>
              <a:ext cx="1336675" cy="548640"/>
            </a:xfrm>
            <a:custGeom>
              <a:avLst/>
              <a:gdLst/>
              <a:ahLst/>
              <a:cxnLst/>
              <a:rect l="l" t="t" r="r" b="b"/>
              <a:pathLst>
                <a:path w="1336675" h="548639">
                  <a:moveTo>
                    <a:pt x="880236" y="0"/>
                  </a:moveTo>
                  <a:lnTo>
                    <a:pt x="0" y="0"/>
                  </a:lnTo>
                  <a:lnTo>
                    <a:pt x="0" y="79755"/>
                  </a:lnTo>
                  <a:lnTo>
                    <a:pt x="880236" y="79755"/>
                  </a:lnTo>
                  <a:lnTo>
                    <a:pt x="929685" y="84740"/>
                  </a:lnTo>
                  <a:lnTo>
                    <a:pt x="975742" y="99038"/>
                  </a:lnTo>
                  <a:lnTo>
                    <a:pt x="1017421" y="121660"/>
                  </a:lnTo>
                  <a:lnTo>
                    <a:pt x="1053734" y="151622"/>
                  </a:lnTo>
                  <a:lnTo>
                    <a:pt x="1083696" y="187935"/>
                  </a:lnTo>
                  <a:lnTo>
                    <a:pt x="1106318" y="229614"/>
                  </a:lnTo>
                  <a:lnTo>
                    <a:pt x="1120616" y="275671"/>
                  </a:lnTo>
                  <a:lnTo>
                    <a:pt x="1125601" y="325119"/>
                  </a:lnTo>
                  <a:lnTo>
                    <a:pt x="1125601" y="411479"/>
                  </a:lnTo>
                  <a:lnTo>
                    <a:pt x="994409" y="411479"/>
                  </a:lnTo>
                  <a:lnTo>
                    <a:pt x="1165479" y="548639"/>
                  </a:lnTo>
                  <a:lnTo>
                    <a:pt x="1336547" y="411479"/>
                  </a:lnTo>
                  <a:lnTo>
                    <a:pt x="1205357" y="411479"/>
                  </a:lnTo>
                  <a:lnTo>
                    <a:pt x="1205357" y="325119"/>
                  </a:lnTo>
                  <a:lnTo>
                    <a:pt x="1201832" y="277071"/>
                  </a:lnTo>
                  <a:lnTo>
                    <a:pt x="1191593" y="231214"/>
                  </a:lnTo>
                  <a:lnTo>
                    <a:pt x="1175142" y="188049"/>
                  </a:lnTo>
                  <a:lnTo>
                    <a:pt x="1152983" y="148080"/>
                  </a:lnTo>
                  <a:lnTo>
                    <a:pt x="1125617" y="111809"/>
                  </a:lnTo>
                  <a:lnTo>
                    <a:pt x="1093547" y="79739"/>
                  </a:lnTo>
                  <a:lnTo>
                    <a:pt x="1057276" y="52373"/>
                  </a:lnTo>
                  <a:lnTo>
                    <a:pt x="1017307" y="30214"/>
                  </a:lnTo>
                  <a:lnTo>
                    <a:pt x="974142" y="13763"/>
                  </a:lnTo>
                  <a:lnTo>
                    <a:pt x="928285" y="3524"/>
                  </a:lnTo>
                  <a:lnTo>
                    <a:pt x="880236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24200" y="3108959"/>
              <a:ext cx="1597152" cy="8519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5080" y="3226169"/>
              <a:ext cx="1107333" cy="548142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876288" y="2442946"/>
            <a:ext cx="1733550" cy="1589405"/>
            <a:chOff x="6876288" y="2442946"/>
            <a:chExt cx="1733550" cy="1589405"/>
          </a:xfrm>
        </p:grpSpPr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80025" y="2756048"/>
              <a:ext cx="1424453" cy="127607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76288" y="3595116"/>
              <a:ext cx="1733550" cy="1897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81368" y="3415791"/>
              <a:ext cx="1725549" cy="20828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65948" y="2442946"/>
              <a:ext cx="614946" cy="333019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64930" y="4122112"/>
            <a:ext cx="662366" cy="271073"/>
          </a:xfrm>
          <a:prstGeom prst="rect">
            <a:avLst/>
          </a:prstGeom>
        </p:spPr>
      </p:pic>
      <p:sp>
        <p:nvSpPr>
          <p:cNvPr id="33" name="object 33"/>
          <p:cNvSpPr/>
          <p:nvPr/>
        </p:nvSpPr>
        <p:spPr>
          <a:xfrm>
            <a:off x="6681216" y="2129027"/>
            <a:ext cx="0" cy="3024505"/>
          </a:xfrm>
          <a:custGeom>
            <a:avLst/>
            <a:gdLst/>
            <a:ahLst/>
            <a:cxnLst/>
            <a:rect l="l" t="t" r="r" b="b"/>
            <a:pathLst>
              <a:path h="3024504">
                <a:moveTo>
                  <a:pt x="0" y="0"/>
                </a:moveTo>
                <a:lnTo>
                  <a:pt x="0" y="3024124"/>
                </a:lnTo>
              </a:path>
            </a:pathLst>
          </a:custGeom>
          <a:ln w="9144">
            <a:solidFill>
              <a:srgbClr val="6094C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409191" y="5666638"/>
            <a:ext cx="2345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3366CC"/>
                </a:solidFill>
                <a:latin typeface="Calibri"/>
                <a:cs typeface="Calibri"/>
              </a:rPr>
              <a:t>Nuclear</a:t>
            </a:r>
            <a:r>
              <a:rPr sz="2000" b="1" i="1" spc="-45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2000" b="1" i="1" spc="-10" dirty="0">
                <a:solidFill>
                  <a:srgbClr val="3366CC"/>
                </a:solidFill>
                <a:latin typeface="Calibri"/>
                <a:cs typeface="Calibri"/>
              </a:rPr>
              <a:t>Desalination?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68808" y="1446288"/>
            <a:ext cx="8091170" cy="511809"/>
            <a:chOff x="368808" y="1446288"/>
            <a:chExt cx="8091170" cy="511809"/>
          </a:xfrm>
        </p:grpSpPr>
        <p:sp>
          <p:nvSpPr>
            <p:cNvPr id="36" name="object 36"/>
            <p:cNvSpPr/>
            <p:nvPr/>
          </p:nvSpPr>
          <p:spPr>
            <a:xfrm>
              <a:off x="420624" y="1475231"/>
              <a:ext cx="8039100" cy="370840"/>
            </a:xfrm>
            <a:custGeom>
              <a:avLst/>
              <a:gdLst/>
              <a:ahLst/>
              <a:cxnLst/>
              <a:rect l="l" t="t" r="r" b="b"/>
              <a:pathLst>
                <a:path w="8039100" h="370839">
                  <a:moveTo>
                    <a:pt x="8039100" y="0"/>
                  </a:moveTo>
                  <a:lnTo>
                    <a:pt x="0" y="0"/>
                  </a:lnTo>
                  <a:lnTo>
                    <a:pt x="0" y="370332"/>
                  </a:lnTo>
                  <a:lnTo>
                    <a:pt x="8039100" y="370332"/>
                  </a:lnTo>
                  <a:lnTo>
                    <a:pt x="8039100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8808" y="1446288"/>
              <a:ext cx="1451610" cy="51128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20623" y="1475232"/>
            <a:ext cx="8039100" cy="370840"/>
          </a:xfrm>
          <a:prstGeom prst="rect">
            <a:avLst/>
          </a:prstGeom>
          <a:ln w="9144">
            <a:solidFill>
              <a:srgbClr val="002F99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Waste</a:t>
            </a:r>
            <a:r>
              <a:rPr sz="1800" spc="-6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C00000"/>
                </a:solidFill>
                <a:latin typeface="Arial MT"/>
                <a:cs typeface="Arial MT"/>
              </a:rPr>
              <a:t>heat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: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Heat</a:t>
            </a:r>
            <a:r>
              <a:rPr sz="1600" b="1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extracted</a:t>
            </a:r>
            <a:r>
              <a:rPr sz="1600" b="1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from</a:t>
            </a:r>
            <a:r>
              <a:rPr sz="1600" b="1" spc="-1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NPP</a:t>
            </a:r>
            <a:r>
              <a:rPr sz="1600" b="1" spc="-6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with</a:t>
            </a:r>
            <a:r>
              <a:rPr sz="1600" b="1" spc="-5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no</a:t>
            </a:r>
            <a:r>
              <a:rPr sz="1600" b="1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penalty</a:t>
            </a:r>
            <a:r>
              <a:rPr sz="1600" b="1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to</a:t>
            </a:r>
            <a:r>
              <a:rPr sz="1600" b="1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the</a:t>
            </a:r>
            <a:r>
              <a:rPr sz="1600" b="1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power</a:t>
            </a:r>
            <a:r>
              <a:rPr sz="1600" b="1" spc="-5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99"/>
                </a:solidFill>
                <a:latin typeface="Arial"/>
                <a:cs typeface="Arial"/>
              </a:rPr>
              <a:t>production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10561" y="205816"/>
            <a:ext cx="4085590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" marR="5080" indent="-228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Harnessing</a:t>
            </a:r>
            <a:r>
              <a:rPr sz="3200" spc="-18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Waste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Heat </a:t>
            </a:r>
            <a:r>
              <a:rPr sz="3200" dirty="0">
                <a:solidFill>
                  <a:srgbClr val="739900"/>
                </a:solidFill>
                <a:latin typeface="Times New Roman"/>
                <a:cs typeface="Times New Roman"/>
              </a:rPr>
              <a:t>PBMR</a:t>
            </a:r>
            <a:r>
              <a:rPr sz="3200" spc="-20" dirty="0">
                <a:solidFill>
                  <a:srgbClr val="7399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739900"/>
                </a:solidFill>
                <a:latin typeface="Times New Roman"/>
                <a:cs typeface="Times New Roman"/>
              </a:rPr>
              <a:t>for</a:t>
            </a:r>
            <a:r>
              <a:rPr sz="3200" spc="-50" dirty="0">
                <a:solidFill>
                  <a:srgbClr val="7399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739900"/>
                </a:solidFill>
                <a:latin typeface="Times New Roman"/>
                <a:cs typeface="Times New Roman"/>
              </a:rPr>
              <a:t>desalination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058" y="1566773"/>
            <a:ext cx="70821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812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Using</a:t>
            </a:r>
            <a:r>
              <a:rPr sz="2000" b="1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reject</a:t>
            </a:r>
            <a:r>
              <a:rPr sz="2000" b="1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heat</a:t>
            </a:r>
            <a:r>
              <a:rPr sz="2000" b="1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from</a:t>
            </a:r>
            <a:r>
              <a:rPr sz="2000" b="1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the</a:t>
            </a:r>
            <a:r>
              <a:rPr sz="2000" b="1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pre-cooler</a:t>
            </a:r>
            <a:r>
              <a:rPr sz="2000" b="1" spc="-5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and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intercooler</a:t>
            </a:r>
            <a:r>
              <a:rPr sz="2000" b="1" spc="-6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of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PBMR</a:t>
            </a:r>
            <a:r>
              <a:rPr sz="2000" b="1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=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220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MWth</a:t>
            </a:r>
            <a:r>
              <a:rPr sz="2000" b="1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at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70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°C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+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MED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desalination</a:t>
            </a:r>
            <a:r>
              <a:rPr sz="2000" b="1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technology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67328" y="2695955"/>
            <a:ext cx="890269" cy="673735"/>
            <a:chOff x="3767328" y="2695955"/>
            <a:chExt cx="890269" cy="673735"/>
          </a:xfrm>
        </p:grpSpPr>
        <p:sp>
          <p:nvSpPr>
            <p:cNvPr id="8" name="object 8"/>
            <p:cNvSpPr/>
            <p:nvPr/>
          </p:nvSpPr>
          <p:spPr>
            <a:xfrm>
              <a:off x="3780282" y="2708909"/>
              <a:ext cx="864235" cy="647700"/>
            </a:xfrm>
            <a:custGeom>
              <a:avLst/>
              <a:gdLst/>
              <a:ahLst/>
              <a:cxnLst/>
              <a:rect l="l" t="t" r="r" b="b"/>
              <a:pathLst>
                <a:path w="864235" h="647700">
                  <a:moveTo>
                    <a:pt x="648080" y="0"/>
                  </a:moveTo>
                  <a:lnTo>
                    <a:pt x="216026" y="0"/>
                  </a:lnTo>
                  <a:lnTo>
                    <a:pt x="216026" y="485775"/>
                  </a:lnTo>
                  <a:lnTo>
                    <a:pt x="0" y="485775"/>
                  </a:lnTo>
                  <a:lnTo>
                    <a:pt x="432053" y="647700"/>
                  </a:lnTo>
                  <a:lnTo>
                    <a:pt x="864107" y="485775"/>
                  </a:lnTo>
                  <a:lnTo>
                    <a:pt x="648080" y="485775"/>
                  </a:lnTo>
                  <a:lnTo>
                    <a:pt x="648080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0282" y="2708909"/>
              <a:ext cx="864235" cy="647700"/>
            </a:xfrm>
            <a:custGeom>
              <a:avLst/>
              <a:gdLst/>
              <a:ahLst/>
              <a:cxnLst/>
              <a:rect l="l" t="t" r="r" b="b"/>
              <a:pathLst>
                <a:path w="864235" h="647700">
                  <a:moveTo>
                    <a:pt x="0" y="485775"/>
                  </a:moveTo>
                  <a:lnTo>
                    <a:pt x="216026" y="485775"/>
                  </a:lnTo>
                  <a:lnTo>
                    <a:pt x="216026" y="0"/>
                  </a:lnTo>
                  <a:lnTo>
                    <a:pt x="648080" y="0"/>
                  </a:lnTo>
                  <a:lnTo>
                    <a:pt x="648080" y="485775"/>
                  </a:lnTo>
                  <a:lnTo>
                    <a:pt x="864107" y="485775"/>
                  </a:lnTo>
                  <a:lnTo>
                    <a:pt x="432053" y="647700"/>
                  </a:lnTo>
                  <a:lnTo>
                    <a:pt x="0" y="485775"/>
                  </a:lnTo>
                  <a:close/>
                </a:path>
              </a:pathLst>
            </a:custGeom>
            <a:ln w="25908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695700" y="4064508"/>
            <a:ext cx="1178560" cy="746760"/>
            <a:chOff x="3695700" y="4064508"/>
            <a:chExt cx="1178560" cy="746760"/>
          </a:xfrm>
        </p:grpSpPr>
        <p:sp>
          <p:nvSpPr>
            <p:cNvPr id="11" name="object 11"/>
            <p:cNvSpPr/>
            <p:nvPr/>
          </p:nvSpPr>
          <p:spPr>
            <a:xfrm>
              <a:off x="3708653" y="4077462"/>
              <a:ext cx="1152525" cy="721360"/>
            </a:xfrm>
            <a:custGeom>
              <a:avLst/>
              <a:gdLst/>
              <a:ahLst/>
              <a:cxnLst/>
              <a:rect l="l" t="t" r="r" b="b"/>
              <a:pathLst>
                <a:path w="1152525" h="721360">
                  <a:moveTo>
                    <a:pt x="864108" y="0"/>
                  </a:moveTo>
                  <a:lnTo>
                    <a:pt x="288036" y="0"/>
                  </a:lnTo>
                  <a:lnTo>
                    <a:pt x="288036" y="540638"/>
                  </a:lnTo>
                  <a:lnTo>
                    <a:pt x="0" y="540638"/>
                  </a:lnTo>
                  <a:lnTo>
                    <a:pt x="576072" y="720851"/>
                  </a:lnTo>
                  <a:lnTo>
                    <a:pt x="1152144" y="540638"/>
                  </a:lnTo>
                  <a:lnTo>
                    <a:pt x="864108" y="540638"/>
                  </a:lnTo>
                  <a:lnTo>
                    <a:pt x="86410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08653" y="4077462"/>
              <a:ext cx="1152525" cy="721360"/>
            </a:xfrm>
            <a:custGeom>
              <a:avLst/>
              <a:gdLst/>
              <a:ahLst/>
              <a:cxnLst/>
              <a:rect l="l" t="t" r="r" b="b"/>
              <a:pathLst>
                <a:path w="1152525" h="721360">
                  <a:moveTo>
                    <a:pt x="0" y="540638"/>
                  </a:moveTo>
                  <a:lnTo>
                    <a:pt x="288036" y="540638"/>
                  </a:lnTo>
                  <a:lnTo>
                    <a:pt x="288036" y="0"/>
                  </a:lnTo>
                  <a:lnTo>
                    <a:pt x="864108" y="0"/>
                  </a:lnTo>
                  <a:lnTo>
                    <a:pt x="864108" y="540638"/>
                  </a:lnTo>
                  <a:lnTo>
                    <a:pt x="1152144" y="540638"/>
                  </a:lnTo>
                  <a:lnTo>
                    <a:pt x="576072" y="720851"/>
                  </a:lnTo>
                  <a:lnTo>
                    <a:pt x="0" y="540638"/>
                  </a:lnTo>
                  <a:close/>
                </a:path>
              </a:pathLst>
            </a:custGeom>
            <a:ln w="25908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37817" y="5092065"/>
            <a:ext cx="66668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65270" algn="l"/>
                <a:tab pos="4420870" algn="l"/>
              </a:tabLst>
            </a:pPr>
            <a:r>
              <a:rPr sz="2800" b="1" dirty="0">
                <a:solidFill>
                  <a:srgbClr val="003399"/>
                </a:solidFill>
                <a:latin typeface="Times New Roman"/>
                <a:cs typeface="Times New Roman"/>
              </a:rPr>
              <a:t>Cover</a:t>
            </a:r>
            <a:r>
              <a:rPr sz="2800" b="1" spc="-1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3399"/>
                </a:solidFill>
                <a:latin typeface="Times New Roman"/>
                <a:cs typeface="Times New Roman"/>
              </a:rPr>
              <a:t>the</a:t>
            </a:r>
            <a:r>
              <a:rPr sz="2800" b="1" spc="-4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3399"/>
                </a:solidFill>
                <a:latin typeface="Times New Roman"/>
                <a:cs typeface="Times New Roman"/>
              </a:rPr>
              <a:t>needs</a:t>
            </a:r>
            <a:r>
              <a:rPr sz="2800" b="1" spc="-3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3399"/>
                </a:solidFill>
                <a:latin typeface="Times New Roman"/>
                <a:cs typeface="Times New Roman"/>
              </a:rPr>
              <a:t>of</a:t>
            </a:r>
            <a:r>
              <a:rPr sz="2800" b="1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3399"/>
                </a:solidFill>
                <a:latin typeface="Times New Roman"/>
                <a:cs typeface="Times New Roman"/>
              </a:rPr>
              <a:t>55,000</a:t>
            </a:r>
            <a:r>
              <a:rPr sz="2800" b="1" dirty="0">
                <a:solidFill>
                  <a:srgbClr val="003399"/>
                </a:solidFill>
                <a:latin typeface="Times New Roman"/>
                <a:cs typeface="Times New Roman"/>
              </a:rPr>
              <a:t>	</a:t>
            </a:r>
            <a:r>
              <a:rPr sz="2800" b="1" spc="-50" dirty="0">
                <a:solidFill>
                  <a:srgbClr val="003399"/>
                </a:solidFill>
                <a:latin typeface="Times New Roman"/>
                <a:cs typeface="Times New Roman"/>
              </a:rPr>
              <a:t>–</a:t>
            </a:r>
            <a:r>
              <a:rPr sz="2800" b="1" dirty="0">
                <a:solidFill>
                  <a:srgbClr val="003399"/>
                </a:solidFill>
                <a:latin typeface="Times New Roman"/>
                <a:cs typeface="Times New Roman"/>
              </a:rPr>
              <a:t>	600,000</a:t>
            </a:r>
            <a:r>
              <a:rPr sz="2800" b="1" spc="-8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3399"/>
                </a:solidFill>
                <a:latin typeface="Times New Roman"/>
                <a:cs typeface="Times New Roman"/>
              </a:rPr>
              <a:t>people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8117" y="3528186"/>
            <a:ext cx="2985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44800" algn="l"/>
              </a:tabLst>
            </a:pPr>
            <a:r>
              <a:rPr sz="1800" b="1" dirty="0">
                <a:solidFill>
                  <a:srgbClr val="003399"/>
                </a:solidFill>
                <a:latin typeface="Arial"/>
                <a:cs typeface="Arial"/>
              </a:rPr>
              <a:t>Desalinated water</a:t>
            </a:r>
            <a:r>
              <a:rPr sz="1800" b="1" spc="-4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3399"/>
                </a:solidFill>
                <a:latin typeface="Arial"/>
                <a:cs typeface="Arial"/>
              </a:rPr>
              <a:t>15,000</a:t>
            </a:r>
            <a:r>
              <a:rPr sz="18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1800" b="1" spc="-50" dirty="0">
                <a:solidFill>
                  <a:srgbClr val="003399"/>
                </a:solidFill>
                <a:latin typeface="Arial"/>
                <a:cs typeface="Arial"/>
              </a:rPr>
              <a:t>–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8859" y="3528186"/>
            <a:ext cx="157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99"/>
                </a:solidFill>
                <a:latin typeface="Arial"/>
                <a:cs typeface="Arial"/>
              </a:rPr>
              <a:t>30,000</a:t>
            </a:r>
            <a:r>
              <a:rPr sz="1800" b="1" spc="-10" dirty="0">
                <a:solidFill>
                  <a:srgbClr val="003399"/>
                </a:solidFill>
                <a:latin typeface="Arial"/>
                <a:cs typeface="Arial"/>
              </a:rPr>
              <a:t> m3/day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99160" y="5920740"/>
            <a:ext cx="7129780" cy="786130"/>
            <a:chOff x="899160" y="5920740"/>
            <a:chExt cx="7129780" cy="786130"/>
          </a:xfrm>
        </p:grpSpPr>
        <p:sp>
          <p:nvSpPr>
            <p:cNvPr id="17" name="object 17"/>
            <p:cNvSpPr/>
            <p:nvPr/>
          </p:nvSpPr>
          <p:spPr>
            <a:xfrm>
              <a:off x="899160" y="5949696"/>
              <a:ext cx="7129780" cy="646430"/>
            </a:xfrm>
            <a:custGeom>
              <a:avLst/>
              <a:gdLst/>
              <a:ahLst/>
              <a:cxnLst/>
              <a:rect l="l" t="t" r="r" b="b"/>
              <a:pathLst>
                <a:path w="7129780" h="646429">
                  <a:moveTo>
                    <a:pt x="7129272" y="0"/>
                  </a:moveTo>
                  <a:lnTo>
                    <a:pt x="0" y="0"/>
                  </a:lnTo>
                  <a:lnTo>
                    <a:pt x="0" y="646175"/>
                  </a:lnTo>
                  <a:lnTo>
                    <a:pt x="7129272" y="646175"/>
                  </a:lnTo>
                  <a:lnTo>
                    <a:pt x="7129272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712" y="5920740"/>
              <a:ext cx="6761226" cy="51128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2348" y="6195060"/>
              <a:ext cx="4898898" cy="51128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99160" y="5949696"/>
            <a:ext cx="7129780" cy="64643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67460" marR="362585" indent="-898525">
              <a:lnSpc>
                <a:spcPct val="100000"/>
              </a:lnSpc>
              <a:spcBef>
                <a:spcPts val="32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Waste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heat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recovered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PWR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CANDU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type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reactors</a:t>
            </a:r>
            <a:r>
              <a:rPr sz="1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preheat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RO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seawater</a:t>
            </a:r>
            <a:r>
              <a:rPr sz="1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desalination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116" y="281685"/>
            <a:ext cx="59410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Cost</a:t>
            </a:r>
            <a:r>
              <a:rPr sz="3600" spc="-90" dirty="0"/>
              <a:t> </a:t>
            </a:r>
            <a:r>
              <a:rPr sz="3600" dirty="0"/>
              <a:t>of</a:t>
            </a:r>
            <a:r>
              <a:rPr sz="3600" spc="-80" dirty="0"/>
              <a:t> </a:t>
            </a:r>
            <a:r>
              <a:rPr sz="3600" dirty="0"/>
              <a:t>Nuclear</a:t>
            </a:r>
            <a:r>
              <a:rPr sz="3600" spc="-75" dirty="0"/>
              <a:t> </a:t>
            </a:r>
            <a:r>
              <a:rPr sz="3600" spc="-10" dirty="0"/>
              <a:t>Desalination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937069" y="1225105"/>
            <a:ext cx="3345815" cy="3726815"/>
            <a:chOff x="937069" y="1225105"/>
            <a:chExt cx="3345815" cy="3726815"/>
          </a:xfrm>
        </p:grpSpPr>
        <p:sp>
          <p:nvSpPr>
            <p:cNvPr id="4" name="object 4"/>
            <p:cNvSpPr/>
            <p:nvPr/>
          </p:nvSpPr>
          <p:spPr>
            <a:xfrm>
              <a:off x="990600" y="1229867"/>
              <a:ext cx="3287395" cy="3672840"/>
            </a:xfrm>
            <a:custGeom>
              <a:avLst/>
              <a:gdLst/>
              <a:ahLst/>
              <a:cxnLst/>
              <a:rect l="l" t="t" r="r" b="b"/>
              <a:pathLst>
                <a:path w="3287395" h="3672840">
                  <a:moveTo>
                    <a:pt x="0" y="3672839"/>
                  </a:moveTo>
                  <a:lnTo>
                    <a:pt x="3287267" y="3672839"/>
                  </a:lnTo>
                  <a:lnTo>
                    <a:pt x="3287267" y="0"/>
                  </a:lnTo>
                  <a:lnTo>
                    <a:pt x="0" y="0"/>
                  </a:lnTo>
                  <a:lnTo>
                    <a:pt x="0" y="367283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656" y="4288510"/>
              <a:ext cx="3148584" cy="62334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1344" y="2688335"/>
              <a:ext cx="1834895" cy="18135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7656" y="2141219"/>
              <a:ext cx="3148584" cy="24063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7656" y="4076649"/>
              <a:ext cx="1176528" cy="2576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7656" y="1949195"/>
              <a:ext cx="3148584" cy="23545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00328" y="4308347"/>
              <a:ext cx="3068320" cy="594360"/>
            </a:xfrm>
            <a:custGeom>
              <a:avLst/>
              <a:gdLst/>
              <a:ahLst/>
              <a:cxnLst/>
              <a:rect l="l" t="t" r="r" b="b"/>
              <a:pathLst>
                <a:path w="3068320" h="594360">
                  <a:moveTo>
                    <a:pt x="437388" y="178308"/>
                  </a:moveTo>
                  <a:lnTo>
                    <a:pt x="0" y="178308"/>
                  </a:lnTo>
                  <a:lnTo>
                    <a:pt x="0" y="594360"/>
                  </a:lnTo>
                  <a:lnTo>
                    <a:pt x="437388" y="594360"/>
                  </a:lnTo>
                  <a:lnTo>
                    <a:pt x="437388" y="178308"/>
                  </a:lnTo>
                  <a:close/>
                </a:path>
                <a:path w="3068320" h="594360">
                  <a:moveTo>
                    <a:pt x="1095756" y="178308"/>
                  </a:moveTo>
                  <a:lnTo>
                    <a:pt x="656844" y="178308"/>
                  </a:lnTo>
                  <a:lnTo>
                    <a:pt x="656844" y="594360"/>
                  </a:lnTo>
                  <a:lnTo>
                    <a:pt x="1095756" y="594360"/>
                  </a:lnTo>
                  <a:lnTo>
                    <a:pt x="1095756" y="178308"/>
                  </a:lnTo>
                  <a:close/>
                </a:path>
                <a:path w="3068320" h="594360">
                  <a:moveTo>
                    <a:pt x="1752600" y="132588"/>
                  </a:moveTo>
                  <a:lnTo>
                    <a:pt x="1313688" y="132588"/>
                  </a:lnTo>
                  <a:lnTo>
                    <a:pt x="1313688" y="594360"/>
                  </a:lnTo>
                  <a:lnTo>
                    <a:pt x="1752600" y="594360"/>
                  </a:lnTo>
                  <a:lnTo>
                    <a:pt x="1752600" y="132588"/>
                  </a:lnTo>
                  <a:close/>
                </a:path>
                <a:path w="3068320" h="594360">
                  <a:moveTo>
                    <a:pt x="2409444" y="0"/>
                  </a:moveTo>
                  <a:lnTo>
                    <a:pt x="1972056" y="0"/>
                  </a:lnTo>
                  <a:lnTo>
                    <a:pt x="1972056" y="594360"/>
                  </a:lnTo>
                  <a:lnTo>
                    <a:pt x="2409444" y="594360"/>
                  </a:lnTo>
                  <a:lnTo>
                    <a:pt x="2409444" y="0"/>
                  </a:lnTo>
                  <a:close/>
                </a:path>
                <a:path w="3068320" h="594360">
                  <a:moveTo>
                    <a:pt x="3067812" y="0"/>
                  </a:moveTo>
                  <a:lnTo>
                    <a:pt x="2628900" y="0"/>
                  </a:lnTo>
                  <a:lnTo>
                    <a:pt x="2628900" y="594360"/>
                  </a:lnTo>
                  <a:lnTo>
                    <a:pt x="3067812" y="594360"/>
                  </a:lnTo>
                  <a:lnTo>
                    <a:pt x="3067812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4016" y="2708147"/>
              <a:ext cx="1754505" cy="1732914"/>
            </a:xfrm>
            <a:custGeom>
              <a:avLst/>
              <a:gdLst/>
              <a:ahLst/>
              <a:cxnLst/>
              <a:rect l="l" t="t" r="r" b="b"/>
              <a:pathLst>
                <a:path w="1754504" h="1732914">
                  <a:moveTo>
                    <a:pt x="438912" y="1376172"/>
                  </a:moveTo>
                  <a:lnTo>
                    <a:pt x="0" y="1376172"/>
                  </a:lnTo>
                  <a:lnTo>
                    <a:pt x="0" y="1732788"/>
                  </a:lnTo>
                  <a:lnTo>
                    <a:pt x="438912" y="1732788"/>
                  </a:lnTo>
                  <a:lnTo>
                    <a:pt x="438912" y="1376172"/>
                  </a:lnTo>
                  <a:close/>
                </a:path>
                <a:path w="1754504" h="1732914">
                  <a:moveTo>
                    <a:pt x="1095756" y="960120"/>
                  </a:moveTo>
                  <a:lnTo>
                    <a:pt x="658368" y="960120"/>
                  </a:lnTo>
                  <a:lnTo>
                    <a:pt x="658368" y="1600200"/>
                  </a:lnTo>
                  <a:lnTo>
                    <a:pt x="1095756" y="1600200"/>
                  </a:lnTo>
                  <a:lnTo>
                    <a:pt x="1095756" y="960120"/>
                  </a:lnTo>
                  <a:close/>
                </a:path>
                <a:path w="1754504" h="1732914">
                  <a:moveTo>
                    <a:pt x="1754124" y="0"/>
                  </a:moveTo>
                  <a:lnTo>
                    <a:pt x="1315212" y="0"/>
                  </a:lnTo>
                  <a:lnTo>
                    <a:pt x="1315212" y="1600200"/>
                  </a:lnTo>
                  <a:lnTo>
                    <a:pt x="1754124" y="1600200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0328" y="2161031"/>
              <a:ext cx="3068320" cy="2326005"/>
            </a:xfrm>
            <a:custGeom>
              <a:avLst/>
              <a:gdLst/>
              <a:ahLst/>
              <a:cxnLst/>
              <a:rect l="l" t="t" r="r" b="b"/>
              <a:pathLst>
                <a:path w="3068320" h="2326004">
                  <a:moveTo>
                    <a:pt x="437388" y="2112264"/>
                  </a:moveTo>
                  <a:lnTo>
                    <a:pt x="0" y="2112264"/>
                  </a:lnTo>
                  <a:lnTo>
                    <a:pt x="0" y="2325624"/>
                  </a:lnTo>
                  <a:lnTo>
                    <a:pt x="437388" y="2325624"/>
                  </a:lnTo>
                  <a:lnTo>
                    <a:pt x="437388" y="2112264"/>
                  </a:lnTo>
                  <a:close/>
                </a:path>
                <a:path w="3068320" h="2326004">
                  <a:moveTo>
                    <a:pt x="1095756" y="2026920"/>
                  </a:moveTo>
                  <a:lnTo>
                    <a:pt x="656844" y="2026920"/>
                  </a:lnTo>
                  <a:lnTo>
                    <a:pt x="656844" y="2325624"/>
                  </a:lnTo>
                  <a:lnTo>
                    <a:pt x="1095756" y="2325624"/>
                  </a:lnTo>
                  <a:lnTo>
                    <a:pt x="1095756" y="2026920"/>
                  </a:lnTo>
                  <a:close/>
                </a:path>
                <a:path w="3068320" h="2326004">
                  <a:moveTo>
                    <a:pt x="1752600" y="1801368"/>
                  </a:moveTo>
                  <a:lnTo>
                    <a:pt x="1313688" y="1801368"/>
                  </a:lnTo>
                  <a:lnTo>
                    <a:pt x="1313688" y="1923288"/>
                  </a:lnTo>
                  <a:lnTo>
                    <a:pt x="1752600" y="1923288"/>
                  </a:lnTo>
                  <a:lnTo>
                    <a:pt x="1752600" y="1801368"/>
                  </a:lnTo>
                  <a:close/>
                </a:path>
                <a:path w="3068320" h="2326004">
                  <a:moveTo>
                    <a:pt x="2409444" y="1287780"/>
                  </a:moveTo>
                  <a:lnTo>
                    <a:pt x="1972056" y="1287780"/>
                  </a:lnTo>
                  <a:lnTo>
                    <a:pt x="1972056" y="1507236"/>
                  </a:lnTo>
                  <a:lnTo>
                    <a:pt x="2409444" y="1507236"/>
                  </a:lnTo>
                  <a:lnTo>
                    <a:pt x="2409444" y="1287780"/>
                  </a:lnTo>
                  <a:close/>
                </a:path>
                <a:path w="3068320" h="2326004">
                  <a:moveTo>
                    <a:pt x="3067812" y="0"/>
                  </a:moveTo>
                  <a:lnTo>
                    <a:pt x="2628900" y="0"/>
                  </a:lnTo>
                  <a:lnTo>
                    <a:pt x="2628900" y="547116"/>
                  </a:lnTo>
                  <a:lnTo>
                    <a:pt x="3067812" y="547116"/>
                  </a:lnTo>
                  <a:lnTo>
                    <a:pt x="3067812" y="0"/>
                  </a:lnTo>
                  <a:close/>
                </a:path>
              </a:pathLst>
            </a:custGeom>
            <a:solidFill>
              <a:srgbClr val="00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00328" y="4096511"/>
              <a:ext cx="1096010" cy="177165"/>
            </a:xfrm>
            <a:custGeom>
              <a:avLst/>
              <a:gdLst/>
              <a:ahLst/>
              <a:cxnLst/>
              <a:rect l="l" t="t" r="r" b="b"/>
              <a:pathLst>
                <a:path w="1096010" h="177164">
                  <a:moveTo>
                    <a:pt x="437388" y="146304"/>
                  </a:moveTo>
                  <a:lnTo>
                    <a:pt x="0" y="146304"/>
                  </a:lnTo>
                  <a:lnTo>
                    <a:pt x="0" y="176784"/>
                  </a:lnTo>
                  <a:lnTo>
                    <a:pt x="437388" y="176784"/>
                  </a:lnTo>
                  <a:lnTo>
                    <a:pt x="437388" y="146304"/>
                  </a:lnTo>
                  <a:close/>
                </a:path>
                <a:path w="1096010" h="177164">
                  <a:moveTo>
                    <a:pt x="1095756" y="0"/>
                  </a:moveTo>
                  <a:lnTo>
                    <a:pt x="656844" y="0"/>
                  </a:lnTo>
                  <a:lnTo>
                    <a:pt x="656844" y="91440"/>
                  </a:lnTo>
                  <a:lnTo>
                    <a:pt x="1095756" y="91440"/>
                  </a:lnTo>
                  <a:lnTo>
                    <a:pt x="1095756" y="0"/>
                  </a:lnTo>
                  <a:close/>
                </a:path>
              </a:pathLst>
            </a:custGeom>
            <a:solidFill>
              <a:srgbClr val="6F9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00328" y="1969007"/>
              <a:ext cx="3068320" cy="2273935"/>
            </a:xfrm>
            <a:custGeom>
              <a:avLst/>
              <a:gdLst/>
              <a:ahLst/>
              <a:cxnLst/>
              <a:rect l="l" t="t" r="r" b="b"/>
              <a:pathLst>
                <a:path w="3068320" h="2273935">
                  <a:moveTo>
                    <a:pt x="437388" y="2001012"/>
                  </a:moveTo>
                  <a:lnTo>
                    <a:pt x="0" y="2001012"/>
                  </a:lnTo>
                  <a:lnTo>
                    <a:pt x="0" y="2273808"/>
                  </a:lnTo>
                  <a:lnTo>
                    <a:pt x="437388" y="2273808"/>
                  </a:lnTo>
                  <a:lnTo>
                    <a:pt x="437388" y="2001012"/>
                  </a:lnTo>
                  <a:close/>
                </a:path>
                <a:path w="3068320" h="2273935">
                  <a:moveTo>
                    <a:pt x="1095756" y="1854708"/>
                  </a:moveTo>
                  <a:lnTo>
                    <a:pt x="656844" y="1854708"/>
                  </a:lnTo>
                  <a:lnTo>
                    <a:pt x="656844" y="2127504"/>
                  </a:lnTo>
                  <a:lnTo>
                    <a:pt x="1095756" y="2127504"/>
                  </a:lnTo>
                  <a:lnTo>
                    <a:pt x="1095756" y="1854708"/>
                  </a:lnTo>
                  <a:close/>
                </a:path>
                <a:path w="3068320" h="2273935">
                  <a:moveTo>
                    <a:pt x="1752600" y="1818132"/>
                  </a:moveTo>
                  <a:lnTo>
                    <a:pt x="1313688" y="1818132"/>
                  </a:lnTo>
                  <a:lnTo>
                    <a:pt x="1313688" y="1993392"/>
                  </a:lnTo>
                  <a:lnTo>
                    <a:pt x="1752600" y="1993392"/>
                  </a:lnTo>
                  <a:lnTo>
                    <a:pt x="1752600" y="1818132"/>
                  </a:lnTo>
                  <a:close/>
                </a:path>
                <a:path w="3068320" h="2273935">
                  <a:moveTo>
                    <a:pt x="2409444" y="1286256"/>
                  </a:moveTo>
                  <a:lnTo>
                    <a:pt x="1972056" y="1286256"/>
                  </a:lnTo>
                  <a:lnTo>
                    <a:pt x="1972056" y="1479804"/>
                  </a:lnTo>
                  <a:lnTo>
                    <a:pt x="2409444" y="1479804"/>
                  </a:lnTo>
                  <a:lnTo>
                    <a:pt x="2409444" y="1286256"/>
                  </a:lnTo>
                  <a:close/>
                </a:path>
                <a:path w="3068320" h="2273935">
                  <a:moveTo>
                    <a:pt x="3067812" y="0"/>
                  </a:moveTo>
                  <a:lnTo>
                    <a:pt x="2628900" y="0"/>
                  </a:lnTo>
                  <a:lnTo>
                    <a:pt x="2628900" y="192024"/>
                  </a:lnTo>
                  <a:lnTo>
                    <a:pt x="3067812" y="192024"/>
                  </a:lnTo>
                  <a:lnTo>
                    <a:pt x="30678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1832" y="1229867"/>
              <a:ext cx="3336290" cy="3717290"/>
            </a:xfrm>
            <a:custGeom>
              <a:avLst/>
              <a:gdLst/>
              <a:ahLst/>
              <a:cxnLst/>
              <a:rect l="l" t="t" r="r" b="b"/>
              <a:pathLst>
                <a:path w="3336290" h="3717290">
                  <a:moveTo>
                    <a:pt x="48768" y="3672840"/>
                  </a:moveTo>
                  <a:lnTo>
                    <a:pt x="48768" y="0"/>
                  </a:lnTo>
                </a:path>
                <a:path w="3336290" h="3717290">
                  <a:moveTo>
                    <a:pt x="0" y="3672840"/>
                  </a:moveTo>
                  <a:lnTo>
                    <a:pt x="48768" y="3672840"/>
                  </a:lnTo>
                </a:path>
                <a:path w="3336290" h="3717290">
                  <a:moveTo>
                    <a:pt x="0" y="3061716"/>
                  </a:moveTo>
                  <a:lnTo>
                    <a:pt x="48768" y="3061716"/>
                  </a:lnTo>
                </a:path>
                <a:path w="3336290" h="3717290">
                  <a:moveTo>
                    <a:pt x="0" y="2449068"/>
                  </a:moveTo>
                  <a:lnTo>
                    <a:pt x="48768" y="2449068"/>
                  </a:lnTo>
                </a:path>
                <a:path w="3336290" h="3717290">
                  <a:moveTo>
                    <a:pt x="0" y="1836420"/>
                  </a:moveTo>
                  <a:lnTo>
                    <a:pt x="48768" y="1836420"/>
                  </a:lnTo>
                </a:path>
                <a:path w="3336290" h="3717290">
                  <a:moveTo>
                    <a:pt x="0" y="1223772"/>
                  </a:moveTo>
                  <a:lnTo>
                    <a:pt x="48768" y="1223772"/>
                  </a:lnTo>
                </a:path>
                <a:path w="3336290" h="3717290">
                  <a:moveTo>
                    <a:pt x="0" y="612648"/>
                  </a:moveTo>
                  <a:lnTo>
                    <a:pt x="48768" y="612648"/>
                  </a:lnTo>
                </a:path>
                <a:path w="3336290" h="3717290">
                  <a:moveTo>
                    <a:pt x="0" y="0"/>
                  </a:moveTo>
                  <a:lnTo>
                    <a:pt x="48768" y="0"/>
                  </a:lnTo>
                </a:path>
                <a:path w="3336290" h="3717290">
                  <a:moveTo>
                    <a:pt x="48768" y="3672840"/>
                  </a:moveTo>
                  <a:lnTo>
                    <a:pt x="3336035" y="3672840"/>
                  </a:lnTo>
                </a:path>
                <a:path w="3336290" h="3717290">
                  <a:moveTo>
                    <a:pt x="48768" y="3672840"/>
                  </a:moveTo>
                  <a:lnTo>
                    <a:pt x="48768" y="3717036"/>
                  </a:lnTo>
                </a:path>
                <a:path w="3336290" h="3717290">
                  <a:moveTo>
                    <a:pt x="705612" y="3672840"/>
                  </a:moveTo>
                  <a:lnTo>
                    <a:pt x="705612" y="3717036"/>
                  </a:lnTo>
                </a:path>
                <a:path w="3336290" h="3717290">
                  <a:moveTo>
                    <a:pt x="1363980" y="3672840"/>
                  </a:moveTo>
                  <a:lnTo>
                    <a:pt x="1363980" y="3717036"/>
                  </a:lnTo>
                </a:path>
                <a:path w="3336290" h="3717290">
                  <a:moveTo>
                    <a:pt x="2020824" y="3672840"/>
                  </a:moveTo>
                  <a:lnTo>
                    <a:pt x="2020824" y="3717036"/>
                  </a:lnTo>
                </a:path>
                <a:path w="3336290" h="3717290">
                  <a:moveTo>
                    <a:pt x="2677668" y="3672840"/>
                  </a:moveTo>
                  <a:lnTo>
                    <a:pt x="2677668" y="3717036"/>
                  </a:lnTo>
                </a:path>
                <a:path w="3336290" h="3717290">
                  <a:moveTo>
                    <a:pt x="3336035" y="3672840"/>
                  </a:moveTo>
                  <a:lnTo>
                    <a:pt x="3336035" y="3717036"/>
                  </a:lnTo>
                </a:path>
              </a:pathLst>
            </a:custGeom>
            <a:ln w="9144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66115" y="2332990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2.00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115" y="1720722"/>
            <a:ext cx="296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2.50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6116" y="4972558"/>
            <a:ext cx="124333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8755" marR="5080" indent="-186690">
              <a:lnSpc>
                <a:spcPct val="101800"/>
              </a:lnSpc>
              <a:spcBef>
                <a:spcPts val="80"/>
              </a:spcBef>
              <a:tabLst>
                <a:tab pos="649605" algn="l"/>
                <a:tab pos="750570" algn="l"/>
              </a:tabLst>
            </a:pPr>
            <a:r>
              <a:rPr sz="1100" dirty="0">
                <a:latin typeface="Calibri"/>
                <a:cs typeface="Calibri"/>
              </a:rPr>
              <a:t>Nuclear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+</a:t>
            </a:r>
            <a:r>
              <a:rPr sz="1100" dirty="0">
                <a:latin typeface="Calibri"/>
                <a:cs typeface="Calibri"/>
              </a:rPr>
              <a:t>		Fossil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spc="-25" dirty="0">
                <a:latin typeface="Calibri"/>
                <a:cs typeface="Calibri"/>
              </a:rPr>
              <a:t> RO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10" dirty="0">
                <a:latin typeface="Calibri"/>
                <a:cs typeface="Calibri"/>
              </a:rPr>
              <a:t>Combined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51023" y="4972558"/>
            <a:ext cx="56642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46050" marR="5080" indent="-133985">
              <a:lnSpc>
                <a:spcPct val="101800"/>
              </a:lnSpc>
              <a:spcBef>
                <a:spcPts val="80"/>
              </a:spcBef>
            </a:pPr>
            <a:r>
              <a:rPr sz="1100" dirty="0">
                <a:latin typeface="Calibri"/>
                <a:cs typeface="Calibri"/>
              </a:rPr>
              <a:t>Nuclear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+</a:t>
            </a:r>
            <a:r>
              <a:rPr sz="1100" spc="-25" dirty="0">
                <a:latin typeface="Calibri"/>
                <a:cs typeface="Calibri"/>
              </a:rPr>
              <a:t> MED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079242" y="5313934"/>
            <a:ext cx="426084" cy="364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Cycle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+</a:t>
            </a:r>
            <a:endParaRPr sz="11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1100" spc="-25" dirty="0">
                <a:latin typeface="Calibri"/>
                <a:cs typeface="Calibri"/>
              </a:rPr>
              <a:t>MED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88310" y="4972558"/>
            <a:ext cx="1294765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00330">
              <a:lnSpc>
                <a:spcPct val="101800"/>
              </a:lnSpc>
              <a:spcBef>
                <a:spcPts val="80"/>
              </a:spcBef>
              <a:tabLst>
                <a:tab pos="640715" algn="l"/>
              </a:tabLst>
            </a:pPr>
            <a:r>
              <a:rPr sz="1100" dirty="0">
                <a:latin typeface="Calibri"/>
                <a:cs typeface="Calibri"/>
              </a:rPr>
              <a:t>Fossil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50" dirty="0">
                <a:latin typeface="Calibri"/>
                <a:cs typeface="Calibri"/>
              </a:rPr>
              <a:t>:</a:t>
            </a:r>
            <a:r>
              <a:rPr sz="1100" dirty="0">
                <a:latin typeface="Calibri"/>
                <a:cs typeface="Calibri"/>
              </a:rPr>
              <a:t>	</a:t>
            </a:r>
            <a:r>
              <a:rPr sz="1100" spc="-10" dirty="0">
                <a:latin typeface="Calibri"/>
                <a:cs typeface="Calibri"/>
              </a:rPr>
              <a:t>Standalone </a:t>
            </a:r>
            <a:r>
              <a:rPr sz="1100" dirty="0">
                <a:latin typeface="Calibri"/>
                <a:cs typeface="Calibri"/>
              </a:rPr>
              <a:t>Combined</a:t>
            </a:r>
            <a:r>
              <a:rPr sz="1100" spc="135" dirty="0">
                <a:latin typeface="Calibri"/>
                <a:cs typeface="Calibri"/>
              </a:rPr>
              <a:t>  </a:t>
            </a:r>
            <a:r>
              <a:rPr sz="1100" dirty="0">
                <a:latin typeface="Calibri"/>
                <a:cs typeface="Calibri"/>
              </a:rPr>
              <a:t>oil</a:t>
            </a:r>
            <a:r>
              <a:rPr sz="1100" spc="-10" dirty="0">
                <a:latin typeface="Calibri"/>
                <a:cs typeface="Calibri"/>
              </a:rPr>
              <a:t> fueled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99713" y="5313934"/>
            <a:ext cx="2990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MED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8559" y="2607712"/>
            <a:ext cx="177800" cy="11963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b="1" spc="-10" dirty="0">
                <a:latin typeface="Calibri"/>
                <a:cs typeface="Calibri"/>
              </a:rPr>
              <a:t>Water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Cost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($/m3)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505711" y="1426463"/>
            <a:ext cx="83820" cy="82550"/>
          </a:xfrm>
          <a:custGeom>
            <a:avLst/>
            <a:gdLst/>
            <a:ahLst/>
            <a:cxnLst/>
            <a:rect l="l" t="t" r="r" b="b"/>
            <a:pathLst>
              <a:path w="83819" h="82550">
                <a:moveTo>
                  <a:pt x="83819" y="0"/>
                </a:moveTo>
                <a:lnTo>
                  <a:pt x="0" y="0"/>
                </a:lnTo>
                <a:lnTo>
                  <a:pt x="0" y="82296"/>
                </a:lnTo>
                <a:lnTo>
                  <a:pt x="83819" y="82296"/>
                </a:lnTo>
                <a:lnTo>
                  <a:pt x="8381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66115" y="1053464"/>
            <a:ext cx="1715770" cy="5010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spc="-20" dirty="0">
                <a:latin typeface="Calibri"/>
                <a:cs typeface="Calibri"/>
              </a:rPr>
              <a:t>3.00</a:t>
            </a:r>
            <a:endParaRPr sz="1200">
              <a:latin typeface="Calibri"/>
              <a:cs typeface="Calibri"/>
            </a:endParaRPr>
          </a:p>
          <a:p>
            <a:pPr marL="106045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alibri"/>
                <a:cs typeface="Calibri"/>
              </a:rPr>
              <a:t>O&amp;M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05711" y="1760220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819" y="0"/>
                </a:moveTo>
                <a:lnTo>
                  <a:pt x="0" y="0"/>
                </a:lnTo>
                <a:lnTo>
                  <a:pt x="0" y="83820"/>
                </a:lnTo>
                <a:lnTo>
                  <a:pt x="83819" y="83820"/>
                </a:lnTo>
                <a:lnTo>
                  <a:pt x="83819" y="0"/>
                </a:lnTo>
                <a:close/>
              </a:path>
            </a:pathLst>
          </a:custGeom>
          <a:solidFill>
            <a:srgbClr val="6F9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614297" y="1680717"/>
            <a:ext cx="1602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Purchased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Electricity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05711" y="2093976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819" y="0"/>
                </a:moveTo>
                <a:lnTo>
                  <a:pt x="0" y="0"/>
                </a:lnTo>
                <a:lnTo>
                  <a:pt x="0" y="83820"/>
                </a:lnTo>
                <a:lnTo>
                  <a:pt x="83819" y="83820"/>
                </a:lnTo>
                <a:lnTo>
                  <a:pt x="83819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614297" y="2015109"/>
            <a:ext cx="923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Electricity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505711" y="2429255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819" y="0"/>
                </a:moveTo>
                <a:lnTo>
                  <a:pt x="0" y="0"/>
                </a:lnTo>
                <a:lnTo>
                  <a:pt x="0" y="83820"/>
                </a:lnTo>
                <a:lnTo>
                  <a:pt x="83819" y="83820"/>
                </a:lnTo>
                <a:lnTo>
                  <a:pt x="83819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614297" y="2349500"/>
            <a:ext cx="609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Heat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cost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05711" y="2763011"/>
            <a:ext cx="83820" cy="83820"/>
          </a:xfrm>
          <a:custGeom>
            <a:avLst/>
            <a:gdLst/>
            <a:ahLst/>
            <a:cxnLst/>
            <a:rect l="l" t="t" r="r" b="b"/>
            <a:pathLst>
              <a:path w="83819" h="83819">
                <a:moveTo>
                  <a:pt x="83819" y="0"/>
                </a:moveTo>
                <a:lnTo>
                  <a:pt x="0" y="0"/>
                </a:lnTo>
                <a:lnTo>
                  <a:pt x="0" y="83820"/>
                </a:lnTo>
                <a:lnTo>
                  <a:pt x="83819" y="83820"/>
                </a:lnTo>
                <a:lnTo>
                  <a:pt x="8381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66115" y="2605785"/>
            <a:ext cx="1791970" cy="238506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060450">
              <a:lnSpc>
                <a:spcPct val="100000"/>
              </a:lnSpc>
              <a:spcBef>
                <a:spcPts val="715"/>
              </a:spcBef>
            </a:pPr>
            <a:r>
              <a:rPr sz="1200" dirty="0">
                <a:latin typeface="Calibri"/>
                <a:cs typeface="Calibri"/>
              </a:rPr>
              <a:t>Capital</a:t>
            </a:r>
            <a:r>
              <a:rPr sz="1200" spc="-20" dirty="0">
                <a:latin typeface="Calibri"/>
                <a:cs typeface="Calibri"/>
              </a:rPr>
              <a:t> cost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200" spc="-20" dirty="0">
                <a:latin typeface="Calibri"/>
                <a:cs typeface="Calibri"/>
              </a:rPr>
              <a:t>1.50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alibri"/>
                <a:cs typeface="Calibri"/>
              </a:rPr>
              <a:t>1.00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latin typeface="Calibri"/>
                <a:cs typeface="Calibri"/>
              </a:rPr>
              <a:t>0.50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Calibri"/>
                <a:cs typeface="Calibri"/>
              </a:rPr>
              <a:t>0.00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15941" y="5710834"/>
            <a:ext cx="12363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Electricity</a:t>
            </a:r>
            <a:r>
              <a:rPr sz="1400" b="1" spc="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needs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03241" y="4780915"/>
            <a:ext cx="3290570" cy="188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Cost</a:t>
            </a:r>
            <a:r>
              <a:rPr sz="14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assumptions:</a:t>
            </a:r>
            <a:endParaRPr sz="1400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optimal</a:t>
            </a:r>
            <a:r>
              <a:rPr sz="14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coupling</a:t>
            </a:r>
            <a:r>
              <a:rPr sz="14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between</a:t>
            </a:r>
            <a:r>
              <a:rPr sz="14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NPP</a:t>
            </a:r>
            <a:r>
              <a:rPr sz="14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3399"/>
                </a:solidFill>
                <a:latin typeface="Calibri"/>
                <a:cs typeface="Calibri"/>
              </a:rPr>
              <a:t>DP</a:t>
            </a:r>
            <a:endParaRPr sz="1400">
              <a:latin typeface="Calibri"/>
              <a:cs typeface="Calibri"/>
            </a:endParaRPr>
          </a:p>
          <a:p>
            <a:pPr marL="482600" marR="1492250">
              <a:lnSpc>
                <a:spcPct val="112200"/>
              </a:lnSpc>
            </a:pP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Lifetime: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20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3399"/>
                </a:solidFill>
                <a:latin typeface="Calibri"/>
                <a:cs typeface="Calibri"/>
              </a:rPr>
              <a:t>yrs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Discount</a:t>
            </a:r>
            <a:r>
              <a:rPr sz="14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rate</a:t>
            </a:r>
            <a:r>
              <a:rPr sz="14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:</a:t>
            </a:r>
            <a:r>
              <a:rPr sz="14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03399"/>
                </a:solidFill>
                <a:latin typeface="Calibri"/>
                <a:cs typeface="Calibri"/>
              </a:rPr>
              <a:t>6%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400">
              <a:latin typeface="Calibri"/>
              <a:cs typeface="Calibri"/>
            </a:endParaRPr>
          </a:p>
          <a:p>
            <a:pPr marL="482600" marR="1364615">
              <a:lnSpc>
                <a:spcPct val="111900"/>
              </a:lnSpc>
            </a:pP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SWRO</a:t>
            </a:r>
            <a:r>
              <a:rPr sz="14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:</a:t>
            </a:r>
            <a:r>
              <a:rPr sz="14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5</a:t>
            </a:r>
            <a:r>
              <a:rPr sz="14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kWh/m</a:t>
            </a:r>
            <a:r>
              <a:rPr sz="1350" spc="-15" baseline="24691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1350" spc="750" baseline="2469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MSF</a:t>
            </a:r>
            <a:r>
              <a:rPr sz="14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: 3.0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 kWh/m</a:t>
            </a:r>
            <a:r>
              <a:rPr sz="1350" spc="-15" baseline="24691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r>
              <a:rPr sz="1350" spc="750" baseline="24691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MED</a:t>
            </a:r>
            <a:r>
              <a:rPr sz="14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:</a:t>
            </a:r>
            <a:r>
              <a:rPr sz="14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3399"/>
                </a:solidFill>
                <a:latin typeface="Calibri"/>
                <a:cs typeface="Calibri"/>
              </a:rPr>
              <a:t>1.25</a:t>
            </a:r>
            <a:r>
              <a:rPr sz="14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3399"/>
                </a:solidFill>
                <a:latin typeface="Calibri"/>
                <a:cs typeface="Calibri"/>
              </a:rPr>
              <a:t>kWh/m</a:t>
            </a:r>
            <a:r>
              <a:rPr sz="1350" spc="-15" baseline="24691" dirty="0">
                <a:solidFill>
                  <a:srgbClr val="003399"/>
                </a:solidFill>
                <a:latin typeface="Calibri"/>
                <a:cs typeface="Calibri"/>
              </a:rPr>
              <a:t>3</a:t>
            </a:r>
            <a:endParaRPr sz="1350" baseline="24691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86334" y="5313934"/>
            <a:ext cx="4312285" cy="145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2263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Cycle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+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RO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100">
              <a:latin typeface="Calibri"/>
              <a:cs typeface="Calibri"/>
            </a:endParaRPr>
          </a:p>
          <a:p>
            <a:pPr marL="12700" marR="2163445">
              <a:lnSpc>
                <a:spcPct val="100000"/>
              </a:lnSpc>
            </a:pP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WNA</a:t>
            </a:r>
            <a:r>
              <a:rPr sz="800" spc="-5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(2010), The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Economics</a:t>
            </a:r>
            <a:r>
              <a:rPr sz="800" spc="-5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of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Nuclear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Power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EIA</a:t>
            </a:r>
            <a:r>
              <a:rPr sz="800" spc="-4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(2010),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Annual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Energy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Outlook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2011</a:t>
            </a:r>
            <a:endParaRPr sz="800">
              <a:latin typeface="Arial MT"/>
              <a:cs typeface="Arial MT"/>
            </a:endParaRPr>
          </a:p>
          <a:p>
            <a:pPr marL="12700" marR="147955">
              <a:lnSpc>
                <a:spcPct val="100000"/>
              </a:lnSpc>
            </a:pP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Du</a:t>
            </a:r>
            <a:r>
              <a:rPr sz="8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and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Parsons,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(2009),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Update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on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the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cost</a:t>
            </a:r>
            <a:r>
              <a:rPr sz="800" spc="-4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of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Nuclear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Power,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EIA,</a:t>
            </a:r>
            <a:r>
              <a:rPr sz="8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Annual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Energy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Outlook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MIT,</a:t>
            </a:r>
            <a:r>
              <a:rPr sz="8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(2009),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Update of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the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MIT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2003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Future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of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Nuclear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Power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Study</a:t>
            </a:r>
            <a:endParaRPr sz="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Economic</a:t>
            </a:r>
            <a:r>
              <a:rPr sz="800" spc="-4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Modelling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Working</a:t>
            </a:r>
            <a:r>
              <a:rPr sz="8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Group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(EMWG)</a:t>
            </a:r>
            <a:r>
              <a:rPr sz="800" spc="-4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of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the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GIF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(2007),</a:t>
            </a:r>
            <a:r>
              <a:rPr sz="800" spc="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Cost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Estimating</a:t>
            </a:r>
            <a:r>
              <a:rPr sz="800" spc="-4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Guidelines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for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 Generation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IV</a:t>
            </a:r>
            <a:r>
              <a:rPr sz="8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nuclear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energy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systems</a:t>
            </a:r>
            <a:r>
              <a:rPr sz="800" spc="-6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Rev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4.2</a:t>
            </a:r>
            <a:endParaRPr sz="800">
              <a:latin typeface="Arial MT"/>
              <a:cs typeface="Arial MT"/>
            </a:endParaRPr>
          </a:p>
          <a:p>
            <a:pPr marL="12700" marR="106680">
              <a:lnSpc>
                <a:spcPct val="100000"/>
              </a:lnSpc>
            </a:pP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Global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Water</a:t>
            </a:r>
            <a:r>
              <a:rPr sz="800" spc="-5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Intelligence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(2010), 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Desalination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Markets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2010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: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Global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Forecasts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and</a:t>
            </a:r>
            <a:r>
              <a:rPr sz="800" spc="-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analysis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Global</a:t>
            </a:r>
            <a:r>
              <a:rPr sz="8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Water</a:t>
            </a:r>
            <a:r>
              <a:rPr sz="800" spc="-5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Intelligence</a:t>
            </a:r>
            <a:r>
              <a:rPr sz="8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(2011),</a:t>
            </a:r>
            <a:r>
              <a:rPr sz="800" spc="-1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IDA</a:t>
            </a:r>
            <a:r>
              <a:rPr sz="8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Desalination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3366CC"/>
                </a:solidFill>
                <a:latin typeface="Arial MT"/>
                <a:cs typeface="Arial MT"/>
              </a:rPr>
              <a:t>Plant</a:t>
            </a:r>
            <a:r>
              <a:rPr sz="8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3366CC"/>
                </a:solidFill>
                <a:latin typeface="Arial MT"/>
                <a:cs typeface="Arial MT"/>
              </a:rPr>
              <a:t>Inventory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4536566" y="2840227"/>
          <a:ext cx="4334510" cy="18427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775"/>
                <a:gridCol w="821055"/>
                <a:gridCol w="948055"/>
                <a:gridCol w="831850"/>
                <a:gridCol w="866775"/>
              </a:tblGrid>
              <a:tr h="548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08279" marR="154940" indent="28575" algn="just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Capital </a:t>
                      </a:r>
                      <a:r>
                        <a:rPr sz="10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Costs </a:t>
                      </a:r>
                      <a:r>
                        <a:rPr sz="10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($/kWe)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289560" marR="145415" indent="-12700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Fixed</a:t>
                      </a:r>
                      <a:r>
                        <a:rPr sz="1000" spc="-4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0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O&amp;M </a:t>
                      </a:r>
                      <a:r>
                        <a:rPr sz="10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($/kW)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51765" marR="179705" indent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Variable </a:t>
                      </a:r>
                      <a:r>
                        <a:rPr sz="10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O&amp;M </a:t>
                      </a:r>
                      <a:r>
                        <a:rPr sz="10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($/MWh)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187325" marR="179070" indent="1238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Fuel </a:t>
                      </a:r>
                      <a:r>
                        <a:rPr sz="10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($/MWh)</a:t>
                      </a:r>
                      <a:endParaRPr sz="10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10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Nuclear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4500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20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Coal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2400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40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</a:tr>
              <a:tr h="25907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20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CCGT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850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15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80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5" marB="0">
                    <a:solidFill>
                      <a:srgbClr val="E7E8EE"/>
                    </a:solidFill>
                  </a:tcPr>
                </a:tc>
              </a:tr>
              <a:tr h="259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20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Wind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2000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30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/>
                </a:tc>
              </a:tr>
              <a:tr h="25907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050" b="1" spc="-25" dirty="0">
                          <a:solidFill>
                            <a:srgbClr val="003399"/>
                          </a:solidFill>
                          <a:latin typeface="Arial"/>
                          <a:cs typeface="Arial"/>
                        </a:rPr>
                        <a:t>PV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4000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25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1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42544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</a:tr>
            </a:tbl>
          </a:graphicData>
        </a:graphic>
      </p:graphicFrame>
      <p:sp>
        <p:nvSpPr>
          <p:cNvPr id="38" name="object 38"/>
          <p:cNvSpPr txBox="1"/>
          <p:nvPr/>
        </p:nvSpPr>
        <p:spPr>
          <a:xfrm>
            <a:off x="4608576" y="1341119"/>
            <a:ext cx="4139565" cy="13233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81280" algn="just">
              <a:lnSpc>
                <a:spcPct val="100000"/>
              </a:lnSpc>
              <a:spcBef>
                <a:spcPts val="320"/>
              </a:spcBef>
            </a:pP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It</a:t>
            </a:r>
            <a:r>
              <a:rPr sz="1600" b="1" spc="114" dirty="0">
                <a:solidFill>
                  <a:srgbClr val="003366"/>
                </a:solidFill>
                <a:latin typeface="Arial"/>
                <a:cs typeface="Arial"/>
              </a:rPr>
              <a:t> 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1600" b="1" spc="125" dirty="0">
                <a:solidFill>
                  <a:srgbClr val="003366"/>
                </a:solidFill>
                <a:latin typeface="Arial"/>
                <a:cs typeface="Arial"/>
              </a:rPr>
              <a:t> 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important</a:t>
            </a:r>
            <a:r>
              <a:rPr sz="1600" b="1" spc="120" dirty="0">
                <a:solidFill>
                  <a:srgbClr val="003366"/>
                </a:solidFill>
                <a:latin typeface="Arial"/>
                <a:cs typeface="Arial"/>
              </a:rPr>
              <a:t> 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1600" b="1" spc="120" dirty="0">
                <a:solidFill>
                  <a:srgbClr val="003366"/>
                </a:solidFill>
                <a:latin typeface="Arial"/>
                <a:cs typeface="Arial"/>
              </a:rPr>
              <a:t> 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incorporate</a:t>
            </a:r>
            <a:r>
              <a:rPr sz="1600" b="1" spc="110" dirty="0">
                <a:solidFill>
                  <a:srgbClr val="003366"/>
                </a:solidFill>
                <a:latin typeface="Arial"/>
                <a:cs typeface="Arial"/>
              </a:rPr>
              <a:t>  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enviro-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economics</a:t>
            </a:r>
            <a:r>
              <a:rPr sz="1600" b="1" spc="45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when</a:t>
            </a:r>
            <a:r>
              <a:rPr sz="1600" b="1" spc="4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evaluating</a:t>
            </a:r>
            <a:r>
              <a:rPr sz="1600" b="1" spc="484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water</a:t>
            </a:r>
            <a:r>
              <a:rPr sz="1600" b="1" spc="45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3366"/>
                </a:solidFill>
                <a:latin typeface="Arial"/>
                <a:cs typeface="Arial"/>
              </a:rPr>
              <a:t>and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energy</a:t>
            </a:r>
            <a:r>
              <a:rPr sz="1600" b="1" spc="-7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options</a:t>
            </a:r>
            <a:endParaRPr sz="1600">
              <a:latin typeface="Arial"/>
              <a:cs typeface="Arial"/>
            </a:endParaRPr>
          </a:p>
          <a:p>
            <a:pPr marL="92075" algn="just">
              <a:lnSpc>
                <a:spcPct val="100000"/>
              </a:lnSpc>
            </a:pPr>
            <a:r>
              <a:rPr sz="1600" dirty="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sz="1600" spc="350" dirty="0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1600" b="1" spc="30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combination</a:t>
            </a:r>
            <a:r>
              <a:rPr sz="1600" b="1" spc="3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1600" b="1" spc="3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environmental</a:t>
            </a:r>
            <a:r>
              <a:rPr sz="1600" b="1" spc="31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25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92075" algn="just">
              <a:lnSpc>
                <a:spcPct val="100000"/>
              </a:lnSpc>
            </a:pP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economic</a:t>
            </a:r>
            <a:r>
              <a:rPr sz="1600" b="1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objectives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0513" y="789508"/>
            <a:ext cx="693229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Improvement</a:t>
            </a:r>
            <a:r>
              <a:rPr sz="24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4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economics</a:t>
            </a:r>
            <a:r>
              <a:rPr sz="2400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using</a:t>
            </a:r>
            <a:r>
              <a:rPr sz="2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Cogeneration</a:t>
            </a:r>
            <a:endParaRPr sz="2400">
              <a:latin typeface="Arial"/>
              <a:cs typeface="Arial"/>
            </a:endParaRPr>
          </a:p>
          <a:p>
            <a:pPr marL="82550"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10%</a:t>
            </a:r>
            <a:r>
              <a:rPr sz="2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1000</a:t>
            </a:r>
            <a:r>
              <a:rPr sz="2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MWe</a:t>
            </a:r>
            <a:r>
              <a:rPr sz="2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PWR</a:t>
            </a:r>
            <a:r>
              <a:rPr sz="2400" spc="-6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400" spc="-5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Arial"/>
                <a:cs typeface="Arial"/>
              </a:rPr>
              <a:t>desalination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40" y="1739493"/>
            <a:ext cx="817689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695" marR="43180" indent="-49530">
              <a:lnSpc>
                <a:spcPct val="135900"/>
              </a:lnSpc>
              <a:spcBef>
                <a:spcPts val="100"/>
              </a:spcBef>
            </a:pPr>
            <a:r>
              <a:rPr sz="2000" spc="-11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produce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130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000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m</a:t>
            </a:r>
            <a:r>
              <a:rPr sz="1950" baseline="25641" dirty="0">
                <a:solidFill>
                  <a:srgbClr val="003399"/>
                </a:solidFill>
                <a:latin typeface="Arial MT"/>
                <a:cs typeface="Arial MT"/>
              </a:rPr>
              <a:t>3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/day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desalinated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using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1000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MWe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PWR 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Total</a:t>
            </a:r>
            <a:r>
              <a:rPr sz="20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revenue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(Cogeneration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90%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electricity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+10%</a:t>
            </a:r>
            <a:r>
              <a:rPr sz="20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water):</a:t>
            </a:r>
            <a:endParaRPr sz="2000">
              <a:latin typeface="Arial MT"/>
              <a:cs typeface="Arial MT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116012" y="2768219"/>
          <a:ext cx="6911340" cy="1998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3990"/>
                <a:gridCol w="1856105"/>
                <a:gridCol w="1556385"/>
                <a:gridCol w="2054860"/>
              </a:tblGrid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6699CC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Standalone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6699CC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6699CC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6699CC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Electricity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7166</a:t>
                      </a:r>
                      <a:r>
                        <a:rPr sz="18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6771</a:t>
                      </a:r>
                      <a:r>
                        <a:rPr sz="18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7062</a:t>
                      </a:r>
                      <a:r>
                        <a:rPr sz="18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T w="28575">
                      <a:solidFill>
                        <a:srgbClr val="003399"/>
                      </a:solidFill>
                      <a:prstDash val="solid"/>
                    </a:lnT>
                    <a:solidFill>
                      <a:srgbClr val="E7E8EE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Water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888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672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/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Total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B w="19050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7166</a:t>
                      </a:r>
                      <a:r>
                        <a:rPr sz="18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B w="19050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7660</a:t>
                      </a:r>
                      <a:r>
                        <a:rPr sz="18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B w="19050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7700</a:t>
                      </a:r>
                      <a:r>
                        <a:rPr sz="1800" spc="-1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25" dirty="0">
                          <a:solidFill>
                            <a:srgbClr val="003399"/>
                          </a:solidFill>
                          <a:latin typeface="Arial MT"/>
                          <a:cs typeface="Arial MT"/>
                        </a:rPr>
                        <a:t>M$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B w="19050">
                      <a:solidFill>
                        <a:srgbClr val="003399"/>
                      </a:solidFill>
                      <a:prstDash val="solid"/>
                    </a:lnB>
                    <a:solidFill>
                      <a:srgbClr val="E7E8EE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spc="-2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+7%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2800" b="1" spc="-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+7.5%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36830" marB="0">
                    <a:lnT w="19050">
                      <a:solidFill>
                        <a:srgbClr val="003399"/>
                      </a:solidFill>
                      <a:prstDash val="solid"/>
                    </a:lnT>
                    <a:lnB w="28575">
                      <a:solidFill>
                        <a:srgbClr val="0033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089272" y="5014925"/>
            <a:ext cx="1077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3399"/>
                </a:solidFill>
                <a:latin typeface="Arial"/>
                <a:cs typeface="Arial"/>
              </a:rPr>
              <a:t>Using</a:t>
            </a:r>
            <a:r>
              <a:rPr sz="1600" b="1" i="1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i="1" dirty="0">
                <a:solidFill>
                  <a:srgbClr val="003399"/>
                </a:solidFill>
                <a:latin typeface="Arial"/>
                <a:cs typeface="Arial"/>
              </a:rPr>
              <a:t>RO</a:t>
            </a:r>
            <a:r>
              <a:rPr sz="1600" b="1" i="1" spc="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i="1" spc="-50" dirty="0">
                <a:solidFill>
                  <a:srgbClr val="003399"/>
                </a:solidFill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63872" y="5259451"/>
            <a:ext cx="474472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81000" algn="l"/>
              </a:tabLst>
            </a:pP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Increased</a:t>
            </a:r>
            <a:r>
              <a:rPr sz="1600" spc="-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3399"/>
                </a:solidFill>
                <a:latin typeface="Arial MT"/>
                <a:cs typeface="Arial MT"/>
              </a:rPr>
              <a:t>availability</a:t>
            </a:r>
            <a:endParaRPr sz="1600">
              <a:latin typeface="Arial MT"/>
              <a:cs typeface="Arial MT"/>
            </a:endParaRPr>
          </a:p>
          <a:p>
            <a:pPr marL="381000" indent="-342900">
              <a:lnSpc>
                <a:spcPct val="100000"/>
              </a:lnSpc>
              <a:buChar char="•"/>
              <a:tabLst>
                <a:tab pos="381000" algn="l"/>
              </a:tabLst>
            </a:pP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No</a:t>
            </a:r>
            <a:r>
              <a:rPr sz="16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lost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power as</a:t>
            </a:r>
            <a:r>
              <a:rPr sz="16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003399"/>
                </a:solidFill>
                <a:latin typeface="Arial MT"/>
                <a:cs typeface="Arial MT"/>
              </a:rPr>
              <a:t>MED</a:t>
            </a:r>
            <a:endParaRPr sz="1600">
              <a:latin typeface="Arial MT"/>
              <a:cs typeface="Arial MT"/>
            </a:endParaRPr>
          </a:p>
          <a:p>
            <a:pPr marL="381000" marR="43180" indent="-343535">
              <a:lnSpc>
                <a:spcPct val="100000"/>
              </a:lnSpc>
              <a:buChar char="•"/>
              <a:tabLst>
                <a:tab pos="381000" algn="l"/>
              </a:tabLst>
            </a:pP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Using</a:t>
            </a:r>
            <a:r>
              <a:rPr sz="16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waste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heat</a:t>
            </a:r>
            <a:r>
              <a:rPr sz="16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preheat</a:t>
            </a:r>
            <a:r>
              <a:rPr sz="16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feed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by</a:t>
            </a:r>
            <a:r>
              <a:rPr sz="16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15</a:t>
            </a:r>
            <a:r>
              <a:rPr sz="1575" spc="-30" baseline="26455" dirty="0">
                <a:solidFill>
                  <a:srgbClr val="003399"/>
                </a:solidFill>
                <a:latin typeface="Arial MT"/>
                <a:cs typeface="Arial MT"/>
              </a:rPr>
              <a:t>o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C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increases</a:t>
            </a:r>
            <a:r>
              <a:rPr sz="16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production</a:t>
            </a:r>
            <a:r>
              <a:rPr sz="16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by</a:t>
            </a:r>
            <a:r>
              <a:rPr sz="16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~13%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018" y="5140833"/>
            <a:ext cx="11626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dirty="0">
                <a:solidFill>
                  <a:srgbClr val="003399"/>
                </a:solidFill>
                <a:latin typeface="Arial"/>
                <a:cs typeface="Arial"/>
              </a:rPr>
              <a:t>Using</a:t>
            </a:r>
            <a:r>
              <a:rPr sz="1600" b="1" i="1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i="1" spc="-20" dirty="0">
                <a:solidFill>
                  <a:srgbClr val="003399"/>
                </a:solidFill>
                <a:latin typeface="Arial"/>
                <a:cs typeface="Arial"/>
              </a:rPr>
              <a:t>MED: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018" y="5384698"/>
            <a:ext cx="356171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Easier</a:t>
            </a:r>
            <a:r>
              <a:rPr sz="16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maintenance</a:t>
            </a:r>
            <a:r>
              <a:rPr sz="16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&amp;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03399"/>
                </a:solidFill>
                <a:latin typeface="Arial MT"/>
                <a:cs typeface="Arial MT"/>
              </a:rPr>
              <a:t>pretreatment</a:t>
            </a:r>
            <a:endParaRPr sz="16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Industrial</a:t>
            </a:r>
            <a:r>
              <a:rPr sz="16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03399"/>
                </a:solidFill>
                <a:latin typeface="Arial MT"/>
                <a:cs typeface="Arial MT"/>
              </a:rPr>
              <a:t>quality</a:t>
            </a:r>
            <a:r>
              <a:rPr sz="16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003399"/>
                </a:solidFill>
                <a:latin typeface="Arial MT"/>
                <a:cs typeface="Arial MT"/>
              </a:rPr>
              <a:t>water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283" y="6123435"/>
            <a:ext cx="928878" cy="6774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339" y="257682"/>
            <a:ext cx="3951604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500" spc="-20" dirty="0"/>
              <a:t>Water</a:t>
            </a:r>
            <a:r>
              <a:rPr sz="3500" spc="-65" dirty="0"/>
              <a:t> </a:t>
            </a:r>
            <a:r>
              <a:rPr sz="3500" dirty="0"/>
              <a:t>cost</a:t>
            </a:r>
            <a:r>
              <a:rPr sz="3500" spc="-65" dirty="0"/>
              <a:t> </a:t>
            </a:r>
            <a:r>
              <a:rPr sz="3500" dirty="0"/>
              <a:t>of</a:t>
            </a:r>
            <a:r>
              <a:rPr sz="3500" spc="-65" dirty="0"/>
              <a:t> </a:t>
            </a:r>
            <a:r>
              <a:rPr sz="3500" spc="-10" dirty="0"/>
              <a:t>small </a:t>
            </a:r>
            <a:r>
              <a:rPr sz="3500" dirty="0"/>
              <a:t>desalination</a:t>
            </a:r>
            <a:r>
              <a:rPr sz="3500" spc="-40" dirty="0"/>
              <a:t> </a:t>
            </a:r>
            <a:r>
              <a:rPr sz="3500" spc="-10" dirty="0"/>
              <a:t>plants</a:t>
            </a:r>
            <a:endParaRPr sz="3500"/>
          </a:p>
        </p:txBody>
      </p:sp>
      <p:sp>
        <p:nvSpPr>
          <p:cNvPr id="7" name="object 7"/>
          <p:cNvSpPr txBox="1"/>
          <p:nvPr/>
        </p:nvSpPr>
        <p:spPr>
          <a:xfrm>
            <a:off x="402437" y="4191101"/>
            <a:ext cx="7719059" cy="240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 marR="390525">
              <a:lnSpc>
                <a:spcPct val="150000"/>
              </a:lnSpc>
              <a:spcBef>
                <a:spcPts val="100"/>
              </a:spcBef>
              <a:tabLst>
                <a:tab pos="1258570" algn="l"/>
                <a:tab pos="1566545" algn="l"/>
                <a:tab pos="2388235" algn="l"/>
                <a:tab pos="3130550" algn="l"/>
                <a:tab pos="3918585" algn="l"/>
                <a:tab pos="4817745" algn="l"/>
                <a:tab pos="5874385" algn="l"/>
                <a:tab pos="6266180" algn="l"/>
                <a:tab pos="7078345" algn="l"/>
              </a:tabLst>
            </a:pP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3.2%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50" dirty="0">
                <a:solidFill>
                  <a:srgbClr val="003399"/>
                </a:solidFill>
                <a:latin typeface="Arial"/>
                <a:cs typeface="Arial"/>
              </a:rPr>
              <a:t>x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45%=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1.4%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more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steam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needed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in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003399"/>
                </a:solidFill>
                <a:latin typeface="Arial"/>
                <a:cs typeface="Arial"/>
              </a:rPr>
              <a:t>order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	</a:t>
            </a:r>
            <a:r>
              <a:rPr sz="2000" b="1" spc="-25" dirty="0">
                <a:solidFill>
                  <a:srgbClr val="003399"/>
                </a:solidFill>
                <a:latin typeface="Arial"/>
                <a:cs typeface="Arial"/>
              </a:rPr>
              <a:t>to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compensate</a:t>
            </a:r>
            <a:r>
              <a:rPr sz="2000" b="1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the</a:t>
            </a:r>
            <a:r>
              <a:rPr sz="2000" b="1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3399"/>
                </a:solidFill>
                <a:latin typeface="Arial"/>
                <a:cs typeface="Arial"/>
              </a:rPr>
              <a:t>power</a:t>
            </a:r>
            <a:r>
              <a:rPr sz="2000" b="1" spc="-7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2000" b="1" spc="-20" dirty="0">
                <a:solidFill>
                  <a:srgbClr val="003399"/>
                </a:solidFill>
                <a:latin typeface="Arial"/>
                <a:cs typeface="Arial"/>
              </a:rPr>
              <a:t>lost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energy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costs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nuclear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desalination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~15%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total </a:t>
            </a:r>
            <a:r>
              <a:rPr sz="2400" dirty="0">
                <a:latin typeface="Arial MT"/>
                <a:cs typeface="Arial MT"/>
              </a:rPr>
              <a:t>electricity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Virtual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free</a:t>
            </a:r>
            <a:r>
              <a:rPr sz="2400" spc="-85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water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6572" y="1921764"/>
            <a:ext cx="1918970" cy="1343025"/>
            <a:chOff x="766572" y="1921764"/>
            <a:chExt cx="1918970" cy="134302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572" y="1921764"/>
              <a:ext cx="1918715" cy="134264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28294" y="1963674"/>
              <a:ext cx="1800225" cy="1224280"/>
            </a:xfrm>
            <a:custGeom>
              <a:avLst/>
              <a:gdLst/>
              <a:ahLst/>
              <a:cxnLst/>
              <a:rect l="l" t="t" r="r" b="b"/>
              <a:pathLst>
                <a:path w="1800225" h="1224280">
                  <a:moveTo>
                    <a:pt x="1799844" y="0"/>
                  </a:moveTo>
                  <a:lnTo>
                    <a:pt x="0" y="0"/>
                  </a:lnTo>
                  <a:lnTo>
                    <a:pt x="0" y="1223772"/>
                  </a:lnTo>
                  <a:lnTo>
                    <a:pt x="1799844" y="1223772"/>
                  </a:lnTo>
                  <a:lnTo>
                    <a:pt x="179984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8294" y="1963674"/>
              <a:ext cx="1800225" cy="1224280"/>
            </a:xfrm>
            <a:custGeom>
              <a:avLst/>
              <a:gdLst/>
              <a:ahLst/>
              <a:cxnLst/>
              <a:rect l="l" t="t" r="r" b="b"/>
              <a:pathLst>
                <a:path w="1800225" h="1224280">
                  <a:moveTo>
                    <a:pt x="0" y="1223772"/>
                  </a:moveTo>
                  <a:lnTo>
                    <a:pt x="1799844" y="1223772"/>
                  </a:lnTo>
                  <a:lnTo>
                    <a:pt x="1799844" y="0"/>
                  </a:lnTo>
                  <a:lnTo>
                    <a:pt x="0" y="0"/>
                  </a:lnTo>
                  <a:lnTo>
                    <a:pt x="0" y="1223772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11097" y="2282444"/>
            <a:ext cx="12325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 marR="5080" indent="-5334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99"/>
                </a:solidFill>
                <a:latin typeface="Arial"/>
                <a:cs typeface="Arial"/>
              </a:rPr>
              <a:t>Nuclear</a:t>
            </a:r>
            <a:r>
              <a:rPr sz="1800" b="1" spc="-4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3399"/>
                </a:solidFill>
                <a:latin typeface="Arial"/>
                <a:cs typeface="Arial"/>
              </a:rPr>
              <a:t>PP </a:t>
            </a:r>
            <a:r>
              <a:rPr sz="1800" b="1" dirty="0">
                <a:solidFill>
                  <a:srgbClr val="003399"/>
                </a:solidFill>
                <a:latin typeface="Arial"/>
                <a:cs typeface="Arial"/>
              </a:rPr>
              <a:t>1000</a:t>
            </a:r>
            <a:r>
              <a:rPr sz="1800" b="1" spc="-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3399"/>
                </a:solidFill>
                <a:latin typeface="Arial"/>
                <a:cs typeface="Arial"/>
              </a:rPr>
              <a:t>MWe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06440" y="1921764"/>
            <a:ext cx="1844039" cy="1343025"/>
            <a:chOff x="5806440" y="1921764"/>
            <a:chExt cx="1844039" cy="134302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06440" y="1921764"/>
              <a:ext cx="1844039" cy="134264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868162" y="1963674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80">
                  <a:moveTo>
                    <a:pt x="1725167" y="0"/>
                  </a:moveTo>
                  <a:lnTo>
                    <a:pt x="0" y="0"/>
                  </a:lnTo>
                  <a:lnTo>
                    <a:pt x="0" y="1223772"/>
                  </a:lnTo>
                  <a:lnTo>
                    <a:pt x="1725167" y="1223772"/>
                  </a:lnTo>
                  <a:lnTo>
                    <a:pt x="1725167" y="0"/>
                  </a:lnTo>
                  <a:close/>
                </a:path>
              </a:pathLst>
            </a:custGeom>
            <a:solidFill>
              <a:srgbClr val="1833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68162" y="1963674"/>
              <a:ext cx="1725295" cy="1224280"/>
            </a:xfrm>
            <a:custGeom>
              <a:avLst/>
              <a:gdLst/>
              <a:ahLst/>
              <a:cxnLst/>
              <a:rect l="l" t="t" r="r" b="b"/>
              <a:pathLst>
                <a:path w="1725295" h="1224280">
                  <a:moveTo>
                    <a:pt x="0" y="1223772"/>
                  </a:moveTo>
                  <a:lnTo>
                    <a:pt x="1725167" y="1223772"/>
                  </a:lnTo>
                  <a:lnTo>
                    <a:pt x="1725167" y="0"/>
                  </a:lnTo>
                  <a:lnTo>
                    <a:pt x="0" y="0"/>
                  </a:lnTo>
                  <a:lnTo>
                    <a:pt x="0" y="1223772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33591" y="2419603"/>
            <a:ext cx="1195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MED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TVC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584704" y="2386533"/>
            <a:ext cx="3491865" cy="421005"/>
            <a:chOff x="2584704" y="2386533"/>
            <a:chExt cx="3491865" cy="421005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84704" y="2386533"/>
              <a:ext cx="3491484" cy="4206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628138" y="2490743"/>
              <a:ext cx="3240405" cy="171450"/>
            </a:xfrm>
            <a:custGeom>
              <a:avLst/>
              <a:gdLst/>
              <a:ahLst/>
              <a:cxnLst/>
              <a:rect l="l" t="t" r="r" b="b"/>
              <a:pathLst>
                <a:path w="3240404" h="171450">
                  <a:moveTo>
                    <a:pt x="3164477" y="85578"/>
                  </a:moveTo>
                  <a:lnTo>
                    <a:pt x="3078479" y="135743"/>
                  </a:lnTo>
                  <a:lnTo>
                    <a:pt x="3072800" y="140795"/>
                  </a:lnTo>
                  <a:lnTo>
                    <a:pt x="3069621" y="147395"/>
                  </a:lnTo>
                  <a:lnTo>
                    <a:pt x="3069157" y="154709"/>
                  </a:lnTo>
                  <a:lnTo>
                    <a:pt x="3071622" y="161905"/>
                  </a:lnTo>
                  <a:lnTo>
                    <a:pt x="3076672" y="167512"/>
                  </a:lnTo>
                  <a:lnTo>
                    <a:pt x="3083258" y="170668"/>
                  </a:lnTo>
                  <a:lnTo>
                    <a:pt x="3090535" y="171156"/>
                  </a:lnTo>
                  <a:lnTo>
                    <a:pt x="3097657" y="168763"/>
                  </a:lnTo>
                  <a:lnTo>
                    <a:pt x="3207518" y="104628"/>
                  </a:lnTo>
                  <a:lnTo>
                    <a:pt x="3202432" y="104628"/>
                  </a:lnTo>
                  <a:lnTo>
                    <a:pt x="3202432" y="102088"/>
                  </a:lnTo>
                  <a:lnTo>
                    <a:pt x="3192779" y="102088"/>
                  </a:lnTo>
                  <a:lnTo>
                    <a:pt x="3164477" y="85578"/>
                  </a:lnTo>
                  <a:close/>
                </a:path>
                <a:path w="3240404" h="171450">
                  <a:moveTo>
                    <a:pt x="3131819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3131819" y="104628"/>
                  </a:lnTo>
                  <a:lnTo>
                    <a:pt x="3164477" y="85578"/>
                  </a:lnTo>
                  <a:lnTo>
                    <a:pt x="3131819" y="66528"/>
                  </a:lnTo>
                  <a:close/>
                </a:path>
                <a:path w="3240404" h="171450">
                  <a:moveTo>
                    <a:pt x="3207518" y="66528"/>
                  </a:moveTo>
                  <a:lnTo>
                    <a:pt x="3202432" y="66528"/>
                  </a:lnTo>
                  <a:lnTo>
                    <a:pt x="3202432" y="104628"/>
                  </a:lnTo>
                  <a:lnTo>
                    <a:pt x="3207518" y="104628"/>
                  </a:lnTo>
                  <a:lnTo>
                    <a:pt x="3240151" y="85578"/>
                  </a:lnTo>
                  <a:lnTo>
                    <a:pt x="3207518" y="66528"/>
                  </a:lnTo>
                  <a:close/>
                </a:path>
                <a:path w="3240404" h="171450">
                  <a:moveTo>
                    <a:pt x="3192779" y="69068"/>
                  </a:moveTo>
                  <a:lnTo>
                    <a:pt x="3164477" y="85578"/>
                  </a:lnTo>
                  <a:lnTo>
                    <a:pt x="3192779" y="102088"/>
                  </a:lnTo>
                  <a:lnTo>
                    <a:pt x="3192779" y="69068"/>
                  </a:lnTo>
                  <a:close/>
                </a:path>
                <a:path w="3240404" h="171450">
                  <a:moveTo>
                    <a:pt x="3202432" y="69068"/>
                  </a:moveTo>
                  <a:lnTo>
                    <a:pt x="3192779" y="69068"/>
                  </a:lnTo>
                  <a:lnTo>
                    <a:pt x="3192779" y="102088"/>
                  </a:lnTo>
                  <a:lnTo>
                    <a:pt x="3202432" y="102088"/>
                  </a:lnTo>
                  <a:lnTo>
                    <a:pt x="3202432" y="69068"/>
                  </a:lnTo>
                  <a:close/>
                </a:path>
                <a:path w="3240404" h="171450">
                  <a:moveTo>
                    <a:pt x="3090535" y="0"/>
                  </a:moveTo>
                  <a:lnTo>
                    <a:pt x="3083258" y="488"/>
                  </a:lnTo>
                  <a:lnTo>
                    <a:pt x="3076672" y="3643"/>
                  </a:lnTo>
                  <a:lnTo>
                    <a:pt x="3071622" y="9251"/>
                  </a:lnTo>
                  <a:lnTo>
                    <a:pt x="3069157" y="16446"/>
                  </a:lnTo>
                  <a:lnTo>
                    <a:pt x="3069621" y="23760"/>
                  </a:lnTo>
                  <a:lnTo>
                    <a:pt x="3072800" y="30360"/>
                  </a:lnTo>
                  <a:lnTo>
                    <a:pt x="3078479" y="35413"/>
                  </a:lnTo>
                  <a:lnTo>
                    <a:pt x="3164477" y="85578"/>
                  </a:lnTo>
                  <a:lnTo>
                    <a:pt x="3192779" y="69068"/>
                  </a:lnTo>
                  <a:lnTo>
                    <a:pt x="3202432" y="69068"/>
                  </a:lnTo>
                  <a:lnTo>
                    <a:pt x="3202432" y="66528"/>
                  </a:lnTo>
                  <a:lnTo>
                    <a:pt x="3207518" y="66528"/>
                  </a:lnTo>
                  <a:lnTo>
                    <a:pt x="3097657" y="2393"/>
                  </a:lnTo>
                  <a:lnTo>
                    <a:pt x="3090535" y="0"/>
                  </a:lnTo>
                  <a:close/>
                </a:path>
              </a:pathLst>
            </a:custGeom>
            <a:solidFill>
              <a:srgbClr val="66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86855" y="3235198"/>
            <a:ext cx="14395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366CC"/>
                </a:solidFill>
                <a:latin typeface="Arial MT"/>
                <a:cs typeface="Arial MT"/>
              </a:rPr>
              <a:t>50,000</a:t>
            </a:r>
            <a:r>
              <a:rPr sz="20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3366CC"/>
                </a:solidFill>
                <a:latin typeface="Arial MT"/>
                <a:cs typeface="Arial MT"/>
              </a:rPr>
              <a:t>m</a:t>
            </a:r>
            <a:r>
              <a:rPr sz="1950" spc="-30" baseline="25641" dirty="0">
                <a:solidFill>
                  <a:srgbClr val="3366CC"/>
                </a:solidFill>
                <a:latin typeface="Arial MT"/>
                <a:cs typeface="Arial MT"/>
              </a:rPr>
              <a:t>3</a:t>
            </a:r>
            <a:r>
              <a:rPr sz="2000" spc="-20" dirty="0">
                <a:solidFill>
                  <a:srgbClr val="3366CC"/>
                </a:solidFill>
                <a:latin typeface="Arial MT"/>
                <a:cs typeface="Arial MT"/>
              </a:rPr>
              <a:t>/d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48396" y="2309622"/>
            <a:ext cx="7327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366CC"/>
                </a:solidFill>
                <a:latin typeface="Arial MT"/>
                <a:cs typeface="Arial MT"/>
              </a:rPr>
              <a:t>GOR=10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150</a:t>
            </a:r>
            <a:r>
              <a:rPr sz="14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66CC"/>
                </a:solidFill>
                <a:latin typeface="Arial MT"/>
                <a:cs typeface="Arial MT"/>
              </a:rPr>
              <a:t>ºC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64001" y="1964817"/>
            <a:ext cx="2185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3366CC"/>
                </a:solidFill>
                <a:latin typeface="Arial"/>
                <a:cs typeface="Arial"/>
              </a:rPr>
              <a:t>3.2%</a:t>
            </a:r>
            <a:r>
              <a:rPr sz="1600" b="1" spc="-20" dirty="0">
                <a:solidFill>
                  <a:srgbClr val="3366CC"/>
                </a:solidFill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3366CC"/>
                </a:solidFill>
                <a:latin typeface="Arial MT"/>
                <a:cs typeface="Arial MT"/>
              </a:rPr>
              <a:t>of</a:t>
            </a:r>
            <a:r>
              <a:rPr sz="16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366CC"/>
                </a:solidFill>
                <a:latin typeface="Arial MT"/>
                <a:cs typeface="Arial MT"/>
              </a:rPr>
              <a:t>total</a:t>
            </a:r>
            <a:r>
              <a:rPr sz="16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366CC"/>
                </a:solidFill>
                <a:latin typeface="Arial MT"/>
                <a:cs typeface="Arial MT"/>
              </a:rPr>
              <a:t>steam</a:t>
            </a:r>
            <a:r>
              <a:rPr sz="1600" spc="-2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3366CC"/>
                </a:solidFill>
                <a:latin typeface="Arial MT"/>
                <a:cs typeface="Arial MT"/>
              </a:rPr>
              <a:t>flow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78148" y="2585719"/>
            <a:ext cx="2194560" cy="1300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0045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3399"/>
                </a:solidFill>
                <a:latin typeface="Arial"/>
                <a:cs typeface="Arial"/>
              </a:rPr>
              <a:t>125</a:t>
            </a:r>
            <a:r>
              <a:rPr sz="1600" b="1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99"/>
                </a:solidFill>
                <a:latin typeface="Arial"/>
                <a:cs typeface="Arial"/>
              </a:rPr>
              <a:t>MW(th)</a:t>
            </a:r>
            <a:endParaRPr sz="1600">
              <a:latin typeface="Arial"/>
              <a:cs typeface="Arial"/>
            </a:endParaRPr>
          </a:p>
          <a:p>
            <a:pPr marL="12700" marR="339725">
              <a:lnSpc>
                <a:spcPct val="100000"/>
              </a:lnSpc>
              <a:spcBef>
                <a:spcPts val="1400"/>
              </a:spcBef>
            </a:pP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Steam</a:t>
            </a:r>
            <a:r>
              <a:rPr sz="14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extracted</a:t>
            </a:r>
            <a:r>
              <a:rPr sz="1400" spc="-5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at</a:t>
            </a:r>
            <a:r>
              <a:rPr sz="1400" spc="-1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66CC"/>
                </a:solidFill>
                <a:latin typeface="Arial MT"/>
                <a:cs typeface="Arial MT"/>
              </a:rPr>
              <a:t>150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ºC</a:t>
            </a:r>
            <a:r>
              <a:rPr sz="14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from</a:t>
            </a:r>
            <a:r>
              <a:rPr sz="1400" spc="-3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a</a:t>
            </a:r>
            <a:r>
              <a:rPr sz="1400" spc="-20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NPP</a:t>
            </a:r>
            <a:r>
              <a:rPr sz="1400" spc="-25" dirty="0">
                <a:solidFill>
                  <a:srgbClr val="3366CC"/>
                </a:solidFill>
                <a:latin typeface="Arial MT"/>
                <a:cs typeface="Arial MT"/>
              </a:rPr>
              <a:t> has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produced</a:t>
            </a:r>
            <a:r>
              <a:rPr sz="1400" spc="-5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b="1" dirty="0">
                <a:solidFill>
                  <a:srgbClr val="3366CC"/>
                </a:solidFill>
                <a:latin typeface="Arial"/>
                <a:cs typeface="Arial"/>
              </a:rPr>
              <a:t>55%</a:t>
            </a:r>
            <a:r>
              <a:rPr sz="1400" b="1" spc="-40" dirty="0">
                <a:solidFill>
                  <a:srgbClr val="3366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of</a:t>
            </a:r>
            <a:r>
              <a:rPr sz="1400" spc="-3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3366CC"/>
                </a:solidFill>
                <a:latin typeface="Arial MT"/>
                <a:cs typeface="Arial MT"/>
              </a:rPr>
              <a:t>its </a:t>
            </a:r>
            <a:r>
              <a:rPr sz="1400" dirty="0">
                <a:solidFill>
                  <a:srgbClr val="3366CC"/>
                </a:solidFill>
                <a:latin typeface="Arial MT"/>
                <a:cs typeface="Arial MT"/>
              </a:rPr>
              <a:t>electricity</a:t>
            </a:r>
            <a:r>
              <a:rPr sz="1400" spc="-45" dirty="0">
                <a:solidFill>
                  <a:srgbClr val="3366CC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66CC"/>
                </a:solidFill>
                <a:latin typeface="Arial MT"/>
                <a:cs typeface="Arial MT"/>
              </a:rPr>
              <a:t>potential.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16935" y="2226576"/>
            <a:ext cx="524510" cy="1193800"/>
            <a:chOff x="2916935" y="2226576"/>
            <a:chExt cx="524510" cy="1193800"/>
          </a:xfrm>
        </p:grpSpPr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16935" y="2226576"/>
              <a:ext cx="524268" cy="70102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4179" y="2250947"/>
              <a:ext cx="434340" cy="61112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964179" y="2250947"/>
              <a:ext cx="434340" cy="611505"/>
            </a:xfrm>
            <a:custGeom>
              <a:avLst/>
              <a:gdLst/>
              <a:ahLst/>
              <a:cxnLst/>
              <a:rect l="l" t="t" r="r" b="b"/>
              <a:pathLst>
                <a:path w="434339" h="611505">
                  <a:moveTo>
                    <a:pt x="434340" y="611124"/>
                  </a:moveTo>
                  <a:lnTo>
                    <a:pt x="0" y="452500"/>
                  </a:lnTo>
                  <a:lnTo>
                    <a:pt x="0" y="158623"/>
                  </a:lnTo>
                  <a:lnTo>
                    <a:pt x="434340" y="0"/>
                  </a:lnTo>
                  <a:lnTo>
                    <a:pt x="434340" y="611124"/>
                  </a:lnTo>
                  <a:close/>
                </a:path>
              </a:pathLst>
            </a:custGeom>
            <a:ln w="9144">
              <a:solidFill>
                <a:srgbClr val="FF9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70275" y="2764548"/>
              <a:ext cx="420674" cy="65530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097295" y="2783586"/>
              <a:ext cx="171450" cy="405130"/>
            </a:xfrm>
            <a:custGeom>
              <a:avLst/>
              <a:gdLst/>
              <a:ahLst/>
              <a:cxnLst/>
              <a:rect l="l" t="t" r="r" b="b"/>
              <a:pathLst>
                <a:path w="171450" h="405130">
                  <a:moveTo>
                    <a:pt x="16446" y="233882"/>
                  </a:moveTo>
                  <a:lnTo>
                    <a:pt x="9251" y="236347"/>
                  </a:lnTo>
                  <a:lnTo>
                    <a:pt x="3643" y="241397"/>
                  </a:lnTo>
                  <a:lnTo>
                    <a:pt x="488" y="247983"/>
                  </a:lnTo>
                  <a:lnTo>
                    <a:pt x="0" y="255260"/>
                  </a:lnTo>
                  <a:lnTo>
                    <a:pt x="2393" y="262381"/>
                  </a:lnTo>
                  <a:lnTo>
                    <a:pt x="85578" y="404875"/>
                  </a:lnTo>
                  <a:lnTo>
                    <a:pt x="107671" y="367029"/>
                  </a:lnTo>
                  <a:lnTo>
                    <a:pt x="66528" y="367029"/>
                  </a:lnTo>
                  <a:lnTo>
                    <a:pt x="66528" y="296545"/>
                  </a:lnTo>
                  <a:lnTo>
                    <a:pt x="35413" y="243204"/>
                  </a:lnTo>
                  <a:lnTo>
                    <a:pt x="30360" y="237525"/>
                  </a:lnTo>
                  <a:lnTo>
                    <a:pt x="23760" y="234346"/>
                  </a:lnTo>
                  <a:lnTo>
                    <a:pt x="16446" y="233882"/>
                  </a:lnTo>
                  <a:close/>
                </a:path>
                <a:path w="171450" h="405130">
                  <a:moveTo>
                    <a:pt x="66528" y="296545"/>
                  </a:moveTo>
                  <a:lnTo>
                    <a:pt x="66528" y="367029"/>
                  </a:lnTo>
                  <a:lnTo>
                    <a:pt x="104628" y="367029"/>
                  </a:lnTo>
                  <a:lnTo>
                    <a:pt x="104628" y="357504"/>
                  </a:lnTo>
                  <a:lnTo>
                    <a:pt x="69068" y="357504"/>
                  </a:lnTo>
                  <a:lnTo>
                    <a:pt x="85578" y="329202"/>
                  </a:lnTo>
                  <a:lnTo>
                    <a:pt x="66528" y="296545"/>
                  </a:lnTo>
                  <a:close/>
                </a:path>
                <a:path w="171450" h="405130">
                  <a:moveTo>
                    <a:pt x="154709" y="233882"/>
                  </a:moveTo>
                  <a:lnTo>
                    <a:pt x="147395" y="234346"/>
                  </a:lnTo>
                  <a:lnTo>
                    <a:pt x="140795" y="237525"/>
                  </a:lnTo>
                  <a:lnTo>
                    <a:pt x="135743" y="243204"/>
                  </a:lnTo>
                  <a:lnTo>
                    <a:pt x="104628" y="296545"/>
                  </a:lnTo>
                  <a:lnTo>
                    <a:pt x="104628" y="367029"/>
                  </a:lnTo>
                  <a:lnTo>
                    <a:pt x="107671" y="367029"/>
                  </a:lnTo>
                  <a:lnTo>
                    <a:pt x="168763" y="262381"/>
                  </a:lnTo>
                  <a:lnTo>
                    <a:pt x="171156" y="255260"/>
                  </a:lnTo>
                  <a:lnTo>
                    <a:pt x="170668" y="247983"/>
                  </a:lnTo>
                  <a:lnTo>
                    <a:pt x="167512" y="241397"/>
                  </a:lnTo>
                  <a:lnTo>
                    <a:pt x="161905" y="236347"/>
                  </a:lnTo>
                  <a:lnTo>
                    <a:pt x="154709" y="233882"/>
                  </a:lnTo>
                  <a:close/>
                </a:path>
                <a:path w="171450" h="405130">
                  <a:moveTo>
                    <a:pt x="85578" y="329202"/>
                  </a:moveTo>
                  <a:lnTo>
                    <a:pt x="69068" y="357504"/>
                  </a:lnTo>
                  <a:lnTo>
                    <a:pt x="102088" y="357504"/>
                  </a:lnTo>
                  <a:lnTo>
                    <a:pt x="85578" y="329202"/>
                  </a:lnTo>
                  <a:close/>
                </a:path>
                <a:path w="171450" h="405130">
                  <a:moveTo>
                    <a:pt x="104628" y="296545"/>
                  </a:moveTo>
                  <a:lnTo>
                    <a:pt x="85578" y="329202"/>
                  </a:lnTo>
                  <a:lnTo>
                    <a:pt x="102088" y="357504"/>
                  </a:lnTo>
                  <a:lnTo>
                    <a:pt x="104628" y="357504"/>
                  </a:lnTo>
                  <a:lnTo>
                    <a:pt x="104628" y="296545"/>
                  </a:lnTo>
                  <a:close/>
                </a:path>
                <a:path w="171450" h="405130">
                  <a:moveTo>
                    <a:pt x="104628" y="0"/>
                  </a:moveTo>
                  <a:lnTo>
                    <a:pt x="66528" y="0"/>
                  </a:lnTo>
                  <a:lnTo>
                    <a:pt x="66528" y="296545"/>
                  </a:lnTo>
                  <a:lnTo>
                    <a:pt x="85578" y="329202"/>
                  </a:lnTo>
                  <a:lnTo>
                    <a:pt x="104628" y="296545"/>
                  </a:lnTo>
                  <a:lnTo>
                    <a:pt x="104628" y="0"/>
                  </a:lnTo>
                  <a:close/>
                </a:path>
              </a:pathLst>
            </a:custGeom>
            <a:solidFill>
              <a:srgbClr val="8581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" y="175260"/>
              <a:ext cx="2500884" cy="8061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8404" y="1011936"/>
              <a:ext cx="3623309" cy="58437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8143" y="2738627"/>
              <a:ext cx="4613909" cy="41170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1255775"/>
              <a:ext cx="6218682" cy="1668018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8267" y="1461591"/>
            <a:ext cx="54610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Arial"/>
                <a:cs typeface="Arial"/>
              </a:rPr>
              <a:t>Safety</a:t>
            </a:r>
            <a:r>
              <a:rPr sz="6000" spc="-254" dirty="0">
                <a:latin typeface="Arial"/>
                <a:cs typeface="Arial"/>
              </a:rPr>
              <a:t> </a:t>
            </a:r>
            <a:r>
              <a:rPr sz="6000" spc="-10" dirty="0">
                <a:latin typeface="Arial"/>
                <a:cs typeface="Arial"/>
              </a:rPr>
              <a:t>Aspects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02437" y="588340"/>
            <a:ext cx="77476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Safety</a:t>
            </a:r>
            <a:r>
              <a:rPr sz="3600" spc="-3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level</a:t>
            </a:r>
            <a:r>
              <a:rPr sz="3600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of</a:t>
            </a:r>
            <a:r>
              <a:rPr sz="3600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Nuclear</a:t>
            </a:r>
            <a:r>
              <a:rPr sz="3600" spc="-30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Desalination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2223" y="1832559"/>
            <a:ext cx="740473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Safety</a:t>
            </a:r>
            <a:r>
              <a:rPr sz="3200" b="1" u="sng" spc="-5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issues</a:t>
            </a:r>
            <a:r>
              <a:rPr sz="3200" b="1" u="sng" spc="-5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of</a:t>
            </a:r>
            <a:r>
              <a:rPr sz="3200" b="1" u="sng" spc="-45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ND</a:t>
            </a:r>
            <a:r>
              <a:rPr sz="3200" b="1" u="sng" spc="-35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are</a:t>
            </a:r>
            <a:r>
              <a:rPr sz="3200" b="1" u="sng" spc="-4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similar</a:t>
            </a:r>
            <a:r>
              <a:rPr sz="3200" b="1" u="sng" spc="-20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to</a:t>
            </a:r>
            <a:r>
              <a:rPr sz="3200" b="1" u="sng" spc="-25" dirty="0">
                <a:solidFill>
                  <a:srgbClr val="990033"/>
                </a:solidFill>
                <a:uFill>
                  <a:solidFill>
                    <a:srgbClr val="990033"/>
                  </a:solidFill>
                </a:uFill>
                <a:latin typeface="Arial"/>
                <a:cs typeface="Arial"/>
              </a:rPr>
              <a:t> NPP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4904" y="2718816"/>
            <a:ext cx="7687945" cy="872490"/>
            <a:chOff x="374904" y="2718816"/>
            <a:chExt cx="7687945" cy="8724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3703" y="2859603"/>
              <a:ext cx="729943" cy="2679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4231" y="2718816"/>
              <a:ext cx="6968490" cy="56768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4904" y="3023616"/>
              <a:ext cx="7261098" cy="56768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22223" y="2782570"/>
            <a:ext cx="7372984" cy="2806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7239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Safety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: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mainly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dependent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nuclear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plant,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design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coupling technology,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transient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interactions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between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two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plants.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2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Additional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specific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safety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considerations</a:t>
            </a:r>
            <a:r>
              <a:rPr sz="2400" b="1" spc="-15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coupling </a:t>
            </a:r>
            <a:r>
              <a:rPr sz="2000" dirty="0">
                <a:latin typeface="Arial MT"/>
                <a:cs typeface="Arial MT"/>
              </a:rPr>
              <a:t>schemes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reactor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desalination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plant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(DP):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5"/>
              </a:spcBef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Issues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related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shared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resources,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siting…etc.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8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Coupling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6542" y="3373346"/>
            <a:ext cx="8238490" cy="29648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200" dirty="0">
                <a:latin typeface="Arial MT"/>
                <a:cs typeface="Arial MT"/>
              </a:rPr>
              <a:t>Coupling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dictates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600" b="1" dirty="0">
                <a:latin typeface="Arial"/>
                <a:cs typeface="Arial"/>
              </a:rPr>
              <a:t>specific</a:t>
            </a:r>
            <a:r>
              <a:rPr sz="2600" b="1" spc="-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safety</a:t>
            </a:r>
            <a:r>
              <a:rPr sz="2600" b="1" spc="-75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considerations</a:t>
            </a:r>
            <a:r>
              <a:rPr sz="2600" b="1" spc="-185" dirty="0">
                <a:latin typeface="Arial"/>
                <a:cs typeface="Arial"/>
              </a:rPr>
              <a:t> </a:t>
            </a:r>
            <a:r>
              <a:rPr sz="2200" spc="-50" dirty="0">
                <a:latin typeface="Arial MT"/>
                <a:cs typeface="Arial MT"/>
              </a:rPr>
              <a:t>:</a:t>
            </a:r>
            <a:endParaRPr sz="2200">
              <a:latin typeface="Arial MT"/>
              <a:cs typeface="Arial MT"/>
            </a:endParaRPr>
          </a:p>
          <a:p>
            <a:pPr marL="355600" marR="50165" indent="-342900">
              <a:lnSpc>
                <a:spcPts val="2160"/>
              </a:lnSpc>
              <a:spcBef>
                <a:spcPts val="525"/>
              </a:spcBef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Prevent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transfer</a:t>
            </a:r>
            <a:r>
              <a:rPr sz="20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radioactive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materials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from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NPP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Desalination plant.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ts val="2280"/>
              </a:lnSpc>
              <a:spcBef>
                <a:spcPts val="204"/>
              </a:spcBef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Minimize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impact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thermal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desalination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system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on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nuclear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ts val="2280"/>
              </a:lnSpc>
            </a:pP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reactor</a:t>
            </a:r>
            <a:endParaRPr sz="2000">
              <a:latin typeface="Arial MT"/>
              <a:cs typeface="Arial MT"/>
            </a:endParaRPr>
          </a:p>
          <a:p>
            <a:pPr marL="355600" marR="5080" indent="-342900">
              <a:lnSpc>
                <a:spcPts val="2160"/>
              </a:lnSpc>
              <a:spcBef>
                <a:spcPts val="515"/>
              </a:spcBef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Protect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public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environment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against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radiation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hazards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that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may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be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released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from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Desalination</a:t>
            </a:r>
            <a:r>
              <a:rPr sz="20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plant</a:t>
            </a:r>
            <a:r>
              <a:rPr sz="20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system.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09"/>
              </a:spcBef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Specific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requirements</a:t>
            </a:r>
            <a:r>
              <a:rPr sz="20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as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dictated</a:t>
            </a:r>
            <a:r>
              <a:rPr sz="20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by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National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Regulatory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Body.</a:t>
            </a: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40"/>
              </a:spcBef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Backup</a:t>
            </a:r>
            <a:r>
              <a:rPr sz="20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heat</a:t>
            </a:r>
            <a:r>
              <a:rPr sz="20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or</a:t>
            </a:r>
            <a:r>
              <a:rPr sz="20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power</a:t>
            </a:r>
            <a:r>
              <a:rPr sz="20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source</a:t>
            </a:r>
            <a:r>
              <a:rPr sz="20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(NPP</a:t>
            </a:r>
            <a:r>
              <a:rPr sz="20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in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 refuelling).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77733" y="1659445"/>
            <a:ext cx="1482090" cy="1038225"/>
            <a:chOff x="1677733" y="1659445"/>
            <a:chExt cx="1482090" cy="1038225"/>
          </a:xfrm>
        </p:grpSpPr>
        <p:sp>
          <p:nvSpPr>
            <p:cNvPr id="8" name="object 8"/>
            <p:cNvSpPr/>
            <p:nvPr/>
          </p:nvSpPr>
          <p:spPr>
            <a:xfrm>
              <a:off x="1682495" y="1664207"/>
              <a:ext cx="1472565" cy="1028700"/>
            </a:xfrm>
            <a:custGeom>
              <a:avLst/>
              <a:gdLst/>
              <a:ahLst/>
              <a:cxnLst/>
              <a:rect l="l" t="t" r="r" b="b"/>
              <a:pathLst>
                <a:path w="1472564" h="1028700">
                  <a:moveTo>
                    <a:pt x="1300734" y="0"/>
                  </a:moveTo>
                  <a:lnTo>
                    <a:pt x="171450" y="0"/>
                  </a:lnTo>
                  <a:lnTo>
                    <a:pt x="125853" y="6120"/>
                  </a:lnTo>
                  <a:lnTo>
                    <a:pt x="84892" y="23396"/>
                  </a:lnTo>
                  <a:lnTo>
                    <a:pt x="50196" y="50196"/>
                  </a:lnTo>
                  <a:lnTo>
                    <a:pt x="23396" y="84892"/>
                  </a:lnTo>
                  <a:lnTo>
                    <a:pt x="6120" y="125853"/>
                  </a:lnTo>
                  <a:lnTo>
                    <a:pt x="0" y="171450"/>
                  </a:lnTo>
                  <a:lnTo>
                    <a:pt x="0" y="857250"/>
                  </a:lnTo>
                  <a:lnTo>
                    <a:pt x="6120" y="902846"/>
                  </a:lnTo>
                  <a:lnTo>
                    <a:pt x="23396" y="943807"/>
                  </a:lnTo>
                  <a:lnTo>
                    <a:pt x="50196" y="978503"/>
                  </a:lnTo>
                  <a:lnTo>
                    <a:pt x="84892" y="1005303"/>
                  </a:lnTo>
                  <a:lnTo>
                    <a:pt x="125853" y="1022579"/>
                  </a:lnTo>
                  <a:lnTo>
                    <a:pt x="171450" y="1028700"/>
                  </a:lnTo>
                  <a:lnTo>
                    <a:pt x="1300734" y="1028700"/>
                  </a:lnTo>
                  <a:lnTo>
                    <a:pt x="1346330" y="1022579"/>
                  </a:lnTo>
                  <a:lnTo>
                    <a:pt x="1387291" y="1005303"/>
                  </a:lnTo>
                  <a:lnTo>
                    <a:pt x="1421987" y="978503"/>
                  </a:lnTo>
                  <a:lnTo>
                    <a:pt x="1448787" y="943807"/>
                  </a:lnTo>
                  <a:lnTo>
                    <a:pt x="1466063" y="902846"/>
                  </a:lnTo>
                  <a:lnTo>
                    <a:pt x="1472184" y="857250"/>
                  </a:lnTo>
                  <a:lnTo>
                    <a:pt x="1472184" y="171450"/>
                  </a:lnTo>
                  <a:lnTo>
                    <a:pt x="1466063" y="125853"/>
                  </a:lnTo>
                  <a:lnTo>
                    <a:pt x="1448787" y="84892"/>
                  </a:lnTo>
                  <a:lnTo>
                    <a:pt x="1421987" y="50196"/>
                  </a:lnTo>
                  <a:lnTo>
                    <a:pt x="1387291" y="23396"/>
                  </a:lnTo>
                  <a:lnTo>
                    <a:pt x="1346330" y="6120"/>
                  </a:lnTo>
                  <a:lnTo>
                    <a:pt x="1300734" y="0"/>
                  </a:lnTo>
                  <a:close/>
                </a:path>
              </a:pathLst>
            </a:custGeom>
            <a:solidFill>
              <a:srgbClr val="FFC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82495" y="1664207"/>
              <a:ext cx="1472565" cy="1028700"/>
            </a:xfrm>
            <a:custGeom>
              <a:avLst/>
              <a:gdLst/>
              <a:ahLst/>
              <a:cxnLst/>
              <a:rect l="l" t="t" r="r" b="b"/>
              <a:pathLst>
                <a:path w="1472564" h="1028700">
                  <a:moveTo>
                    <a:pt x="0" y="171450"/>
                  </a:moveTo>
                  <a:lnTo>
                    <a:pt x="6120" y="125853"/>
                  </a:lnTo>
                  <a:lnTo>
                    <a:pt x="23396" y="84892"/>
                  </a:lnTo>
                  <a:lnTo>
                    <a:pt x="50196" y="50196"/>
                  </a:lnTo>
                  <a:lnTo>
                    <a:pt x="84892" y="23396"/>
                  </a:lnTo>
                  <a:lnTo>
                    <a:pt x="125853" y="6120"/>
                  </a:lnTo>
                  <a:lnTo>
                    <a:pt x="171450" y="0"/>
                  </a:lnTo>
                  <a:lnTo>
                    <a:pt x="1300734" y="0"/>
                  </a:lnTo>
                  <a:lnTo>
                    <a:pt x="1346330" y="6120"/>
                  </a:lnTo>
                  <a:lnTo>
                    <a:pt x="1387291" y="23396"/>
                  </a:lnTo>
                  <a:lnTo>
                    <a:pt x="1421987" y="50196"/>
                  </a:lnTo>
                  <a:lnTo>
                    <a:pt x="1448787" y="84892"/>
                  </a:lnTo>
                  <a:lnTo>
                    <a:pt x="1466063" y="125853"/>
                  </a:lnTo>
                  <a:lnTo>
                    <a:pt x="1472184" y="171450"/>
                  </a:lnTo>
                  <a:lnTo>
                    <a:pt x="1472184" y="857250"/>
                  </a:lnTo>
                  <a:lnTo>
                    <a:pt x="1466063" y="902846"/>
                  </a:lnTo>
                  <a:lnTo>
                    <a:pt x="1448787" y="943807"/>
                  </a:lnTo>
                  <a:lnTo>
                    <a:pt x="1421987" y="978503"/>
                  </a:lnTo>
                  <a:lnTo>
                    <a:pt x="1387291" y="1005303"/>
                  </a:lnTo>
                  <a:lnTo>
                    <a:pt x="1346330" y="1022579"/>
                  </a:lnTo>
                  <a:lnTo>
                    <a:pt x="1300734" y="1028700"/>
                  </a:lnTo>
                  <a:lnTo>
                    <a:pt x="171450" y="1028700"/>
                  </a:lnTo>
                  <a:lnTo>
                    <a:pt x="125853" y="1022579"/>
                  </a:lnTo>
                  <a:lnTo>
                    <a:pt x="84892" y="1005303"/>
                  </a:lnTo>
                  <a:lnTo>
                    <a:pt x="50196" y="978503"/>
                  </a:lnTo>
                  <a:lnTo>
                    <a:pt x="23396" y="943807"/>
                  </a:lnTo>
                  <a:lnTo>
                    <a:pt x="6120" y="902846"/>
                  </a:lnTo>
                  <a:lnTo>
                    <a:pt x="0" y="857250"/>
                  </a:lnTo>
                  <a:lnTo>
                    <a:pt x="0" y="171450"/>
                  </a:lnTo>
                  <a:close/>
                </a:path>
              </a:pathLst>
            </a:custGeom>
            <a:ln w="9144">
              <a:solidFill>
                <a:srgbClr val="9933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65375" y="1862327"/>
              <a:ext cx="1104900" cy="624840"/>
            </a:xfrm>
            <a:custGeom>
              <a:avLst/>
              <a:gdLst/>
              <a:ahLst/>
              <a:cxnLst/>
              <a:rect l="l" t="t" r="r" b="b"/>
              <a:pathLst>
                <a:path w="1104900" h="624839">
                  <a:moveTo>
                    <a:pt x="1000760" y="0"/>
                  </a:moveTo>
                  <a:lnTo>
                    <a:pt x="104140" y="0"/>
                  </a:lnTo>
                  <a:lnTo>
                    <a:pt x="63597" y="8181"/>
                  </a:lnTo>
                  <a:lnTo>
                    <a:pt x="30495" y="30495"/>
                  </a:lnTo>
                  <a:lnTo>
                    <a:pt x="8181" y="63597"/>
                  </a:lnTo>
                  <a:lnTo>
                    <a:pt x="0" y="104139"/>
                  </a:lnTo>
                  <a:lnTo>
                    <a:pt x="0" y="520700"/>
                  </a:lnTo>
                  <a:lnTo>
                    <a:pt x="8181" y="561242"/>
                  </a:lnTo>
                  <a:lnTo>
                    <a:pt x="30495" y="594344"/>
                  </a:lnTo>
                  <a:lnTo>
                    <a:pt x="63597" y="616658"/>
                  </a:lnTo>
                  <a:lnTo>
                    <a:pt x="104140" y="624839"/>
                  </a:lnTo>
                  <a:lnTo>
                    <a:pt x="1000760" y="624839"/>
                  </a:lnTo>
                  <a:lnTo>
                    <a:pt x="1041302" y="616658"/>
                  </a:lnTo>
                  <a:lnTo>
                    <a:pt x="1074404" y="594344"/>
                  </a:lnTo>
                  <a:lnTo>
                    <a:pt x="1096718" y="561242"/>
                  </a:lnTo>
                  <a:lnTo>
                    <a:pt x="1104900" y="520700"/>
                  </a:lnTo>
                  <a:lnTo>
                    <a:pt x="1104900" y="104139"/>
                  </a:lnTo>
                  <a:lnTo>
                    <a:pt x="1096718" y="63597"/>
                  </a:lnTo>
                  <a:lnTo>
                    <a:pt x="1074404" y="30495"/>
                  </a:lnTo>
                  <a:lnTo>
                    <a:pt x="1041302" y="8181"/>
                  </a:lnTo>
                  <a:lnTo>
                    <a:pt x="1000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65375" y="1862327"/>
              <a:ext cx="1104900" cy="624840"/>
            </a:xfrm>
            <a:custGeom>
              <a:avLst/>
              <a:gdLst/>
              <a:ahLst/>
              <a:cxnLst/>
              <a:rect l="l" t="t" r="r" b="b"/>
              <a:pathLst>
                <a:path w="1104900" h="624839">
                  <a:moveTo>
                    <a:pt x="0" y="104139"/>
                  </a:moveTo>
                  <a:lnTo>
                    <a:pt x="8181" y="63597"/>
                  </a:lnTo>
                  <a:lnTo>
                    <a:pt x="30495" y="30495"/>
                  </a:lnTo>
                  <a:lnTo>
                    <a:pt x="63597" y="8181"/>
                  </a:lnTo>
                  <a:lnTo>
                    <a:pt x="104140" y="0"/>
                  </a:lnTo>
                  <a:lnTo>
                    <a:pt x="1000760" y="0"/>
                  </a:lnTo>
                  <a:lnTo>
                    <a:pt x="1041302" y="8181"/>
                  </a:lnTo>
                  <a:lnTo>
                    <a:pt x="1074404" y="30495"/>
                  </a:lnTo>
                  <a:lnTo>
                    <a:pt x="1096718" y="63597"/>
                  </a:lnTo>
                  <a:lnTo>
                    <a:pt x="1104900" y="104139"/>
                  </a:lnTo>
                  <a:lnTo>
                    <a:pt x="1104900" y="520700"/>
                  </a:lnTo>
                  <a:lnTo>
                    <a:pt x="1096718" y="561242"/>
                  </a:lnTo>
                  <a:lnTo>
                    <a:pt x="1074404" y="594344"/>
                  </a:lnTo>
                  <a:lnTo>
                    <a:pt x="1041302" y="616658"/>
                  </a:lnTo>
                  <a:lnTo>
                    <a:pt x="1000760" y="624839"/>
                  </a:lnTo>
                  <a:lnTo>
                    <a:pt x="104140" y="624839"/>
                  </a:lnTo>
                  <a:lnTo>
                    <a:pt x="63597" y="616658"/>
                  </a:lnTo>
                  <a:lnTo>
                    <a:pt x="30495" y="594344"/>
                  </a:lnTo>
                  <a:lnTo>
                    <a:pt x="8181" y="561242"/>
                  </a:lnTo>
                  <a:lnTo>
                    <a:pt x="0" y="520700"/>
                  </a:lnTo>
                  <a:lnTo>
                    <a:pt x="0" y="104139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04389" y="1943226"/>
            <a:ext cx="6305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CC3300"/>
                </a:solidFill>
                <a:latin typeface="Times New Roman"/>
                <a:cs typeface="Times New Roman"/>
              </a:rPr>
              <a:t>Reactor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6498" y="2156587"/>
            <a:ext cx="4229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CC3300"/>
                </a:solidFill>
                <a:latin typeface="Times New Roman"/>
                <a:cs typeface="Times New Roman"/>
              </a:rPr>
              <a:t>Loop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65323" y="1129664"/>
            <a:ext cx="19653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3399"/>
                </a:solidFill>
                <a:latin typeface="Times New Roman"/>
                <a:cs typeface="Times New Roman"/>
              </a:rPr>
              <a:t>Isolation</a:t>
            </a:r>
            <a:r>
              <a:rPr sz="1400" b="1" spc="-5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003399"/>
                </a:solidFill>
                <a:latin typeface="Times New Roman"/>
                <a:cs typeface="Times New Roman"/>
              </a:rPr>
              <a:t>Heat</a:t>
            </a:r>
            <a:r>
              <a:rPr sz="1400" b="1" spc="-2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Times New Roman"/>
                <a:cs typeface="Times New Roman"/>
              </a:rPr>
              <a:t>Exchanger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79390" y="1129030"/>
            <a:ext cx="10198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3399"/>
                </a:solidFill>
                <a:latin typeface="Times New Roman"/>
                <a:cs typeface="Times New Roman"/>
              </a:rPr>
              <a:t>Brine</a:t>
            </a:r>
            <a:r>
              <a:rPr sz="1400" b="1" spc="-3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Times New Roman"/>
                <a:cs typeface="Times New Roman"/>
              </a:rPr>
              <a:t>Heater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14645" y="1650364"/>
            <a:ext cx="1503045" cy="1053465"/>
            <a:chOff x="5414645" y="1650364"/>
            <a:chExt cx="1503045" cy="1053465"/>
          </a:xfrm>
        </p:grpSpPr>
        <p:sp>
          <p:nvSpPr>
            <p:cNvPr id="17" name="object 17"/>
            <p:cNvSpPr/>
            <p:nvPr/>
          </p:nvSpPr>
          <p:spPr>
            <a:xfrm>
              <a:off x="5429250" y="1664969"/>
              <a:ext cx="1473835" cy="1024255"/>
            </a:xfrm>
            <a:custGeom>
              <a:avLst/>
              <a:gdLst/>
              <a:ahLst/>
              <a:cxnLst/>
              <a:rect l="l" t="t" r="r" b="b"/>
              <a:pathLst>
                <a:path w="1473834" h="1024255">
                  <a:moveTo>
                    <a:pt x="1303020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7"/>
                  </a:lnTo>
                  <a:lnTo>
                    <a:pt x="1303020" y="1024127"/>
                  </a:lnTo>
                  <a:lnTo>
                    <a:pt x="1348383" y="1018028"/>
                  </a:lnTo>
                  <a:lnTo>
                    <a:pt x="1389154" y="1000816"/>
                  </a:lnTo>
                  <a:lnTo>
                    <a:pt x="1423701" y="974121"/>
                  </a:lnTo>
                  <a:lnTo>
                    <a:pt x="1450396" y="939574"/>
                  </a:lnTo>
                  <a:lnTo>
                    <a:pt x="1467608" y="898803"/>
                  </a:lnTo>
                  <a:lnTo>
                    <a:pt x="1473707" y="853439"/>
                  </a:lnTo>
                  <a:lnTo>
                    <a:pt x="1473707" y="170687"/>
                  </a:lnTo>
                  <a:lnTo>
                    <a:pt x="1467608" y="125324"/>
                  </a:lnTo>
                  <a:lnTo>
                    <a:pt x="1450396" y="84553"/>
                  </a:lnTo>
                  <a:lnTo>
                    <a:pt x="1423701" y="50006"/>
                  </a:lnTo>
                  <a:lnTo>
                    <a:pt x="1389154" y="23311"/>
                  </a:lnTo>
                  <a:lnTo>
                    <a:pt x="1348383" y="6099"/>
                  </a:lnTo>
                  <a:lnTo>
                    <a:pt x="1303020" y="0"/>
                  </a:lnTo>
                  <a:close/>
                </a:path>
              </a:pathLst>
            </a:custGeom>
            <a:solidFill>
              <a:srgbClr val="00CC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29250" y="1664969"/>
              <a:ext cx="1473835" cy="1024255"/>
            </a:xfrm>
            <a:custGeom>
              <a:avLst/>
              <a:gdLst/>
              <a:ahLst/>
              <a:cxnLst/>
              <a:rect l="l" t="t" r="r" b="b"/>
              <a:pathLst>
                <a:path w="1473834" h="1024255">
                  <a:moveTo>
                    <a:pt x="0" y="170687"/>
                  </a:moveTo>
                  <a:lnTo>
                    <a:pt x="6099" y="125324"/>
                  </a:lnTo>
                  <a:lnTo>
                    <a:pt x="23311" y="84553"/>
                  </a:lnTo>
                  <a:lnTo>
                    <a:pt x="50006" y="50006"/>
                  </a:lnTo>
                  <a:lnTo>
                    <a:pt x="84553" y="23311"/>
                  </a:lnTo>
                  <a:lnTo>
                    <a:pt x="125324" y="6099"/>
                  </a:lnTo>
                  <a:lnTo>
                    <a:pt x="170687" y="0"/>
                  </a:lnTo>
                  <a:lnTo>
                    <a:pt x="1303020" y="0"/>
                  </a:lnTo>
                  <a:lnTo>
                    <a:pt x="1348383" y="6099"/>
                  </a:lnTo>
                  <a:lnTo>
                    <a:pt x="1389154" y="23311"/>
                  </a:lnTo>
                  <a:lnTo>
                    <a:pt x="1423701" y="50006"/>
                  </a:lnTo>
                  <a:lnTo>
                    <a:pt x="1450396" y="84553"/>
                  </a:lnTo>
                  <a:lnTo>
                    <a:pt x="1467608" y="125324"/>
                  </a:lnTo>
                  <a:lnTo>
                    <a:pt x="1473707" y="170687"/>
                  </a:lnTo>
                  <a:lnTo>
                    <a:pt x="1473707" y="853439"/>
                  </a:lnTo>
                  <a:lnTo>
                    <a:pt x="1467608" y="898803"/>
                  </a:lnTo>
                  <a:lnTo>
                    <a:pt x="1450396" y="939574"/>
                  </a:lnTo>
                  <a:lnTo>
                    <a:pt x="1423701" y="974121"/>
                  </a:lnTo>
                  <a:lnTo>
                    <a:pt x="1389154" y="1000816"/>
                  </a:lnTo>
                  <a:lnTo>
                    <a:pt x="1348383" y="1018028"/>
                  </a:lnTo>
                  <a:lnTo>
                    <a:pt x="1303020" y="1024127"/>
                  </a:lnTo>
                  <a:lnTo>
                    <a:pt x="170687" y="1024127"/>
                  </a:lnTo>
                  <a:lnTo>
                    <a:pt x="125324" y="1018028"/>
                  </a:lnTo>
                  <a:lnTo>
                    <a:pt x="84553" y="1000816"/>
                  </a:lnTo>
                  <a:lnTo>
                    <a:pt x="50006" y="974121"/>
                  </a:lnTo>
                  <a:lnTo>
                    <a:pt x="23311" y="939574"/>
                  </a:lnTo>
                  <a:lnTo>
                    <a:pt x="6099" y="898803"/>
                  </a:lnTo>
                  <a:lnTo>
                    <a:pt x="0" y="853439"/>
                  </a:lnTo>
                  <a:lnTo>
                    <a:pt x="0" y="170687"/>
                  </a:lnTo>
                  <a:close/>
                </a:path>
              </a:pathLst>
            </a:custGeom>
            <a:ln w="28956">
              <a:solidFill>
                <a:srgbClr val="0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13654" y="1861565"/>
              <a:ext cx="1104900" cy="623570"/>
            </a:xfrm>
            <a:custGeom>
              <a:avLst/>
              <a:gdLst/>
              <a:ahLst/>
              <a:cxnLst/>
              <a:rect l="l" t="t" r="r" b="b"/>
              <a:pathLst>
                <a:path w="1104900" h="623569">
                  <a:moveTo>
                    <a:pt x="1001014" y="0"/>
                  </a:moveTo>
                  <a:lnTo>
                    <a:pt x="103886" y="0"/>
                  </a:lnTo>
                  <a:lnTo>
                    <a:pt x="63436" y="8159"/>
                  </a:lnTo>
                  <a:lnTo>
                    <a:pt x="30416" y="30416"/>
                  </a:lnTo>
                  <a:lnTo>
                    <a:pt x="8159" y="63436"/>
                  </a:lnTo>
                  <a:lnTo>
                    <a:pt x="0" y="103886"/>
                  </a:lnTo>
                  <a:lnTo>
                    <a:pt x="0" y="519430"/>
                  </a:lnTo>
                  <a:lnTo>
                    <a:pt x="8159" y="559879"/>
                  </a:lnTo>
                  <a:lnTo>
                    <a:pt x="30416" y="592899"/>
                  </a:lnTo>
                  <a:lnTo>
                    <a:pt x="63436" y="615156"/>
                  </a:lnTo>
                  <a:lnTo>
                    <a:pt x="103886" y="623316"/>
                  </a:lnTo>
                  <a:lnTo>
                    <a:pt x="1001014" y="623316"/>
                  </a:lnTo>
                  <a:lnTo>
                    <a:pt x="1041463" y="615156"/>
                  </a:lnTo>
                  <a:lnTo>
                    <a:pt x="1074483" y="592899"/>
                  </a:lnTo>
                  <a:lnTo>
                    <a:pt x="1096740" y="559879"/>
                  </a:lnTo>
                  <a:lnTo>
                    <a:pt x="1104900" y="519430"/>
                  </a:lnTo>
                  <a:lnTo>
                    <a:pt x="1104900" y="103886"/>
                  </a:lnTo>
                  <a:lnTo>
                    <a:pt x="1096740" y="63436"/>
                  </a:lnTo>
                  <a:lnTo>
                    <a:pt x="1074483" y="30416"/>
                  </a:lnTo>
                  <a:lnTo>
                    <a:pt x="1041463" y="8159"/>
                  </a:lnTo>
                  <a:lnTo>
                    <a:pt x="1001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13654" y="1861565"/>
              <a:ext cx="1104900" cy="623570"/>
            </a:xfrm>
            <a:custGeom>
              <a:avLst/>
              <a:gdLst/>
              <a:ahLst/>
              <a:cxnLst/>
              <a:rect l="l" t="t" r="r" b="b"/>
              <a:pathLst>
                <a:path w="1104900" h="623569">
                  <a:moveTo>
                    <a:pt x="0" y="103886"/>
                  </a:moveTo>
                  <a:lnTo>
                    <a:pt x="8159" y="63436"/>
                  </a:lnTo>
                  <a:lnTo>
                    <a:pt x="30416" y="30416"/>
                  </a:lnTo>
                  <a:lnTo>
                    <a:pt x="63436" y="8159"/>
                  </a:lnTo>
                  <a:lnTo>
                    <a:pt x="103886" y="0"/>
                  </a:lnTo>
                  <a:lnTo>
                    <a:pt x="1001014" y="0"/>
                  </a:lnTo>
                  <a:lnTo>
                    <a:pt x="1041463" y="8159"/>
                  </a:lnTo>
                  <a:lnTo>
                    <a:pt x="1074483" y="30416"/>
                  </a:lnTo>
                  <a:lnTo>
                    <a:pt x="1096740" y="63436"/>
                  </a:lnTo>
                  <a:lnTo>
                    <a:pt x="1104900" y="103886"/>
                  </a:lnTo>
                  <a:lnTo>
                    <a:pt x="1104900" y="519430"/>
                  </a:lnTo>
                  <a:lnTo>
                    <a:pt x="1096740" y="559879"/>
                  </a:lnTo>
                  <a:lnTo>
                    <a:pt x="1074483" y="592899"/>
                  </a:lnTo>
                  <a:lnTo>
                    <a:pt x="1041463" y="615156"/>
                  </a:lnTo>
                  <a:lnTo>
                    <a:pt x="1001014" y="623316"/>
                  </a:lnTo>
                  <a:lnTo>
                    <a:pt x="103886" y="623316"/>
                  </a:lnTo>
                  <a:lnTo>
                    <a:pt x="63436" y="615156"/>
                  </a:lnTo>
                  <a:lnTo>
                    <a:pt x="30416" y="592899"/>
                  </a:lnTo>
                  <a:lnTo>
                    <a:pt x="8159" y="559879"/>
                  </a:lnTo>
                  <a:lnTo>
                    <a:pt x="0" y="519430"/>
                  </a:lnTo>
                  <a:lnTo>
                    <a:pt x="0" y="103886"/>
                  </a:lnTo>
                  <a:close/>
                </a:path>
              </a:pathLst>
            </a:custGeom>
            <a:ln w="28956">
              <a:solidFill>
                <a:srgbClr val="0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747130" y="1972817"/>
            <a:ext cx="838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8080"/>
                </a:solidFill>
                <a:latin typeface="Times New Roman"/>
                <a:cs typeface="Times New Roman"/>
              </a:rPr>
              <a:t>Desalination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09615" y="2155697"/>
            <a:ext cx="749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8080"/>
                </a:solidFill>
                <a:latin typeface="Times New Roman"/>
                <a:cs typeface="Times New Roman"/>
              </a:rPr>
              <a:t>Plant</a:t>
            </a:r>
            <a:r>
              <a:rPr sz="1200" b="1" spc="-20" dirty="0">
                <a:solidFill>
                  <a:srgbClr val="008080"/>
                </a:solidFill>
                <a:latin typeface="Times New Roman"/>
                <a:cs typeface="Times New Roman"/>
              </a:rPr>
              <a:t> Loop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511169" y="1650364"/>
            <a:ext cx="1503045" cy="1053465"/>
            <a:chOff x="3511169" y="1650364"/>
            <a:chExt cx="1503045" cy="1053465"/>
          </a:xfrm>
        </p:grpSpPr>
        <p:sp>
          <p:nvSpPr>
            <p:cNvPr id="24" name="object 24"/>
            <p:cNvSpPr/>
            <p:nvPr/>
          </p:nvSpPr>
          <p:spPr>
            <a:xfrm>
              <a:off x="3525774" y="1664969"/>
              <a:ext cx="1473835" cy="1024255"/>
            </a:xfrm>
            <a:custGeom>
              <a:avLst/>
              <a:gdLst/>
              <a:ahLst/>
              <a:cxnLst/>
              <a:rect l="l" t="t" r="r" b="b"/>
              <a:pathLst>
                <a:path w="1473835" h="1024255">
                  <a:moveTo>
                    <a:pt x="1303020" y="0"/>
                  </a:moveTo>
                  <a:lnTo>
                    <a:pt x="170687" y="0"/>
                  </a:lnTo>
                  <a:lnTo>
                    <a:pt x="125324" y="6099"/>
                  </a:lnTo>
                  <a:lnTo>
                    <a:pt x="84553" y="23311"/>
                  </a:lnTo>
                  <a:lnTo>
                    <a:pt x="50006" y="50006"/>
                  </a:lnTo>
                  <a:lnTo>
                    <a:pt x="23311" y="84553"/>
                  </a:lnTo>
                  <a:lnTo>
                    <a:pt x="6099" y="125324"/>
                  </a:lnTo>
                  <a:lnTo>
                    <a:pt x="0" y="170687"/>
                  </a:lnTo>
                  <a:lnTo>
                    <a:pt x="0" y="853439"/>
                  </a:lnTo>
                  <a:lnTo>
                    <a:pt x="6099" y="898803"/>
                  </a:lnTo>
                  <a:lnTo>
                    <a:pt x="23311" y="939574"/>
                  </a:lnTo>
                  <a:lnTo>
                    <a:pt x="50006" y="974121"/>
                  </a:lnTo>
                  <a:lnTo>
                    <a:pt x="84553" y="1000816"/>
                  </a:lnTo>
                  <a:lnTo>
                    <a:pt x="125324" y="1018028"/>
                  </a:lnTo>
                  <a:lnTo>
                    <a:pt x="170687" y="1024127"/>
                  </a:lnTo>
                  <a:lnTo>
                    <a:pt x="1303020" y="1024127"/>
                  </a:lnTo>
                  <a:lnTo>
                    <a:pt x="1348383" y="1018028"/>
                  </a:lnTo>
                  <a:lnTo>
                    <a:pt x="1389154" y="1000816"/>
                  </a:lnTo>
                  <a:lnTo>
                    <a:pt x="1423701" y="974121"/>
                  </a:lnTo>
                  <a:lnTo>
                    <a:pt x="1450396" y="939574"/>
                  </a:lnTo>
                  <a:lnTo>
                    <a:pt x="1467608" y="898803"/>
                  </a:lnTo>
                  <a:lnTo>
                    <a:pt x="1473708" y="853439"/>
                  </a:lnTo>
                  <a:lnTo>
                    <a:pt x="1473708" y="170687"/>
                  </a:lnTo>
                  <a:lnTo>
                    <a:pt x="1467608" y="125324"/>
                  </a:lnTo>
                  <a:lnTo>
                    <a:pt x="1450396" y="84553"/>
                  </a:lnTo>
                  <a:lnTo>
                    <a:pt x="1423701" y="50006"/>
                  </a:lnTo>
                  <a:lnTo>
                    <a:pt x="1389154" y="23311"/>
                  </a:lnTo>
                  <a:lnTo>
                    <a:pt x="1348383" y="6099"/>
                  </a:lnTo>
                  <a:lnTo>
                    <a:pt x="130302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25774" y="1664969"/>
              <a:ext cx="1473835" cy="1024255"/>
            </a:xfrm>
            <a:custGeom>
              <a:avLst/>
              <a:gdLst/>
              <a:ahLst/>
              <a:cxnLst/>
              <a:rect l="l" t="t" r="r" b="b"/>
              <a:pathLst>
                <a:path w="1473835" h="1024255">
                  <a:moveTo>
                    <a:pt x="0" y="170687"/>
                  </a:moveTo>
                  <a:lnTo>
                    <a:pt x="6099" y="125324"/>
                  </a:lnTo>
                  <a:lnTo>
                    <a:pt x="23311" y="84553"/>
                  </a:lnTo>
                  <a:lnTo>
                    <a:pt x="50006" y="50006"/>
                  </a:lnTo>
                  <a:lnTo>
                    <a:pt x="84553" y="23311"/>
                  </a:lnTo>
                  <a:lnTo>
                    <a:pt x="125324" y="6099"/>
                  </a:lnTo>
                  <a:lnTo>
                    <a:pt x="170687" y="0"/>
                  </a:lnTo>
                  <a:lnTo>
                    <a:pt x="1303020" y="0"/>
                  </a:lnTo>
                  <a:lnTo>
                    <a:pt x="1348383" y="6099"/>
                  </a:lnTo>
                  <a:lnTo>
                    <a:pt x="1389154" y="23311"/>
                  </a:lnTo>
                  <a:lnTo>
                    <a:pt x="1423701" y="50006"/>
                  </a:lnTo>
                  <a:lnTo>
                    <a:pt x="1450396" y="84553"/>
                  </a:lnTo>
                  <a:lnTo>
                    <a:pt x="1467608" y="125324"/>
                  </a:lnTo>
                  <a:lnTo>
                    <a:pt x="1473708" y="170687"/>
                  </a:lnTo>
                  <a:lnTo>
                    <a:pt x="1473708" y="853439"/>
                  </a:lnTo>
                  <a:lnTo>
                    <a:pt x="1467608" y="898803"/>
                  </a:lnTo>
                  <a:lnTo>
                    <a:pt x="1450396" y="939574"/>
                  </a:lnTo>
                  <a:lnTo>
                    <a:pt x="1423701" y="974121"/>
                  </a:lnTo>
                  <a:lnTo>
                    <a:pt x="1389154" y="1000816"/>
                  </a:lnTo>
                  <a:lnTo>
                    <a:pt x="1348383" y="1018028"/>
                  </a:lnTo>
                  <a:lnTo>
                    <a:pt x="1303020" y="1024127"/>
                  </a:lnTo>
                  <a:lnTo>
                    <a:pt x="170687" y="1024127"/>
                  </a:lnTo>
                  <a:lnTo>
                    <a:pt x="125324" y="1018028"/>
                  </a:lnTo>
                  <a:lnTo>
                    <a:pt x="84553" y="1000816"/>
                  </a:lnTo>
                  <a:lnTo>
                    <a:pt x="50006" y="974121"/>
                  </a:lnTo>
                  <a:lnTo>
                    <a:pt x="23311" y="939574"/>
                  </a:lnTo>
                  <a:lnTo>
                    <a:pt x="6099" y="898803"/>
                  </a:lnTo>
                  <a:lnTo>
                    <a:pt x="0" y="853439"/>
                  </a:lnTo>
                  <a:lnTo>
                    <a:pt x="0" y="170687"/>
                  </a:lnTo>
                  <a:close/>
                </a:path>
              </a:pathLst>
            </a:custGeom>
            <a:ln w="28956">
              <a:solidFill>
                <a:srgbClr val="FF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10178" y="1861565"/>
              <a:ext cx="1104900" cy="623570"/>
            </a:xfrm>
            <a:custGeom>
              <a:avLst/>
              <a:gdLst/>
              <a:ahLst/>
              <a:cxnLst/>
              <a:rect l="l" t="t" r="r" b="b"/>
              <a:pathLst>
                <a:path w="1104900" h="623569">
                  <a:moveTo>
                    <a:pt x="1001013" y="0"/>
                  </a:moveTo>
                  <a:lnTo>
                    <a:pt x="103886" y="0"/>
                  </a:lnTo>
                  <a:lnTo>
                    <a:pt x="63436" y="8159"/>
                  </a:lnTo>
                  <a:lnTo>
                    <a:pt x="30416" y="30416"/>
                  </a:lnTo>
                  <a:lnTo>
                    <a:pt x="8159" y="63436"/>
                  </a:lnTo>
                  <a:lnTo>
                    <a:pt x="0" y="103886"/>
                  </a:lnTo>
                  <a:lnTo>
                    <a:pt x="0" y="519430"/>
                  </a:lnTo>
                  <a:lnTo>
                    <a:pt x="8159" y="559879"/>
                  </a:lnTo>
                  <a:lnTo>
                    <a:pt x="30416" y="592899"/>
                  </a:lnTo>
                  <a:lnTo>
                    <a:pt x="63436" y="615156"/>
                  </a:lnTo>
                  <a:lnTo>
                    <a:pt x="103886" y="623316"/>
                  </a:lnTo>
                  <a:lnTo>
                    <a:pt x="1001013" y="623316"/>
                  </a:lnTo>
                  <a:lnTo>
                    <a:pt x="1041463" y="615156"/>
                  </a:lnTo>
                  <a:lnTo>
                    <a:pt x="1074483" y="592899"/>
                  </a:lnTo>
                  <a:lnTo>
                    <a:pt x="1096740" y="559879"/>
                  </a:lnTo>
                  <a:lnTo>
                    <a:pt x="1104900" y="519430"/>
                  </a:lnTo>
                  <a:lnTo>
                    <a:pt x="1104900" y="103886"/>
                  </a:lnTo>
                  <a:lnTo>
                    <a:pt x="1096740" y="63436"/>
                  </a:lnTo>
                  <a:lnTo>
                    <a:pt x="1074483" y="30416"/>
                  </a:lnTo>
                  <a:lnTo>
                    <a:pt x="1041463" y="8159"/>
                  </a:lnTo>
                  <a:lnTo>
                    <a:pt x="10010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10178" y="1861565"/>
              <a:ext cx="1104900" cy="623570"/>
            </a:xfrm>
            <a:custGeom>
              <a:avLst/>
              <a:gdLst/>
              <a:ahLst/>
              <a:cxnLst/>
              <a:rect l="l" t="t" r="r" b="b"/>
              <a:pathLst>
                <a:path w="1104900" h="623569">
                  <a:moveTo>
                    <a:pt x="0" y="103886"/>
                  </a:moveTo>
                  <a:lnTo>
                    <a:pt x="8159" y="63436"/>
                  </a:lnTo>
                  <a:lnTo>
                    <a:pt x="30416" y="30416"/>
                  </a:lnTo>
                  <a:lnTo>
                    <a:pt x="63436" y="8159"/>
                  </a:lnTo>
                  <a:lnTo>
                    <a:pt x="103886" y="0"/>
                  </a:lnTo>
                  <a:lnTo>
                    <a:pt x="1001013" y="0"/>
                  </a:lnTo>
                  <a:lnTo>
                    <a:pt x="1041463" y="8159"/>
                  </a:lnTo>
                  <a:lnTo>
                    <a:pt x="1074483" y="30416"/>
                  </a:lnTo>
                  <a:lnTo>
                    <a:pt x="1096740" y="63436"/>
                  </a:lnTo>
                  <a:lnTo>
                    <a:pt x="1104900" y="103886"/>
                  </a:lnTo>
                  <a:lnTo>
                    <a:pt x="1104900" y="519430"/>
                  </a:lnTo>
                  <a:lnTo>
                    <a:pt x="1096740" y="559879"/>
                  </a:lnTo>
                  <a:lnTo>
                    <a:pt x="1074483" y="592899"/>
                  </a:lnTo>
                  <a:lnTo>
                    <a:pt x="1041463" y="615156"/>
                  </a:lnTo>
                  <a:lnTo>
                    <a:pt x="1001013" y="623316"/>
                  </a:lnTo>
                  <a:lnTo>
                    <a:pt x="103886" y="623316"/>
                  </a:lnTo>
                  <a:lnTo>
                    <a:pt x="63436" y="615156"/>
                  </a:lnTo>
                  <a:lnTo>
                    <a:pt x="30416" y="592899"/>
                  </a:lnTo>
                  <a:lnTo>
                    <a:pt x="8159" y="559879"/>
                  </a:lnTo>
                  <a:lnTo>
                    <a:pt x="0" y="519430"/>
                  </a:lnTo>
                  <a:lnTo>
                    <a:pt x="0" y="103886"/>
                  </a:lnTo>
                  <a:close/>
                </a:path>
              </a:pathLst>
            </a:custGeom>
            <a:ln w="28956">
              <a:solidFill>
                <a:srgbClr val="FFCC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64685" y="1972817"/>
            <a:ext cx="593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6600"/>
                </a:solidFill>
                <a:latin typeface="Times New Roman"/>
                <a:cs typeface="Times New Roman"/>
              </a:rPr>
              <a:t>Isolation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78985" y="2155697"/>
            <a:ext cx="365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solidFill>
                  <a:srgbClr val="FF6600"/>
                </a:solidFill>
                <a:latin typeface="Times New Roman"/>
                <a:cs typeface="Times New Roman"/>
              </a:rPr>
              <a:t>Loop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916935" y="1424939"/>
            <a:ext cx="2741930" cy="1565275"/>
            <a:chOff x="2916935" y="1424939"/>
            <a:chExt cx="2741930" cy="1565275"/>
          </a:xfrm>
        </p:grpSpPr>
        <p:sp>
          <p:nvSpPr>
            <p:cNvPr id="31" name="object 31"/>
            <p:cNvSpPr/>
            <p:nvPr/>
          </p:nvSpPr>
          <p:spPr>
            <a:xfrm>
              <a:off x="2931413" y="1445513"/>
              <a:ext cx="982980" cy="1530350"/>
            </a:xfrm>
            <a:custGeom>
              <a:avLst/>
              <a:gdLst/>
              <a:ahLst/>
              <a:cxnLst/>
              <a:rect l="l" t="t" r="r" b="b"/>
              <a:pathLst>
                <a:path w="982979" h="1530350">
                  <a:moveTo>
                    <a:pt x="0" y="163830"/>
                  </a:moveTo>
                  <a:lnTo>
                    <a:pt x="5856" y="120297"/>
                  </a:lnTo>
                  <a:lnTo>
                    <a:pt x="22380" y="81167"/>
                  </a:lnTo>
                  <a:lnTo>
                    <a:pt x="48006" y="48005"/>
                  </a:lnTo>
                  <a:lnTo>
                    <a:pt x="81167" y="22380"/>
                  </a:lnTo>
                  <a:lnTo>
                    <a:pt x="120297" y="5856"/>
                  </a:lnTo>
                  <a:lnTo>
                    <a:pt x="163830" y="0"/>
                  </a:lnTo>
                  <a:lnTo>
                    <a:pt x="819150" y="0"/>
                  </a:lnTo>
                  <a:lnTo>
                    <a:pt x="862682" y="5856"/>
                  </a:lnTo>
                  <a:lnTo>
                    <a:pt x="901812" y="22380"/>
                  </a:lnTo>
                  <a:lnTo>
                    <a:pt x="934974" y="48006"/>
                  </a:lnTo>
                  <a:lnTo>
                    <a:pt x="960599" y="81167"/>
                  </a:lnTo>
                  <a:lnTo>
                    <a:pt x="977123" y="120297"/>
                  </a:lnTo>
                  <a:lnTo>
                    <a:pt x="982980" y="163830"/>
                  </a:lnTo>
                  <a:lnTo>
                    <a:pt x="982980" y="1366265"/>
                  </a:lnTo>
                  <a:lnTo>
                    <a:pt x="977123" y="1409798"/>
                  </a:lnTo>
                  <a:lnTo>
                    <a:pt x="960599" y="1448928"/>
                  </a:lnTo>
                  <a:lnTo>
                    <a:pt x="934974" y="1482090"/>
                  </a:lnTo>
                  <a:lnTo>
                    <a:pt x="901812" y="1507715"/>
                  </a:lnTo>
                  <a:lnTo>
                    <a:pt x="862682" y="1524239"/>
                  </a:lnTo>
                  <a:lnTo>
                    <a:pt x="819150" y="1530096"/>
                  </a:lnTo>
                  <a:lnTo>
                    <a:pt x="163830" y="1530096"/>
                  </a:lnTo>
                  <a:lnTo>
                    <a:pt x="120297" y="1524239"/>
                  </a:lnTo>
                  <a:lnTo>
                    <a:pt x="81167" y="1507715"/>
                  </a:lnTo>
                  <a:lnTo>
                    <a:pt x="48006" y="1482089"/>
                  </a:lnTo>
                  <a:lnTo>
                    <a:pt x="22380" y="1448928"/>
                  </a:lnTo>
                  <a:lnTo>
                    <a:pt x="5856" y="1409798"/>
                  </a:lnTo>
                  <a:lnTo>
                    <a:pt x="0" y="1366265"/>
                  </a:lnTo>
                  <a:lnTo>
                    <a:pt x="0" y="163830"/>
                  </a:lnTo>
                  <a:close/>
                </a:path>
              </a:pathLst>
            </a:custGeom>
            <a:ln w="28956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361943" y="1444751"/>
              <a:ext cx="60960" cy="1530350"/>
            </a:xfrm>
            <a:custGeom>
              <a:avLst/>
              <a:gdLst/>
              <a:ahLst/>
              <a:cxnLst/>
              <a:rect l="l" t="t" r="r" b="b"/>
              <a:pathLst>
                <a:path w="60960" h="1530350">
                  <a:moveTo>
                    <a:pt x="60960" y="0"/>
                  </a:moveTo>
                  <a:lnTo>
                    <a:pt x="0" y="0"/>
                  </a:lnTo>
                  <a:lnTo>
                    <a:pt x="0" y="1530096"/>
                  </a:lnTo>
                  <a:lnTo>
                    <a:pt x="60960" y="1530096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009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61943" y="1444751"/>
              <a:ext cx="60960" cy="1530350"/>
            </a:xfrm>
            <a:custGeom>
              <a:avLst/>
              <a:gdLst/>
              <a:ahLst/>
              <a:cxnLst/>
              <a:rect l="l" t="t" r="r" b="b"/>
              <a:pathLst>
                <a:path w="60960" h="1530350">
                  <a:moveTo>
                    <a:pt x="0" y="1530096"/>
                  </a:moveTo>
                  <a:lnTo>
                    <a:pt x="60960" y="1530096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1530096"/>
                  </a:lnTo>
                  <a:close/>
                </a:path>
              </a:pathLst>
            </a:custGeom>
            <a:ln w="914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61153" y="1439417"/>
              <a:ext cx="982980" cy="1530350"/>
            </a:xfrm>
            <a:custGeom>
              <a:avLst/>
              <a:gdLst/>
              <a:ahLst/>
              <a:cxnLst/>
              <a:rect l="l" t="t" r="r" b="b"/>
              <a:pathLst>
                <a:path w="982979" h="1530350">
                  <a:moveTo>
                    <a:pt x="0" y="163830"/>
                  </a:moveTo>
                  <a:lnTo>
                    <a:pt x="5856" y="120297"/>
                  </a:lnTo>
                  <a:lnTo>
                    <a:pt x="22380" y="81167"/>
                  </a:lnTo>
                  <a:lnTo>
                    <a:pt x="48006" y="48005"/>
                  </a:lnTo>
                  <a:lnTo>
                    <a:pt x="81167" y="22380"/>
                  </a:lnTo>
                  <a:lnTo>
                    <a:pt x="120297" y="5856"/>
                  </a:lnTo>
                  <a:lnTo>
                    <a:pt x="163830" y="0"/>
                  </a:lnTo>
                  <a:lnTo>
                    <a:pt x="819150" y="0"/>
                  </a:lnTo>
                  <a:lnTo>
                    <a:pt x="862682" y="5856"/>
                  </a:lnTo>
                  <a:lnTo>
                    <a:pt x="901812" y="22380"/>
                  </a:lnTo>
                  <a:lnTo>
                    <a:pt x="934974" y="48006"/>
                  </a:lnTo>
                  <a:lnTo>
                    <a:pt x="960599" y="81167"/>
                  </a:lnTo>
                  <a:lnTo>
                    <a:pt x="977123" y="120297"/>
                  </a:lnTo>
                  <a:lnTo>
                    <a:pt x="982980" y="163830"/>
                  </a:lnTo>
                  <a:lnTo>
                    <a:pt x="982980" y="1366266"/>
                  </a:lnTo>
                  <a:lnTo>
                    <a:pt x="977123" y="1409798"/>
                  </a:lnTo>
                  <a:lnTo>
                    <a:pt x="960599" y="1448928"/>
                  </a:lnTo>
                  <a:lnTo>
                    <a:pt x="934974" y="1482090"/>
                  </a:lnTo>
                  <a:lnTo>
                    <a:pt x="901812" y="1507715"/>
                  </a:lnTo>
                  <a:lnTo>
                    <a:pt x="862682" y="1524239"/>
                  </a:lnTo>
                  <a:lnTo>
                    <a:pt x="819150" y="1530096"/>
                  </a:lnTo>
                  <a:lnTo>
                    <a:pt x="163830" y="1530096"/>
                  </a:lnTo>
                  <a:lnTo>
                    <a:pt x="120297" y="1524239"/>
                  </a:lnTo>
                  <a:lnTo>
                    <a:pt x="81167" y="1507715"/>
                  </a:lnTo>
                  <a:lnTo>
                    <a:pt x="48005" y="1482090"/>
                  </a:lnTo>
                  <a:lnTo>
                    <a:pt x="22380" y="1448928"/>
                  </a:lnTo>
                  <a:lnTo>
                    <a:pt x="5856" y="1409798"/>
                  </a:lnTo>
                  <a:lnTo>
                    <a:pt x="0" y="1366266"/>
                  </a:lnTo>
                  <a:lnTo>
                    <a:pt x="0" y="163830"/>
                  </a:lnTo>
                  <a:close/>
                </a:path>
              </a:pathLst>
            </a:custGeom>
            <a:ln w="28956">
              <a:solidFill>
                <a:srgbClr val="00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40451" y="1438655"/>
              <a:ext cx="59690" cy="1530350"/>
            </a:xfrm>
            <a:custGeom>
              <a:avLst/>
              <a:gdLst/>
              <a:ahLst/>
              <a:cxnLst/>
              <a:rect l="l" t="t" r="r" b="b"/>
              <a:pathLst>
                <a:path w="59689" h="1530350">
                  <a:moveTo>
                    <a:pt x="59436" y="0"/>
                  </a:moveTo>
                  <a:lnTo>
                    <a:pt x="0" y="0"/>
                  </a:lnTo>
                  <a:lnTo>
                    <a:pt x="0" y="1530096"/>
                  </a:lnTo>
                  <a:lnTo>
                    <a:pt x="59436" y="1530096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009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140451" y="1438655"/>
              <a:ext cx="59690" cy="1530350"/>
            </a:xfrm>
            <a:custGeom>
              <a:avLst/>
              <a:gdLst/>
              <a:ahLst/>
              <a:cxnLst/>
              <a:rect l="l" t="t" r="r" b="b"/>
              <a:pathLst>
                <a:path w="59689" h="1530350">
                  <a:moveTo>
                    <a:pt x="0" y="1530096"/>
                  </a:moveTo>
                  <a:lnTo>
                    <a:pt x="59436" y="1530096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1530096"/>
                  </a:lnTo>
                  <a:close/>
                </a:path>
              </a:pathLst>
            </a:custGeom>
            <a:ln w="9143">
              <a:solidFill>
                <a:srgbClr val="0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806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Safe</a:t>
            </a:r>
            <a:r>
              <a:rPr sz="3600" spc="-15" dirty="0">
                <a:solidFill>
                  <a:srgbClr val="003399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coupling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1427225"/>
            <a:ext cx="43040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3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physical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safety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barriers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an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2280666"/>
            <a:ext cx="3295650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8097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intermediate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heat </a:t>
            </a:r>
            <a:r>
              <a:rPr sz="2800" dirty="0">
                <a:latin typeface="Arial MT"/>
                <a:cs typeface="Arial MT"/>
              </a:rPr>
              <a:t>exchanger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loop</a:t>
            </a:r>
            <a:endParaRPr sz="2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800" dirty="0">
                <a:latin typeface="Arial MT"/>
                <a:cs typeface="Arial MT"/>
              </a:rPr>
              <a:t>Pressure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Reversal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3731767"/>
            <a:ext cx="48190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sz="2800" dirty="0">
                <a:latin typeface="Arial MT"/>
                <a:cs typeface="Arial MT"/>
              </a:rPr>
              <a:t>Online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batch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monitoring </a:t>
            </a:r>
            <a:r>
              <a:rPr sz="2800" dirty="0">
                <a:latin typeface="Arial MT"/>
                <a:cs typeface="Arial MT"/>
              </a:rPr>
              <a:t>of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water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radiation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levels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65687" y="2684257"/>
            <a:ext cx="3945890" cy="494030"/>
            <a:chOff x="4765687" y="2684257"/>
            <a:chExt cx="3945890" cy="494030"/>
          </a:xfrm>
        </p:grpSpPr>
        <p:sp>
          <p:nvSpPr>
            <p:cNvPr id="10" name="object 10"/>
            <p:cNvSpPr/>
            <p:nvPr/>
          </p:nvSpPr>
          <p:spPr>
            <a:xfrm>
              <a:off x="4770450" y="2689019"/>
              <a:ext cx="28575" cy="484505"/>
            </a:xfrm>
            <a:custGeom>
              <a:avLst/>
              <a:gdLst/>
              <a:ahLst/>
              <a:cxnLst/>
              <a:rect l="l" t="t" r="r" b="b"/>
              <a:pathLst>
                <a:path w="28575" h="484505">
                  <a:moveTo>
                    <a:pt x="28520" y="483971"/>
                  </a:moveTo>
                  <a:lnTo>
                    <a:pt x="28520" y="0"/>
                  </a:lnTo>
                </a:path>
                <a:path w="28575" h="484505">
                  <a:moveTo>
                    <a:pt x="0" y="483971"/>
                  </a:moveTo>
                  <a:lnTo>
                    <a:pt x="28520" y="483971"/>
                  </a:lnTo>
                </a:path>
                <a:path w="28575" h="484505">
                  <a:moveTo>
                    <a:pt x="0" y="322656"/>
                  </a:moveTo>
                  <a:lnTo>
                    <a:pt x="28520" y="322656"/>
                  </a:lnTo>
                </a:path>
                <a:path w="28575" h="484505">
                  <a:moveTo>
                    <a:pt x="0" y="161340"/>
                  </a:moveTo>
                  <a:lnTo>
                    <a:pt x="28520" y="161340"/>
                  </a:lnTo>
                </a:path>
                <a:path w="28575" h="484505">
                  <a:moveTo>
                    <a:pt x="0" y="0"/>
                  </a:moveTo>
                  <a:lnTo>
                    <a:pt x="28520" y="0"/>
                  </a:lnTo>
                </a:path>
              </a:pathLst>
            </a:custGeom>
            <a:ln w="9497">
              <a:solidFill>
                <a:srgbClr val="8585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798970" y="2774447"/>
              <a:ext cx="3898265" cy="360680"/>
            </a:xfrm>
            <a:custGeom>
              <a:avLst/>
              <a:gdLst/>
              <a:ahLst/>
              <a:cxnLst/>
              <a:rect l="l" t="t" r="r" b="b"/>
              <a:pathLst>
                <a:path w="3898265" h="360680">
                  <a:moveTo>
                    <a:pt x="0" y="256206"/>
                  </a:moveTo>
                  <a:lnTo>
                    <a:pt x="1559133" y="256206"/>
                  </a:lnTo>
                  <a:lnTo>
                    <a:pt x="1559133" y="0"/>
                  </a:lnTo>
                  <a:lnTo>
                    <a:pt x="3042175" y="0"/>
                  </a:lnTo>
                  <a:lnTo>
                    <a:pt x="3042175" y="360587"/>
                  </a:lnTo>
                  <a:lnTo>
                    <a:pt x="3897776" y="360587"/>
                  </a:lnTo>
                </a:path>
              </a:pathLst>
            </a:custGeom>
            <a:ln w="28467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676221" y="2949316"/>
            <a:ext cx="64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76221" y="2789582"/>
            <a:ext cx="6413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6221" y="2629823"/>
            <a:ext cx="6413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65697" y="1896739"/>
            <a:ext cx="3954779" cy="816610"/>
            <a:chOff x="4765697" y="1896739"/>
            <a:chExt cx="3954779" cy="81661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5697" y="2247837"/>
              <a:ext cx="3954778" cy="9489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798970" y="2271497"/>
              <a:ext cx="3884929" cy="0"/>
            </a:xfrm>
            <a:custGeom>
              <a:avLst/>
              <a:gdLst/>
              <a:ahLst/>
              <a:cxnLst/>
              <a:rect l="l" t="t" r="r" b="b"/>
              <a:pathLst>
                <a:path w="3884929">
                  <a:moveTo>
                    <a:pt x="0" y="0"/>
                  </a:moveTo>
                  <a:lnTo>
                    <a:pt x="3884720" y="0"/>
                  </a:lnTo>
                </a:path>
              </a:pathLst>
            </a:custGeom>
            <a:ln w="28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2834" y="1896739"/>
              <a:ext cx="770040" cy="80657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94691" y="1939377"/>
              <a:ext cx="646454" cy="68321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94691" y="1929888"/>
              <a:ext cx="647700" cy="692785"/>
            </a:xfrm>
            <a:custGeom>
              <a:avLst/>
              <a:gdLst/>
              <a:ahLst/>
              <a:cxnLst/>
              <a:rect l="l" t="t" r="r" b="b"/>
              <a:pathLst>
                <a:path w="647700" h="692785">
                  <a:moveTo>
                    <a:pt x="0" y="692707"/>
                  </a:moveTo>
                  <a:lnTo>
                    <a:pt x="646454" y="692707"/>
                  </a:lnTo>
                  <a:lnTo>
                    <a:pt x="646454" y="9489"/>
                  </a:lnTo>
                  <a:lnTo>
                    <a:pt x="0" y="9489"/>
                  </a:lnTo>
                  <a:lnTo>
                    <a:pt x="0" y="692707"/>
                  </a:lnTo>
                  <a:close/>
                </a:path>
                <a:path w="647700" h="692785">
                  <a:moveTo>
                    <a:pt x="647087" y="0"/>
                  </a:moveTo>
                  <a:lnTo>
                    <a:pt x="9506" y="689164"/>
                  </a:lnTo>
                </a:path>
              </a:pathLst>
            </a:custGeom>
            <a:ln w="95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6858" y="1896739"/>
              <a:ext cx="732014" cy="81606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68689" y="1939377"/>
              <a:ext cx="608427" cy="69270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768689" y="1939377"/>
              <a:ext cx="608965" cy="692785"/>
            </a:xfrm>
            <a:custGeom>
              <a:avLst/>
              <a:gdLst/>
              <a:ahLst/>
              <a:cxnLst/>
              <a:rect l="l" t="t" r="r" b="b"/>
              <a:pathLst>
                <a:path w="608964" h="692785">
                  <a:moveTo>
                    <a:pt x="608427" y="692707"/>
                  </a:moveTo>
                  <a:lnTo>
                    <a:pt x="0" y="540881"/>
                  </a:lnTo>
                  <a:lnTo>
                    <a:pt x="0" y="151826"/>
                  </a:lnTo>
                  <a:lnTo>
                    <a:pt x="608427" y="0"/>
                  </a:lnTo>
                  <a:lnTo>
                    <a:pt x="608427" y="692707"/>
                  </a:lnTo>
                  <a:close/>
                </a:path>
              </a:pathLst>
            </a:custGeom>
            <a:ln w="9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47435" y="2860118"/>
            <a:ext cx="33782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alibri"/>
                <a:cs typeface="Calibri"/>
              </a:rPr>
              <a:t>1.7</a:t>
            </a:r>
            <a:r>
              <a:rPr sz="800" spc="8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bar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64848" y="2961335"/>
            <a:ext cx="875030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125"/>
              </a:spcBef>
            </a:pPr>
            <a:r>
              <a:rPr sz="800" dirty="0">
                <a:latin typeface="Calibri"/>
                <a:cs typeface="Calibri"/>
              </a:rPr>
              <a:t>0.4</a:t>
            </a:r>
            <a:r>
              <a:rPr sz="800" spc="70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bar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642110" y="1725897"/>
            <a:ext cx="1739900" cy="1784350"/>
          </a:xfrm>
          <a:custGeom>
            <a:avLst/>
            <a:gdLst/>
            <a:ahLst/>
            <a:cxnLst/>
            <a:rect l="l" t="t" r="r" b="b"/>
            <a:pathLst>
              <a:path w="1739900" h="1784350">
                <a:moveTo>
                  <a:pt x="0" y="1783958"/>
                </a:moveTo>
                <a:lnTo>
                  <a:pt x="1739722" y="1783958"/>
                </a:lnTo>
                <a:lnTo>
                  <a:pt x="1739722" y="0"/>
                </a:lnTo>
                <a:lnTo>
                  <a:pt x="0" y="0"/>
                </a:lnTo>
                <a:lnTo>
                  <a:pt x="0" y="1783958"/>
                </a:lnTo>
                <a:close/>
              </a:path>
            </a:pathLst>
          </a:custGeom>
          <a:ln w="18996">
            <a:solidFill>
              <a:srgbClr val="7E7E7E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676221" y="3108733"/>
            <a:ext cx="1525905" cy="21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50"/>
              </a:lnSpc>
              <a:spcBef>
                <a:spcPts val="100"/>
              </a:spcBef>
            </a:pPr>
            <a:r>
              <a:rPr sz="600" spc="-50" dirty="0">
                <a:latin typeface="Calibri"/>
                <a:cs typeface="Calibri"/>
              </a:rPr>
              <a:t>0</a:t>
            </a:r>
            <a:endParaRPr sz="600">
              <a:latin typeface="Calibri"/>
              <a:cs typeface="Calibri"/>
            </a:endParaRPr>
          </a:p>
          <a:p>
            <a:pPr marL="59055">
              <a:lnSpc>
                <a:spcPts val="969"/>
              </a:lnSpc>
            </a:pPr>
            <a:r>
              <a:rPr sz="950" spc="20" dirty="0">
                <a:latin typeface="Calibri"/>
                <a:cs typeface="Calibri"/>
              </a:rPr>
              <a:t>Power</a:t>
            </a:r>
            <a:r>
              <a:rPr sz="950" spc="140" dirty="0">
                <a:latin typeface="Calibri"/>
                <a:cs typeface="Calibri"/>
              </a:rPr>
              <a:t> </a:t>
            </a:r>
            <a:r>
              <a:rPr sz="950" spc="20" dirty="0">
                <a:latin typeface="Calibri"/>
                <a:cs typeface="Calibri"/>
              </a:rPr>
              <a:t>Plant</a:t>
            </a:r>
            <a:r>
              <a:rPr sz="950" spc="-60" dirty="0">
                <a:latin typeface="Calibri"/>
                <a:cs typeface="Calibri"/>
              </a:rPr>
              <a:t> </a:t>
            </a:r>
            <a:r>
              <a:rPr sz="950" spc="20" dirty="0">
                <a:latin typeface="Calibri"/>
                <a:cs typeface="Calibri"/>
              </a:rPr>
              <a:t>Secondary</a:t>
            </a:r>
            <a:r>
              <a:rPr sz="950" spc="-45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loop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81806" y="1725897"/>
            <a:ext cx="1454785" cy="1784350"/>
          </a:xfrm>
          <a:custGeom>
            <a:avLst/>
            <a:gdLst/>
            <a:ahLst/>
            <a:cxnLst/>
            <a:rect l="l" t="t" r="r" b="b"/>
            <a:pathLst>
              <a:path w="1454784" h="1784350">
                <a:moveTo>
                  <a:pt x="0" y="1783958"/>
                </a:moveTo>
                <a:lnTo>
                  <a:pt x="1454521" y="1783958"/>
                </a:lnTo>
                <a:lnTo>
                  <a:pt x="1454521" y="0"/>
                </a:lnTo>
                <a:lnTo>
                  <a:pt x="0" y="0"/>
                </a:lnTo>
                <a:lnTo>
                  <a:pt x="0" y="1783958"/>
                </a:lnTo>
                <a:close/>
              </a:path>
            </a:pathLst>
          </a:custGeom>
          <a:ln w="18999">
            <a:solidFill>
              <a:srgbClr val="7E7E7E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400820" y="2979510"/>
            <a:ext cx="1407160" cy="3200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115570" algn="ctr">
              <a:lnSpc>
                <a:spcPct val="100000"/>
              </a:lnSpc>
              <a:spcBef>
                <a:spcPts val="195"/>
              </a:spcBef>
            </a:pPr>
            <a:r>
              <a:rPr sz="800" dirty="0">
                <a:latin typeface="Calibri"/>
                <a:cs typeface="Calibri"/>
              </a:rPr>
              <a:t>5</a:t>
            </a:r>
            <a:r>
              <a:rPr sz="800" spc="15" dirty="0">
                <a:latin typeface="Calibri"/>
                <a:cs typeface="Calibri"/>
              </a:rPr>
              <a:t> </a:t>
            </a:r>
            <a:r>
              <a:rPr sz="800" spc="-25" dirty="0">
                <a:latin typeface="Calibri"/>
                <a:cs typeface="Calibri"/>
              </a:rPr>
              <a:t>bar</a:t>
            </a:r>
            <a:endParaRPr sz="800">
              <a:latin typeface="Calibri"/>
              <a:cs typeface="Calibri"/>
            </a:endParaRPr>
          </a:p>
          <a:p>
            <a:pPr marL="16510" algn="ctr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latin typeface="Calibri"/>
                <a:cs typeface="Calibri"/>
              </a:rPr>
              <a:t>Intermediate</a:t>
            </a:r>
            <a:r>
              <a:rPr sz="950" spc="470" dirty="0">
                <a:latin typeface="Calibri"/>
                <a:cs typeface="Calibri"/>
              </a:rPr>
              <a:t> </a:t>
            </a:r>
            <a:r>
              <a:rPr sz="950" spc="-20" dirty="0">
                <a:latin typeface="Calibri"/>
                <a:cs typeface="Calibri"/>
              </a:rPr>
              <a:t>loop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836328" y="1725897"/>
            <a:ext cx="913130" cy="1784350"/>
          </a:xfrm>
          <a:custGeom>
            <a:avLst/>
            <a:gdLst/>
            <a:ahLst/>
            <a:cxnLst/>
            <a:rect l="l" t="t" r="r" b="b"/>
            <a:pathLst>
              <a:path w="913129" h="1784350">
                <a:moveTo>
                  <a:pt x="0" y="1783958"/>
                </a:moveTo>
                <a:lnTo>
                  <a:pt x="912641" y="1783958"/>
                </a:lnTo>
                <a:lnTo>
                  <a:pt x="912641" y="0"/>
                </a:lnTo>
                <a:lnTo>
                  <a:pt x="0" y="0"/>
                </a:lnTo>
                <a:lnTo>
                  <a:pt x="0" y="1783958"/>
                </a:lnTo>
                <a:close/>
              </a:path>
            </a:pathLst>
          </a:custGeom>
          <a:ln w="19006">
            <a:solidFill>
              <a:srgbClr val="7E7E7E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864848" y="3124865"/>
            <a:ext cx="875030" cy="32702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11150" marR="100965" indent="-209550">
              <a:lnSpc>
                <a:spcPct val="105300"/>
              </a:lnSpc>
              <a:spcBef>
                <a:spcPts val="65"/>
              </a:spcBef>
            </a:pPr>
            <a:r>
              <a:rPr sz="950" spc="-10" dirty="0">
                <a:latin typeface="Calibri"/>
                <a:cs typeface="Calibri"/>
              </a:rPr>
              <a:t>Desalination </a:t>
            </a:r>
            <a:r>
              <a:rPr sz="950" spc="-20" dirty="0">
                <a:latin typeface="Calibri"/>
                <a:cs typeface="Calibri"/>
              </a:rPr>
              <a:t>loop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86740" y="1403226"/>
            <a:ext cx="1635760" cy="2400935"/>
            <a:chOff x="6286740" y="1403226"/>
            <a:chExt cx="1635760" cy="240093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86740" y="1422244"/>
              <a:ext cx="171120" cy="238177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362871" y="1422240"/>
              <a:ext cx="19050" cy="2306320"/>
            </a:xfrm>
            <a:custGeom>
              <a:avLst/>
              <a:gdLst/>
              <a:ahLst/>
              <a:cxnLst/>
              <a:rect l="l" t="t" r="r" b="b"/>
              <a:pathLst>
                <a:path w="19050" h="2306320">
                  <a:moveTo>
                    <a:pt x="0" y="0"/>
                  </a:moveTo>
                  <a:lnTo>
                    <a:pt x="18935" y="2305865"/>
                  </a:lnTo>
                </a:path>
              </a:pathLst>
            </a:custGeom>
            <a:ln w="380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50768" y="1422244"/>
              <a:ext cx="171120" cy="238177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826899" y="1422240"/>
              <a:ext cx="19050" cy="2306320"/>
            </a:xfrm>
            <a:custGeom>
              <a:avLst/>
              <a:gdLst/>
              <a:ahLst/>
              <a:cxnLst/>
              <a:rect l="l" t="t" r="r" b="b"/>
              <a:pathLst>
                <a:path w="19050" h="2306320">
                  <a:moveTo>
                    <a:pt x="0" y="0"/>
                  </a:moveTo>
                  <a:lnTo>
                    <a:pt x="18935" y="2305865"/>
                  </a:lnTo>
                </a:path>
              </a:pathLst>
            </a:custGeom>
            <a:ln w="380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151086" y="3741026"/>
            <a:ext cx="57340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Calibri"/>
                <a:cs typeface="Calibri"/>
              </a:rPr>
              <a:t>1st</a:t>
            </a:r>
            <a:r>
              <a:rPr sz="950" spc="-10" dirty="0">
                <a:latin typeface="Calibri"/>
                <a:cs typeface="Calibri"/>
              </a:rPr>
              <a:t> barrier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70370" y="3731537"/>
            <a:ext cx="61976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Calibri"/>
                <a:cs typeface="Calibri"/>
              </a:rPr>
              <a:t>2nd</a:t>
            </a:r>
            <a:r>
              <a:rPr sz="950" spc="65" dirty="0">
                <a:latin typeface="Calibri"/>
                <a:cs typeface="Calibri"/>
              </a:rPr>
              <a:t> </a:t>
            </a:r>
            <a:r>
              <a:rPr sz="950" spc="-10" dirty="0">
                <a:latin typeface="Calibri"/>
                <a:cs typeface="Calibri"/>
              </a:rPr>
              <a:t>barrier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03533" y="2169662"/>
            <a:ext cx="36258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10" dirty="0">
                <a:latin typeface="Calibri"/>
                <a:cs typeface="Calibri"/>
              </a:rPr>
              <a:t>Turbine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99445" y="2048834"/>
            <a:ext cx="60896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latin typeface="Calibri"/>
                <a:cs typeface="Calibri"/>
              </a:rPr>
              <a:t>HX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4401" y="4875733"/>
            <a:ext cx="79444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99CCFF"/>
              </a:buClr>
              <a:buSzPct val="108928"/>
              <a:buChar char="•"/>
              <a:tabLst>
                <a:tab pos="355600" algn="l"/>
              </a:tabLst>
            </a:pP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Experience</a:t>
            </a:r>
            <a:r>
              <a:rPr sz="2800" spc="-9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has</a:t>
            </a:r>
            <a:r>
              <a:rPr sz="2800" spc="-85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showed</a:t>
            </a:r>
            <a:r>
              <a:rPr sz="2800" spc="-8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that</a:t>
            </a:r>
            <a:r>
              <a:rPr sz="2800" spc="-9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radiation</a:t>
            </a:r>
            <a:r>
              <a:rPr sz="2800" spc="-8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levels</a:t>
            </a:r>
            <a:r>
              <a:rPr sz="2800" spc="-95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00184D"/>
                </a:solidFill>
                <a:latin typeface="Arial MT"/>
                <a:cs typeface="Arial MT"/>
              </a:rPr>
              <a:t>are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orders</a:t>
            </a:r>
            <a:r>
              <a:rPr sz="2800" spc="-75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of</a:t>
            </a:r>
            <a:r>
              <a:rPr sz="2800" spc="-8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magnitudes</a:t>
            </a:r>
            <a:r>
              <a:rPr sz="2800" spc="-65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below</a:t>
            </a:r>
            <a:r>
              <a:rPr sz="2800" spc="-6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184D"/>
                </a:solidFill>
                <a:latin typeface="Arial MT"/>
                <a:cs typeface="Arial MT"/>
              </a:rPr>
              <a:t>WHO</a:t>
            </a:r>
            <a:r>
              <a:rPr sz="2800" spc="-80" dirty="0">
                <a:solidFill>
                  <a:srgbClr val="00184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184D"/>
                </a:solidFill>
                <a:latin typeface="Arial MT"/>
                <a:cs typeface="Arial MT"/>
              </a:rPr>
              <a:t>specifications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895088"/>
            <a:ext cx="8307070" cy="1963420"/>
            <a:chOff x="0" y="4895088"/>
            <a:chExt cx="8307070" cy="19634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8011" y="4895088"/>
              <a:ext cx="7448550" cy="6774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0892" y="5315665"/>
              <a:ext cx="7082790" cy="693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48575" y="5322570"/>
              <a:ext cx="7045959" cy="32384"/>
            </a:xfrm>
            <a:custGeom>
              <a:avLst/>
              <a:gdLst/>
              <a:ahLst/>
              <a:cxnLst/>
              <a:rect l="l" t="t" r="r" b="b"/>
              <a:pathLst>
                <a:path w="7045959" h="32385">
                  <a:moveTo>
                    <a:pt x="7045388" y="0"/>
                  </a:moveTo>
                  <a:lnTo>
                    <a:pt x="0" y="0"/>
                  </a:lnTo>
                  <a:lnTo>
                    <a:pt x="0" y="32003"/>
                  </a:lnTo>
                  <a:lnTo>
                    <a:pt x="7045388" y="32003"/>
                  </a:lnTo>
                  <a:lnTo>
                    <a:pt x="7045388" y="0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571244" y="4724400"/>
            <a:ext cx="6193155" cy="0"/>
          </a:xfrm>
          <a:custGeom>
            <a:avLst/>
            <a:gdLst/>
            <a:ahLst/>
            <a:cxnLst/>
            <a:rect l="l" t="t" r="r" b="b"/>
            <a:pathLst>
              <a:path w="6193155">
                <a:moveTo>
                  <a:pt x="0" y="0"/>
                </a:moveTo>
                <a:lnTo>
                  <a:pt x="6192647" y="0"/>
                </a:lnTo>
              </a:path>
            </a:pathLst>
          </a:custGeom>
          <a:ln w="57912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68011" y="1299972"/>
            <a:ext cx="3909060" cy="184099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437" y="1638426"/>
            <a:ext cx="8333105" cy="4915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8785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In</a:t>
            </a:r>
            <a:r>
              <a:rPr sz="2000" spc="65" dirty="0">
                <a:solidFill>
                  <a:srgbClr val="00AF5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case</a:t>
            </a:r>
            <a:r>
              <a:rPr sz="2000" spc="65" dirty="0">
                <a:solidFill>
                  <a:srgbClr val="00AF5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of</a:t>
            </a:r>
            <a:r>
              <a:rPr sz="2000" spc="55" dirty="0">
                <a:solidFill>
                  <a:srgbClr val="00AF5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coupling</a:t>
            </a:r>
            <a:r>
              <a:rPr sz="2000" spc="65" dirty="0">
                <a:solidFill>
                  <a:srgbClr val="00AF5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through</a:t>
            </a:r>
            <a:r>
              <a:rPr sz="2000" spc="70" dirty="0">
                <a:solidFill>
                  <a:srgbClr val="00AF50"/>
                </a:solidFill>
                <a:latin typeface="Arial MT"/>
                <a:cs typeface="Arial MT"/>
              </a:rPr>
              <a:t>  </a:t>
            </a:r>
            <a:r>
              <a:rPr sz="2000" spc="-25" dirty="0">
                <a:solidFill>
                  <a:srgbClr val="00AF50"/>
                </a:solidFill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condenser</a:t>
            </a:r>
            <a:r>
              <a:rPr sz="2000" dirty="0">
                <a:solidFill>
                  <a:srgbClr val="FF9900"/>
                </a:solidFill>
                <a:latin typeface="Arial MT"/>
                <a:cs typeface="Arial MT"/>
              </a:rPr>
              <a:t>,</a:t>
            </a:r>
            <a:r>
              <a:rPr sz="2000" spc="190" dirty="0">
                <a:solidFill>
                  <a:srgbClr val="FF9900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additional</a:t>
            </a:r>
            <a:r>
              <a:rPr sz="2000" spc="200" dirty="0">
                <a:solidFill>
                  <a:srgbClr val="003399"/>
                </a:solidFill>
                <a:latin typeface="Arial MT"/>
                <a:cs typeface="Arial MT"/>
              </a:rPr>
              <a:t>  </a:t>
            </a:r>
            <a:r>
              <a:rPr sz="2000" spc="-10" dirty="0">
                <a:solidFill>
                  <a:srgbClr val="003399"/>
                </a:solidFill>
                <a:latin typeface="Arial MT"/>
                <a:cs typeface="Arial MT"/>
              </a:rPr>
              <a:t>non-safety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grade</a:t>
            </a:r>
            <a:r>
              <a:rPr sz="2000" spc="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barriers</a:t>
            </a:r>
            <a:r>
              <a:rPr sz="2000" spc="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are</a:t>
            </a:r>
            <a:r>
              <a:rPr sz="2000" spc="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3399"/>
                </a:solidFill>
                <a:latin typeface="Arial MT"/>
                <a:cs typeface="Arial MT"/>
              </a:rPr>
              <a:t>established</a:t>
            </a:r>
            <a:r>
              <a:rPr sz="2000" spc="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(the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main</a:t>
            </a:r>
            <a:r>
              <a:rPr sz="20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condenser</a:t>
            </a:r>
            <a:r>
              <a:rPr sz="2000" spc="-6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50"/>
                </a:solidFill>
                <a:latin typeface="Arial MT"/>
                <a:cs typeface="Arial MT"/>
              </a:rPr>
              <a:t>tubes).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Arial MT"/>
              <a:cs typeface="Arial MT"/>
            </a:endParaRPr>
          </a:p>
          <a:p>
            <a:pPr marL="184150" marR="170815" algn="ctr">
              <a:lnSpc>
                <a:spcPts val="2590"/>
              </a:lnSpc>
              <a:tabLst>
                <a:tab pos="6142355" algn="l"/>
              </a:tabLst>
            </a:pP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In</a:t>
            </a:r>
            <a:r>
              <a:rPr sz="2400" b="1" spc="-4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normal</a:t>
            </a:r>
            <a:r>
              <a:rPr sz="2400" b="1" spc="-2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operation:</a:t>
            </a:r>
            <a:r>
              <a:rPr sz="2400" b="1" spc="-4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main</a:t>
            </a:r>
            <a:r>
              <a:rPr sz="2400" b="1" spc="-2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condenser</a:t>
            </a:r>
            <a:r>
              <a:rPr sz="2400" b="1" spc="-1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at</a:t>
            </a:r>
            <a:r>
              <a:rPr sz="2400" b="1" spc="-2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lower</a:t>
            </a:r>
            <a:r>
              <a:rPr sz="2400" b="1" spc="-6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Arial"/>
                <a:cs typeface="Arial"/>
              </a:rPr>
              <a:t>pressure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than</a:t>
            </a:r>
            <a:r>
              <a:rPr sz="2400" b="1" spc="-4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its</a:t>
            </a:r>
            <a:r>
              <a:rPr sz="2400" b="1" spc="-4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surroundings</a:t>
            </a:r>
            <a:r>
              <a:rPr sz="2400" b="1" spc="-6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(</a:t>
            </a:r>
            <a:r>
              <a:rPr sz="2400" b="1" spc="-3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dynamic</a:t>
            </a:r>
            <a:r>
              <a:rPr sz="2400" b="1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AFEF"/>
                </a:solidFill>
                <a:latin typeface="Arial"/>
                <a:cs typeface="Arial"/>
              </a:rPr>
              <a:t>barrier)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	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No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leakage</a:t>
            </a:r>
            <a:endParaRPr sz="2400">
              <a:latin typeface="Arial"/>
              <a:cs typeface="Arial"/>
            </a:endParaRPr>
          </a:p>
          <a:p>
            <a:pPr marL="198120" marR="187325" algn="ctr">
              <a:lnSpc>
                <a:spcPct val="100000"/>
              </a:lnSpc>
              <a:spcBef>
                <a:spcPts val="1845"/>
              </a:spcBef>
            </a:pP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Radioactive</a:t>
            </a:r>
            <a:r>
              <a:rPr sz="2000" b="1" spc="-4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releases</a:t>
            </a:r>
            <a:r>
              <a:rPr sz="2000" b="1" spc="-5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to</a:t>
            </a:r>
            <a:r>
              <a:rPr sz="2000" b="1" spc="-4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potable</a:t>
            </a:r>
            <a:r>
              <a:rPr sz="2000" b="1" spc="-5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water</a:t>
            </a:r>
            <a:r>
              <a:rPr sz="2000" b="1" spc="-6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can</a:t>
            </a:r>
            <a:r>
              <a:rPr sz="2000" b="1" spc="-4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be</a:t>
            </a:r>
            <a:r>
              <a:rPr sz="2000" b="1" spc="-2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prevented</a:t>
            </a:r>
            <a:r>
              <a:rPr sz="2000" b="1" spc="-4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by</a:t>
            </a:r>
            <a:r>
              <a:rPr sz="2000" b="1" spc="-3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7B80"/>
                </a:solidFill>
                <a:latin typeface="Arial"/>
                <a:cs typeface="Arial"/>
              </a:rPr>
              <a:t>design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and operational</a:t>
            </a:r>
            <a:r>
              <a:rPr sz="2000" b="1" spc="-4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7B80"/>
                </a:solidFill>
                <a:latin typeface="Arial"/>
                <a:cs typeface="Arial"/>
              </a:rPr>
              <a:t>provisions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2000">
              <a:latin typeface="Arial"/>
              <a:cs typeface="Arial"/>
            </a:endParaRPr>
          </a:p>
          <a:p>
            <a:pPr marL="4445" algn="ctr">
              <a:lnSpc>
                <a:spcPct val="100000"/>
              </a:lnSpc>
            </a:pPr>
            <a:r>
              <a:rPr sz="2400" b="1" dirty="0">
                <a:solidFill>
                  <a:srgbClr val="FF9900"/>
                </a:solidFill>
                <a:latin typeface="Arial"/>
                <a:cs typeface="Arial"/>
              </a:rPr>
              <a:t>IN</a:t>
            </a:r>
            <a:r>
              <a:rPr sz="2400" b="1" spc="-6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9900"/>
                </a:solidFill>
                <a:latin typeface="Arial"/>
                <a:cs typeface="Arial"/>
              </a:rPr>
              <a:t>CASE</a:t>
            </a:r>
            <a:r>
              <a:rPr sz="2400" b="1" spc="-3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9900"/>
                </a:solidFill>
                <a:latin typeface="Arial"/>
                <a:cs typeface="Arial"/>
              </a:rPr>
              <a:t>OF</a:t>
            </a:r>
            <a:r>
              <a:rPr sz="2400" b="1" spc="-14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9900"/>
                </a:solidFill>
                <a:latin typeface="Arial"/>
                <a:cs typeface="Arial"/>
              </a:rPr>
              <a:t>ACCIDENT</a:t>
            </a:r>
            <a:r>
              <a:rPr sz="2400" b="1" spc="-3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9900"/>
                </a:solidFill>
                <a:latin typeface="Arial"/>
                <a:cs typeface="Arial"/>
              </a:rPr>
              <a:t>CONDITIONS</a:t>
            </a:r>
            <a:r>
              <a:rPr sz="2400" b="1" spc="-145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spc="-45" dirty="0">
                <a:solidFill>
                  <a:srgbClr val="FF9900"/>
                </a:solidFill>
                <a:latin typeface="Arial"/>
                <a:cs typeface="Arial"/>
              </a:rPr>
              <a:t>AT </a:t>
            </a:r>
            <a:r>
              <a:rPr sz="2400" b="1" dirty="0">
                <a:solidFill>
                  <a:srgbClr val="FF9900"/>
                </a:solidFill>
                <a:latin typeface="Arial"/>
                <a:cs typeface="Arial"/>
              </a:rPr>
              <a:t>THE</a:t>
            </a:r>
            <a:r>
              <a:rPr sz="2400" b="1" spc="-60" dirty="0">
                <a:solidFill>
                  <a:srgbClr val="FF9900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FF9900"/>
                </a:solidFill>
                <a:latin typeface="Arial"/>
                <a:cs typeface="Arial"/>
              </a:rPr>
              <a:t>NP</a:t>
            </a:r>
            <a:endParaRPr sz="2400">
              <a:latin typeface="Arial"/>
              <a:cs typeface="Arial"/>
            </a:endParaRPr>
          </a:p>
          <a:p>
            <a:pPr marL="17780" marR="5080" algn="ctr">
              <a:lnSpc>
                <a:spcPct val="108600"/>
              </a:lnSpc>
              <a:spcBef>
                <a:spcPts val="930"/>
              </a:spcBef>
            </a:pP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ND</a:t>
            </a:r>
            <a:r>
              <a:rPr sz="2400" b="1" spc="-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is</a:t>
            </a:r>
            <a:r>
              <a:rPr sz="2400" b="1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to</a:t>
            </a:r>
            <a:r>
              <a:rPr sz="2400" b="1" spc="-3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be</a:t>
            </a:r>
            <a:r>
              <a:rPr sz="2400" b="1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shut</a:t>
            </a:r>
            <a:r>
              <a:rPr sz="2400" b="1" spc="-1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AFEF"/>
                </a:solidFill>
                <a:latin typeface="Arial"/>
                <a:cs typeface="Arial"/>
              </a:rPr>
              <a:t>down</a:t>
            </a:r>
            <a:r>
              <a:rPr sz="2400" b="1" spc="-7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Prevent potential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contamination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Water</a:t>
            </a:r>
            <a:r>
              <a:rPr sz="2000" b="1" spc="-5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produced</a:t>
            </a:r>
            <a:r>
              <a:rPr sz="2000" b="1" spc="-3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by</a:t>
            </a:r>
            <a:r>
              <a:rPr sz="2000" b="1" spc="-2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ND</a:t>
            </a:r>
            <a:r>
              <a:rPr sz="2000" b="1" spc="-1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can</a:t>
            </a:r>
            <a:r>
              <a:rPr sz="2000" b="1" spc="-3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be</a:t>
            </a:r>
            <a:r>
              <a:rPr sz="2000" b="1" spc="-1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stored</a:t>
            </a:r>
            <a:r>
              <a:rPr sz="2000" b="1" spc="-4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and</a:t>
            </a:r>
            <a:r>
              <a:rPr sz="2000" b="1" spc="-3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monitored</a:t>
            </a:r>
            <a:r>
              <a:rPr sz="2000" b="1" spc="-35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for</a:t>
            </a:r>
            <a:r>
              <a:rPr sz="2000" b="1" spc="-3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7B80"/>
                </a:solidFill>
                <a:latin typeface="Arial"/>
                <a:cs typeface="Arial"/>
              </a:rPr>
              <a:t>radiological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contamination</a:t>
            </a:r>
            <a:r>
              <a:rPr sz="2000" b="1" spc="-7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FF7B80"/>
                </a:solidFill>
                <a:latin typeface="Arial"/>
                <a:cs typeface="Arial"/>
              </a:rPr>
              <a:t>before</a:t>
            </a:r>
            <a:r>
              <a:rPr sz="2000" b="1" spc="-40" dirty="0">
                <a:solidFill>
                  <a:srgbClr val="FF7B8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FF7B80"/>
                </a:solidFill>
                <a:latin typeface="Arial"/>
                <a:cs typeface="Arial"/>
              </a:rPr>
              <a:t>distribution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7160" y="163068"/>
            <a:ext cx="6490335" cy="1388110"/>
            <a:chOff x="137160" y="163068"/>
            <a:chExt cx="6490335" cy="138811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160" y="163068"/>
              <a:ext cx="6448805" cy="89992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160" y="650748"/>
              <a:ext cx="6489953" cy="89992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77748" y="269570"/>
            <a:ext cx="598932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Arial"/>
                <a:cs typeface="Arial"/>
              </a:rPr>
              <a:t>Coupling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between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NP</a:t>
            </a:r>
            <a:r>
              <a:rPr sz="3200" i="1" spc="-114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and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spc="-25" dirty="0">
                <a:latin typeface="Arial"/>
                <a:cs typeface="Arial"/>
              </a:rPr>
              <a:t>DP: </a:t>
            </a:r>
            <a:r>
              <a:rPr sz="3200" i="1" dirty="0">
                <a:solidFill>
                  <a:srgbClr val="FFC000"/>
                </a:solidFill>
                <a:latin typeface="Arial"/>
                <a:cs typeface="Arial"/>
              </a:rPr>
              <a:t>Specific</a:t>
            </a:r>
            <a:r>
              <a:rPr sz="3200" i="1" spc="-5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C000"/>
                </a:solidFill>
                <a:latin typeface="Arial"/>
                <a:cs typeface="Arial"/>
              </a:rPr>
              <a:t>Safety</a:t>
            </a:r>
            <a:r>
              <a:rPr sz="3200" i="1" spc="-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C000"/>
                </a:solidFill>
                <a:latin typeface="Arial"/>
                <a:cs typeface="Arial"/>
              </a:rPr>
              <a:t>Considerations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37160" y="163068"/>
            <a:ext cx="6449060" cy="1388110"/>
            <a:chOff x="137160" y="163068"/>
            <a:chExt cx="6449060" cy="13881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" y="163068"/>
              <a:ext cx="6448805" cy="89992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60" y="650748"/>
              <a:ext cx="4979670" cy="89992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7748" y="269570"/>
            <a:ext cx="58343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Arial"/>
                <a:cs typeface="Arial"/>
              </a:rPr>
              <a:t>Coupling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between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NP</a:t>
            </a:r>
            <a:r>
              <a:rPr sz="3200" i="1" spc="-114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and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spc="-25" dirty="0">
                <a:latin typeface="Arial"/>
                <a:cs typeface="Arial"/>
              </a:rPr>
              <a:t>DP: </a:t>
            </a:r>
            <a:r>
              <a:rPr sz="3200" i="1" dirty="0">
                <a:solidFill>
                  <a:srgbClr val="FFC000"/>
                </a:solidFill>
                <a:latin typeface="Arial"/>
                <a:cs typeface="Arial"/>
              </a:rPr>
              <a:t>general</a:t>
            </a:r>
            <a:r>
              <a:rPr sz="3200" i="1" spc="-2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C000"/>
                </a:solidFill>
                <a:latin typeface="Arial"/>
                <a:cs typeface="Arial"/>
              </a:rPr>
              <a:t>considerations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4404" y="1908048"/>
            <a:ext cx="8652510" cy="3507740"/>
            <a:chOff x="184404" y="1908048"/>
            <a:chExt cx="8652510" cy="350774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4404" y="1908048"/>
              <a:ext cx="1799082" cy="7338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6776" y="1908048"/>
              <a:ext cx="712469" cy="7338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05583" y="1908048"/>
              <a:ext cx="1393697" cy="73380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2571" y="1908048"/>
              <a:ext cx="2039874" cy="73380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4404" y="2601468"/>
              <a:ext cx="1780794" cy="73380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18487" y="2601468"/>
              <a:ext cx="1541526" cy="7338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3304" y="2601468"/>
              <a:ext cx="1393697" cy="7338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861815" y="2601468"/>
              <a:ext cx="657606" cy="7338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74236" y="2601468"/>
              <a:ext cx="1541526" cy="7338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79136" y="2601468"/>
              <a:ext cx="528065" cy="7338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62015" y="2601468"/>
              <a:ext cx="1338834" cy="7338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64224" y="2601468"/>
              <a:ext cx="546353" cy="7338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73951" y="2601468"/>
              <a:ext cx="712470" cy="7338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49796" y="2601468"/>
              <a:ext cx="546353" cy="73380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59523" y="2601468"/>
              <a:ext cx="1245870" cy="73380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57160" y="2601468"/>
              <a:ext cx="1079753" cy="7338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4404" y="3294888"/>
              <a:ext cx="1596390" cy="73380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34084" y="3294888"/>
              <a:ext cx="1596390" cy="7338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85287" y="3294888"/>
              <a:ext cx="2369058" cy="7338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4404" y="3988308"/>
              <a:ext cx="1006602" cy="7338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5820" y="3988308"/>
              <a:ext cx="1744218" cy="73380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84404" y="4681727"/>
              <a:ext cx="712470" cy="73380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0247" y="4681727"/>
              <a:ext cx="546354" cy="73380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9976" y="4681727"/>
              <a:ext cx="1265682" cy="73380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90471" y="4681727"/>
              <a:ext cx="1797557" cy="7338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941320" y="4681727"/>
              <a:ext cx="1486661" cy="733806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25296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Selection</a:t>
            </a:r>
            <a:r>
              <a:rPr sz="2600" spc="-60" dirty="0"/>
              <a:t> </a:t>
            </a:r>
            <a:r>
              <a:rPr sz="2600" dirty="0"/>
              <a:t>of</a:t>
            </a:r>
            <a:r>
              <a:rPr sz="2600" spc="-35" dirty="0"/>
              <a:t> </a:t>
            </a:r>
            <a:r>
              <a:rPr sz="2600" dirty="0">
                <a:solidFill>
                  <a:srgbClr val="FF0000"/>
                </a:solidFill>
              </a:rPr>
              <a:t>proper</a:t>
            </a:r>
            <a:r>
              <a:rPr sz="2600" spc="-60" dirty="0">
                <a:solidFill>
                  <a:srgbClr val="FF0000"/>
                </a:solidFill>
              </a:rPr>
              <a:t> </a:t>
            </a:r>
            <a:r>
              <a:rPr sz="2600" spc="-10" dirty="0">
                <a:solidFill>
                  <a:srgbClr val="FF0000"/>
                </a:solidFill>
              </a:rPr>
              <a:t>technology</a:t>
            </a:r>
            <a:endParaRPr sz="2600"/>
          </a:p>
          <a:p>
            <a:pPr marL="26034" marR="5080">
              <a:lnSpc>
                <a:spcPct val="175000"/>
              </a:lnSpc>
            </a:pPr>
            <a:r>
              <a:rPr sz="2600" dirty="0"/>
              <a:t>Required</a:t>
            </a:r>
            <a:r>
              <a:rPr sz="2600" spc="-40" dirty="0"/>
              <a:t> </a:t>
            </a:r>
            <a:r>
              <a:rPr sz="2600" dirty="0">
                <a:solidFill>
                  <a:srgbClr val="FF0000"/>
                </a:solidFill>
              </a:rPr>
              <a:t>product</a:t>
            </a:r>
            <a:r>
              <a:rPr sz="2600" spc="-35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quality</a:t>
            </a:r>
            <a:r>
              <a:rPr sz="2600" spc="-25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&amp;</a:t>
            </a:r>
            <a:r>
              <a:rPr sz="2600" spc="-20" dirty="0">
                <a:solidFill>
                  <a:srgbClr val="FF0000"/>
                </a:solidFill>
              </a:rPr>
              <a:t> </a:t>
            </a:r>
            <a:r>
              <a:rPr sz="2600" dirty="0">
                <a:solidFill>
                  <a:srgbClr val="FF0000"/>
                </a:solidFill>
              </a:rPr>
              <a:t>amount</a:t>
            </a:r>
            <a:r>
              <a:rPr sz="2600" dirty="0"/>
              <a:t>:</a:t>
            </a:r>
            <a:r>
              <a:rPr sz="2600" spc="-30" dirty="0"/>
              <a:t> </a:t>
            </a:r>
            <a:r>
              <a:rPr sz="2600" spc="-10" dirty="0"/>
              <a:t>power-</a:t>
            </a:r>
            <a:r>
              <a:rPr sz="2600" spc="-20" dirty="0"/>
              <a:t>to-</a:t>
            </a:r>
            <a:r>
              <a:rPr sz="2600" dirty="0"/>
              <a:t>water</a:t>
            </a:r>
            <a:r>
              <a:rPr sz="2600" spc="-45" dirty="0"/>
              <a:t> </a:t>
            </a:r>
            <a:r>
              <a:rPr sz="2600" spc="-10" dirty="0"/>
              <a:t>ratio </a:t>
            </a:r>
            <a:r>
              <a:rPr sz="2600" dirty="0"/>
              <a:t>Specific</a:t>
            </a:r>
            <a:r>
              <a:rPr sz="2600" spc="-65" dirty="0"/>
              <a:t> </a:t>
            </a:r>
            <a:r>
              <a:rPr sz="2600" dirty="0">
                <a:solidFill>
                  <a:srgbClr val="FF0000"/>
                </a:solidFill>
              </a:rPr>
              <a:t>national</a:t>
            </a:r>
            <a:r>
              <a:rPr sz="2600" spc="-45" dirty="0">
                <a:solidFill>
                  <a:srgbClr val="FF0000"/>
                </a:solidFill>
              </a:rPr>
              <a:t> </a:t>
            </a:r>
            <a:r>
              <a:rPr sz="2600" spc="-10" dirty="0">
                <a:solidFill>
                  <a:srgbClr val="FF0000"/>
                </a:solidFill>
              </a:rPr>
              <a:t>requirements</a:t>
            </a:r>
            <a:endParaRPr sz="2600"/>
          </a:p>
          <a:p>
            <a:pPr marL="26034">
              <a:lnSpc>
                <a:spcPct val="100000"/>
              </a:lnSpc>
              <a:spcBef>
                <a:spcPts val="2345"/>
              </a:spcBef>
            </a:pPr>
            <a:r>
              <a:rPr sz="2600" dirty="0">
                <a:solidFill>
                  <a:srgbClr val="FF0000"/>
                </a:solidFill>
              </a:rPr>
              <a:t>Site</a:t>
            </a:r>
            <a:r>
              <a:rPr sz="2600" spc="-70" dirty="0">
                <a:solidFill>
                  <a:srgbClr val="FF0000"/>
                </a:solidFill>
              </a:rPr>
              <a:t> </a:t>
            </a:r>
            <a:r>
              <a:rPr sz="2600" spc="-10" dirty="0">
                <a:solidFill>
                  <a:srgbClr val="FF0000"/>
                </a:solidFill>
              </a:rPr>
              <a:t>selection</a:t>
            </a:r>
            <a:endParaRPr sz="2600"/>
          </a:p>
          <a:p>
            <a:pPr marL="26034">
              <a:lnSpc>
                <a:spcPct val="100000"/>
              </a:lnSpc>
              <a:spcBef>
                <a:spcPts val="2340"/>
              </a:spcBef>
            </a:pPr>
            <a:r>
              <a:rPr sz="2600" spc="-10" dirty="0"/>
              <a:t>In-</a:t>
            </a:r>
            <a:r>
              <a:rPr sz="2600" dirty="0"/>
              <a:t>depth</a:t>
            </a:r>
            <a:r>
              <a:rPr sz="2600" spc="-65" dirty="0"/>
              <a:t> </a:t>
            </a:r>
            <a:r>
              <a:rPr sz="2600" dirty="0">
                <a:solidFill>
                  <a:srgbClr val="FF0000"/>
                </a:solidFill>
              </a:rPr>
              <a:t>feasibility</a:t>
            </a:r>
            <a:r>
              <a:rPr sz="2600" spc="-75" dirty="0">
                <a:solidFill>
                  <a:srgbClr val="FF0000"/>
                </a:solidFill>
              </a:rPr>
              <a:t> </a:t>
            </a:r>
            <a:r>
              <a:rPr sz="2600" spc="-10" dirty="0">
                <a:solidFill>
                  <a:srgbClr val="FF0000"/>
                </a:solidFill>
              </a:rPr>
              <a:t>studies</a:t>
            </a:r>
            <a:endParaRPr sz="2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37160" y="163068"/>
            <a:ext cx="6449060" cy="1388110"/>
            <a:chOff x="137160" y="163068"/>
            <a:chExt cx="6449060" cy="13881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160" y="163068"/>
              <a:ext cx="6448805" cy="89992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60" y="650748"/>
              <a:ext cx="5293614" cy="89992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7748" y="269570"/>
            <a:ext cx="58343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Arial"/>
                <a:cs typeface="Arial"/>
              </a:rPr>
              <a:t>Coupling</a:t>
            </a:r>
            <a:r>
              <a:rPr sz="3200" i="1" spc="-4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between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NP</a:t>
            </a:r>
            <a:r>
              <a:rPr sz="3200" i="1" spc="-114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and</a:t>
            </a:r>
            <a:r>
              <a:rPr sz="3200" i="1" spc="-35" dirty="0">
                <a:latin typeface="Arial"/>
                <a:cs typeface="Arial"/>
              </a:rPr>
              <a:t> </a:t>
            </a:r>
            <a:r>
              <a:rPr sz="3200" i="1" spc="-25" dirty="0">
                <a:latin typeface="Arial"/>
                <a:cs typeface="Arial"/>
              </a:rPr>
              <a:t>DP: </a:t>
            </a:r>
            <a:r>
              <a:rPr sz="3200" i="1" dirty="0">
                <a:solidFill>
                  <a:srgbClr val="FFC000"/>
                </a:solidFill>
                <a:latin typeface="Arial"/>
                <a:cs typeface="Arial"/>
              </a:rPr>
              <a:t>technical</a:t>
            </a:r>
            <a:r>
              <a:rPr sz="3200" i="1" spc="-9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C000"/>
                </a:solidFill>
                <a:latin typeface="Arial"/>
                <a:cs typeface="Arial"/>
              </a:rPr>
              <a:t>considerations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0979" y="1556003"/>
            <a:ext cx="8315959" cy="4859655"/>
            <a:chOff x="220979" y="1556003"/>
            <a:chExt cx="8315959" cy="485965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0979" y="1556003"/>
              <a:ext cx="1575053" cy="7871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8927" y="1556003"/>
              <a:ext cx="823722" cy="787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5543" y="1556003"/>
              <a:ext cx="3041142" cy="7871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0979" y="2110739"/>
              <a:ext cx="1754886" cy="78714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8760" y="2110739"/>
              <a:ext cx="823722" cy="78714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65375" y="2110739"/>
              <a:ext cx="3772662" cy="78714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2043" y="2788932"/>
              <a:ext cx="406133" cy="52957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9807" y="2663951"/>
              <a:ext cx="1629918" cy="7338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43100" y="2663951"/>
              <a:ext cx="1340358" cy="7338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46831" y="2663951"/>
              <a:ext cx="5689854" cy="73380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2043" y="3304044"/>
              <a:ext cx="406133" cy="52957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9807" y="3179063"/>
              <a:ext cx="1465326" cy="7338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78507" y="3179063"/>
              <a:ext cx="1340358" cy="7338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82240" y="3179063"/>
              <a:ext cx="5557266" cy="7338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9807" y="3575303"/>
              <a:ext cx="2772918" cy="73380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20979" y="4091939"/>
              <a:ext cx="1751838" cy="78714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05712" y="4091939"/>
              <a:ext cx="764286" cy="78714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02891" y="4091939"/>
              <a:ext cx="6410706" cy="78714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20979" y="4518659"/>
              <a:ext cx="3201161" cy="78714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20979" y="5073395"/>
              <a:ext cx="959357" cy="78714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3231" y="5073395"/>
              <a:ext cx="814578" cy="78714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61288" y="5073395"/>
              <a:ext cx="5743194" cy="78714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20979" y="5628132"/>
              <a:ext cx="959357" cy="78714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3231" y="5628132"/>
              <a:ext cx="814578" cy="78714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61288" y="5628132"/>
              <a:ext cx="6614921" cy="787146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28650" y="1519987"/>
            <a:ext cx="7887970" cy="465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20365">
              <a:lnSpc>
                <a:spcPct val="130100"/>
              </a:lnSpc>
              <a:spcBef>
                <a:spcPts val="100"/>
              </a:spcBef>
            </a:pP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Power</a:t>
            </a:r>
            <a:r>
              <a:rPr sz="28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6FFF"/>
                </a:solidFill>
                <a:latin typeface="Arial MT"/>
                <a:cs typeface="Arial MT"/>
              </a:rPr>
              <a:t>vs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.</a:t>
            </a:r>
            <a:r>
              <a:rPr sz="2800" spc="-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heating</a:t>
            </a:r>
            <a:r>
              <a:rPr sz="28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3399"/>
                </a:solidFill>
                <a:latin typeface="Arial MT"/>
                <a:cs typeface="Arial MT"/>
              </a:rPr>
              <a:t>reactor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Parallel</a:t>
            </a:r>
            <a:r>
              <a:rPr sz="2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6FFF"/>
                </a:solidFill>
                <a:latin typeface="Arial MT"/>
                <a:cs typeface="Arial MT"/>
              </a:rPr>
              <a:t>vs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.</a:t>
            </a:r>
            <a:r>
              <a:rPr sz="2800" spc="-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series</a:t>
            </a:r>
            <a:r>
              <a:rPr sz="28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3399"/>
                </a:solidFill>
                <a:latin typeface="Arial MT"/>
                <a:cs typeface="Arial MT"/>
              </a:rPr>
              <a:t>cogeneration</a:t>
            </a:r>
            <a:endParaRPr sz="2800">
              <a:latin typeface="Arial MT"/>
              <a:cs typeface="Arial MT"/>
            </a:endParaRPr>
          </a:p>
          <a:p>
            <a:pPr marL="527685" indent="-457200">
              <a:lnSpc>
                <a:spcPct val="100000"/>
              </a:lnSpc>
              <a:spcBef>
                <a:spcPts val="944"/>
              </a:spcBef>
              <a:buClr>
                <a:srgbClr val="6699CC"/>
              </a:buClr>
              <a:buSzPct val="75000"/>
              <a:buChar char="•"/>
              <a:tabLst>
                <a:tab pos="527685" algn="l"/>
              </a:tabLst>
            </a:pPr>
            <a:r>
              <a:rPr sz="2600" dirty="0">
                <a:solidFill>
                  <a:srgbClr val="296FFF"/>
                </a:solidFill>
                <a:latin typeface="Arial MT"/>
                <a:cs typeface="Arial MT"/>
              </a:rPr>
              <a:t>Parallel</a:t>
            </a:r>
            <a:r>
              <a:rPr sz="2600" spc="-55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6FFF"/>
                </a:solidFill>
                <a:latin typeface="Arial MT"/>
                <a:cs typeface="Arial MT"/>
              </a:rPr>
              <a:t>cogen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:</a:t>
            </a:r>
            <a:r>
              <a:rPr sz="26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part</a:t>
            </a:r>
            <a:r>
              <a:rPr sz="26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of</a:t>
            </a:r>
            <a:r>
              <a:rPr sz="26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steam</a:t>
            </a:r>
            <a:r>
              <a:rPr sz="26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6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NP</a:t>
            </a:r>
            <a:r>
              <a:rPr sz="2600" spc="-9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26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part</a:t>
            </a:r>
            <a:r>
              <a:rPr sz="26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6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3399"/>
                </a:solidFill>
                <a:latin typeface="Arial MT"/>
                <a:cs typeface="Arial MT"/>
              </a:rPr>
              <a:t>DP</a:t>
            </a:r>
            <a:endParaRPr sz="2600">
              <a:latin typeface="Arial MT"/>
              <a:cs typeface="Arial MT"/>
            </a:endParaRPr>
          </a:p>
          <a:p>
            <a:pPr marL="527685" marR="390525" indent="-457200">
              <a:lnSpc>
                <a:spcPct val="100000"/>
              </a:lnSpc>
              <a:spcBef>
                <a:spcPts val="935"/>
              </a:spcBef>
              <a:buClr>
                <a:srgbClr val="6699CC"/>
              </a:buClr>
              <a:buSzPct val="75000"/>
              <a:buChar char="•"/>
              <a:tabLst>
                <a:tab pos="527685" algn="l"/>
              </a:tabLst>
            </a:pPr>
            <a:r>
              <a:rPr sz="2600" dirty="0">
                <a:solidFill>
                  <a:srgbClr val="296FFF"/>
                </a:solidFill>
                <a:latin typeface="Arial MT"/>
                <a:cs typeface="Arial MT"/>
              </a:rPr>
              <a:t>Series</a:t>
            </a:r>
            <a:r>
              <a:rPr sz="2600" spc="-40" dirty="0">
                <a:solidFill>
                  <a:srgbClr val="296FFF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6FFF"/>
                </a:solidFill>
                <a:latin typeface="Arial MT"/>
                <a:cs typeface="Arial MT"/>
              </a:rPr>
              <a:t>cogen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:</a:t>
            </a:r>
            <a:r>
              <a:rPr sz="26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expanded</a:t>
            </a:r>
            <a:r>
              <a:rPr sz="26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steam</a:t>
            </a:r>
            <a:r>
              <a:rPr sz="26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from</a:t>
            </a:r>
            <a:r>
              <a:rPr sz="26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NP</a:t>
            </a:r>
            <a:r>
              <a:rPr sz="2600" spc="-8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spc="-10" dirty="0">
                <a:solidFill>
                  <a:srgbClr val="003399"/>
                </a:solidFill>
                <a:latin typeface="Arial MT"/>
                <a:cs typeface="Arial MT"/>
              </a:rPr>
              <a:t>turbine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continues</a:t>
            </a:r>
            <a:r>
              <a:rPr sz="2600" spc="-7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03399"/>
                </a:solidFill>
                <a:latin typeface="Arial MT"/>
                <a:cs typeface="Arial MT"/>
              </a:rPr>
              <a:t>to</a:t>
            </a:r>
            <a:r>
              <a:rPr sz="26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600" spc="-25" dirty="0">
                <a:solidFill>
                  <a:srgbClr val="003399"/>
                </a:solidFill>
                <a:latin typeface="Arial MT"/>
                <a:cs typeface="Arial MT"/>
              </a:rPr>
              <a:t>DP</a:t>
            </a:r>
            <a:endParaRPr sz="2600">
              <a:latin typeface="Arial MT"/>
              <a:cs typeface="Arial MT"/>
            </a:endParaRPr>
          </a:p>
          <a:p>
            <a:pPr marL="12700" marR="447040">
              <a:lnSpc>
                <a:spcPct val="100000"/>
              </a:lnSpc>
              <a:spcBef>
                <a:spcPts val="1005"/>
              </a:spcBef>
            </a:pP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At</a:t>
            </a:r>
            <a:r>
              <a:rPr sz="2800" spc="-8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least</a:t>
            </a:r>
            <a:r>
              <a:rPr sz="28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2</a:t>
            </a:r>
            <a:r>
              <a:rPr sz="28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mechanical</a:t>
            </a:r>
            <a:r>
              <a:rPr sz="2800" spc="-7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barriers</a:t>
            </a:r>
            <a:r>
              <a:rPr sz="28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between</a:t>
            </a:r>
            <a:r>
              <a:rPr sz="28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003399"/>
                </a:solidFill>
                <a:latin typeface="Arial MT"/>
                <a:cs typeface="Arial MT"/>
              </a:rPr>
              <a:t>primary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coolant</a:t>
            </a:r>
            <a:r>
              <a:rPr sz="2800" spc="-7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28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3399"/>
                </a:solidFill>
                <a:latin typeface="Arial MT"/>
                <a:cs typeface="Arial MT"/>
              </a:rPr>
              <a:t>brine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b="1" dirty="0">
                <a:solidFill>
                  <a:srgbClr val="003399"/>
                </a:solidFill>
                <a:latin typeface="Arial"/>
                <a:cs typeface="Arial"/>
              </a:rPr>
              <a:t>DP</a:t>
            </a:r>
            <a:r>
              <a:rPr sz="28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800" spc="3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backup</a:t>
            </a:r>
            <a:r>
              <a:rPr sz="28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heat</a:t>
            </a:r>
            <a:r>
              <a:rPr sz="2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source</a:t>
            </a:r>
            <a:r>
              <a:rPr sz="2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if</a:t>
            </a:r>
            <a:r>
              <a:rPr sz="2800" spc="-5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NP</a:t>
            </a:r>
            <a:r>
              <a:rPr sz="2800" spc="-1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2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3399"/>
                </a:solidFill>
                <a:latin typeface="Arial MT"/>
                <a:cs typeface="Arial MT"/>
              </a:rPr>
              <a:t>down</a:t>
            </a: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800" b="1" dirty="0">
                <a:solidFill>
                  <a:srgbClr val="003399"/>
                </a:solidFill>
                <a:latin typeface="Arial"/>
                <a:cs typeface="Arial"/>
              </a:rPr>
              <a:t>NP</a:t>
            </a:r>
            <a:r>
              <a:rPr sz="2800" dirty="0">
                <a:solidFill>
                  <a:srgbClr val="003399"/>
                </a:solidFill>
                <a:latin typeface="Wingdings"/>
                <a:cs typeface="Wingdings"/>
              </a:rPr>
              <a:t></a:t>
            </a:r>
            <a:r>
              <a:rPr sz="2800" spc="3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backup</a:t>
            </a:r>
            <a:r>
              <a:rPr sz="28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steam</a:t>
            </a:r>
            <a:r>
              <a:rPr sz="2800" spc="-6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condenser</a:t>
            </a:r>
            <a:r>
              <a:rPr sz="2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if</a:t>
            </a:r>
            <a:r>
              <a:rPr sz="2800" spc="-6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DP</a:t>
            </a:r>
            <a:r>
              <a:rPr sz="2800" spc="-11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003399"/>
                </a:solidFill>
                <a:latin typeface="Arial MT"/>
                <a:cs typeface="Arial MT"/>
              </a:rPr>
              <a:t>is</a:t>
            </a:r>
            <a:r>
              <a:rPr sz="2800" spc="-5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003399"/>
                </a:solidFill>
                <a:latin typeface="Arial MT"/>
                <a:cs typeface="Arial MT"/>
              </a:rPr>
              <a:t>down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220" y="480059"/>
            <a:ext cx="5863590" cy="9532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90524" y="593852"/>
            <a:ext cx="532384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i="1" dirty="0">
                <a:latin typeface="Arial"/>
                <a:cs typeface="Arial"/>
              </a:rPr>
              <a:t>Additional</a:t>
            </a:r>
            <a:r>
              <a:rPr sz="3400" i="1" spc="-140" dirty="0">
                <a:latin typeface="Arial"/>
                <a:cs typeface="Arial"/>
              </a:rPr>
              <a:t> </a:t>
            </a:r>
            <a:r>
              <a:rPr sz="3400" i="1" spc="-10" dirty="0">
                <a:latin typeface="Arial"/>
                <a:cs typeface="Arial"/>
              </a:rPr>
              <a:t>considerations</a:t>
            </a:r>
            <a:endParaRPr sz="3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828" y="1455419"/>
            <a:ext cx="6990080" cy="4510405"/>
            <a:chOff x="147828" y="1455419"/>
            <a:chExt cx="6990080" cy="451040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828" y="1455419"/>
              <a:ext cx="3467862" cy="8999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608" y="2119883"/>
              <a:ext cx="546354" cy="66217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8926" y="2220468"/>
              <a:ext cx="301752" cy="3550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5068" y="2045207"/>
              <a:ext cx="4543806" cy="7871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828" y="2552700"/>
              <a:ext cx="4347210" cy="8999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608" y="3217163"/>
              <a:ext cx="546354" cy="6621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8926" y="3318002"/>
              <a:ext cx="301752" cy="3550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5068" y="3142487"/>
              <a:ext cx="5429250" cy="78714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7828" y="3649980"/>
              <a:ext cx="669797" cy="89992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3464" y="3649980"/>
              <a:ext cx="1709166" cy="89992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58467" y="3649980"/>
              <a:ext cx="779526" cy="89992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03831" y="3649980"/>
              <a:ext cx="2027682" cy="89992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608" y="4314443"/>
              <a:ext cx="546354" cy="66217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8926" y="4414977"/>
              <a:ext cx="301752" cy="35539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5068" y="4239768"/>
              <a:ext cx="6212585" cy="78714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5068" y="4666487"/>
              <a:ext cx="2468118" cy="7871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608" y="5253228"/>
              <a:ext cx="546354" cy="6621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8926" y="5354421"/>
              <a:ext cx="301752" cy="3550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5068" y="5178552"/>
              <a:ext cx="5197602" cy="787146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91998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900"/>
              </a:spcBef>
            </a:pPr>
            <a:r>
              <a:rPr dirty="0"/>
              <a:t>Seawater</a:t>
            </a:r>
            <a:r>
              <a:rPr spc="-80" dirty="0"/>
              <a:t> </a:t>
            </a:r>
            <a:r>
              <a:rPr spc="-10" dirty="0"/>
              <a:t>Intake</a:t>
            </a:r>
          </a:p>
          <a:p>
            <a:pPr marL="780415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Open</a:t>
            </a:r>
            <a:r>
              <a:rPr sz="2800" spc="-50" dirty="0"/>
              <a:t> </a:t>
            </a:r>
            <a:r>
              <a:rPr sz="2800" dirty="0"/>
              <a:t>intakes</a:t>
            </a:r>
            <a:r>
              <a:rPr sz="2800" spc="-55" dirty="0"/>
              <a:t> </a:t>
            </a:r>
            <a:r>
              <a:rPr sz="2800" dirty="0"/>
              <a:t>or</a:t>
            </a:r>
            <a:r>
              <a:rPr sz="2800" spc="-50" dirty="0"/>
              <a:t> </a:t>
            </a:r>
            <a:r>
              <a:rPr sz="2800" dirty="0"/>
              <a:t>sea</a:t>
            </a:r>
            <a:r>
              <a:rPr sz="2800" spc="-60" dirty="0"/>
              <a:t> </a:t>
            </a:r>
            <a:r>
              <a:rPr sz="2800" spc="-10" dirty="0"/>
              <a:t>wells</a:t>
            </a:r>
            <a:endParaRPr sz="2800"/>
          </a:p>
          <a:p>
            <a:pPr marL="36830">
              <a:lnSpc>
                <a:spcPct val="100000"/>
              </a:lnSpc>
              <a:spcBef>
                <a:spcPts val="750"/>
              </a:spcBef>
            </a:pPr>
            <a:r>
              <a:rPr dirty="0"/>
              <a:t>Concentrate</a:t>
            </a:r>
            <a:r>
              <a:rPr spc="-85" dirty="0"/>
              <a:t> </a:t>
            </a:r>
            <a:r>
              <a:rPr spc="-10" dirty="0"/>
              <a:t>disposal</a:t>
            </a:r>
          </a:p>
          <a:p>
            <a:pPr marL="780415">
              <a:lnSpc>
                <a:spcPct val="100000"/>
              </a:lnSpc>
              <a:spcBef>
                <a:spcPts val="690"/>
              </a:spcBef>
            </a:pPr>
            <a:r>
              <a:rPr sz="2800" dirty="0"/>
              <a:t>temperature,</a:t>
            </a:r>
            <a:r>
              <a:rPr sz="2800" spc="-125" dirty="0"/>
              <a:t> </a:t>
            </a:r>
            <a:r>
              <a:rPr sz="2800" spc="-20" dirty="0"/>
              <a:t>salinity,</a:t>
            </a:r>
            <a:r>
              <a:rPr sz="2800" spc="-155" dirty="0"/>
              <a:t> </a:t>
            </a:r>
            <a:r>
              <a:rPr sz="2800" spc="-10" dirty="0"/>
              <a:t>chemicals</a:t>
            </a:r>
            <a:endParaRPr sz="2800"/>
          </a:p>
          <a:p>
            <a:pPr marL="36830">
              <a:lnSpc>
                <a:spcPct val="100000"/>
              </a:lnSpc>
              <a:spcBef>
                <a:spcPts val="755"/>
              </a:spcBef>
            </a:pPr>
            <a:r>
              <a:rPr dirty="0">
                <a:solidFill>
                  <a:srgbClr val="FF0000"/>
                </a:solidFill>
              </a:rPr>
              <a:t>“Hybrid”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systems</a:t>
            </a:r>
          </a:p>
          <a:p>
            <a:pPr marL="780415" marR="5080">
              <a:lnSpc>
                <a:spcPct val="100000"/>
              </a:lnSpc>
              <a:spcBef>
                <a:spcPts val="685"/>
              </a:spcBef>
            </a:pPr>
            <a:r>
              <a:rPr sz="2800" dirty="0"/>
              <a:t>Combination</a:t>
            </a:r>
            <a:r>
              <a:rPr sz="2800" spc="-75" dirty="0"/>
              <a:t> </a:t>
            </a:r>
            <a:r>
              <a:rPr sz="2800" dirty="0"/>
              <a:t>of</a:t>
            </a:r>
            <a:r>
              <a:rPr sz="2800" spc="-100" dirty="0"/>
              <a:t> </a:t>
            </a:r>
            <a:r>
              <a:rPr sz="2800" dirty="0"/>
              <a:t>several</a:t>
            </a:r>
            <a:r>
              <a:rPr sz="2800" spc="-100" dirty="0"/>
              <a:t> </a:t>
            </a:r>
            <a:r>
              <a:rPr sz="2800" spc="-10" dirty="0"/>
              <a:t>desalination technologies</a:t>
            </a:r>
            <a:endParaRPr sz="2800"/>
          </a:p>
          <a:p>
            <a:pPr marL="780415">
              <a:lnSpc>
                <a:spcPct val="100000"/>
              </a:lnSpc>
              <a:spcBef>
                <a:spcPts val="675"/>
              </a:spcBef>
            </a:pPr>
            <a:r>
              <a:rPr sz="2800" dirty="0"/>
              <a:t>RO</a:t>
            </a:r>
            <a:r>
              <a:rPr sz="2800" spc="-70" dirty="0"/>
              <a:t> </a:t>
            </a:r>
            <a:r>
              <a:rPr sz="2800" dirty="0"/>
              <a:t>plus</a:t>
            </a:r>
            <a:r>
              <a:rPr sz="2800" spc="-75" dirty="0"/>
              <a:t> </a:t>
            </a:r>
            <a:r>
              <a:rPr sz="2800" dirty="0"/>
              <a:t>pure</a:t>
            </a:r>
            <a:r>
              <a:rPr sz="2800" spc="-60" dirty="0"/>
              <a:t> </a:t>
            </a:r>
            <a:r>
              <a:rPr sz="2800" dirty="0"/>
              <a:t>distillation</a:t>
            </a:r>
            <a:r>
              <a:rPr sz="2800" spc="-75" dirty="0"/>
              <a:t> </a:t>
            </a:r>
            <a:r>
              <a:rPr sz="2800" spc="-10" dirty="0"/>
              <a:t>water</a:t>
            </a:r>
            <a:endParaRPr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660" y="175260"/>
              <a:ext cx="2500884" cy="8061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87" y="1301496"/>
              <a:ext cx="6483858" cy="166801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74370" y="1508582"/>
            <a:ext cx="53200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latin typeface="Arial"/>
                <a:cs typeface="Arial"/>
              </a:rPr>
              <a:t>Environmental</a:t>
            </a:r>
            <a:endParaRPr sz="6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88" y="2215895"/>
            <a:ext cx="3438905" cy="166801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74370" y="2423540"/>
            <a:ext cx="24815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3366CC"/>
                </a:solidFill>
                <a:latin typeface="Arial"/>
                <a:cs typeface="Arial"/>
              </a:rPr>
              <a:t>Impact</a:t>
            </a:r>
            <a:endParaRPr sz="6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8179" y="4376928"/>
            <a:ext cx="4234815" cy="2363470"/>
            <a:chOff x="4488179" y="4376928"/>
            <a:chExt cx="4234815" cy="236347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1971" y="4376928"/>
              <a:ext cx="2850642" cy="8999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20511" y="4864608"/>
              <a:ext cx="3102101" cy="8999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4019" y="5352288"/>
              <a:ext cx="3228594" cy="8999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88179" y="5839963"/>
              <a:ext cx="4234433" cy="899922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728464" y="4485259"/>
            <a:ext cx="3728085" cy="19773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83665" algn="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6B6B70"/>
                </a:solidFill>
                <a:latin typeface="Cambria"/>
                <a:cs typeface="Cambria"/>
              </a:rPr>
              <a:t>Site</a:t>
            </a:r>
            <a:r>
              <a:rPr sz="3200" spc="-50" dirty="0">
                <a:solidFill>
                  <a:srgbClr val="6B6B70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6B6B70"/>
                </a:solidFill>
                <a:latin typeface="Cambria"/>
                <a:cs typeface="Cambria"/>
              </a:rPr>
              <a:t>Selection </a:t>
            </a:r>
            <a:r>
              <a:rPr sz="3200" dirty="0">
                <a:solidFill>
                  <a:srgbClr val="296FFF"/>
                </a:solidFill>
                <a:latin typeface="Cambria"/>
                <a:cs typeface="Cambria"/>
              </a:rPr>
              <a:t>Coastal</a:t>
            </a:r>
            <a:r>
              <a:rPr sz="3200" spc="-145" dirty="0">
                <a:solidFill>
                  <a:srgbClr val="296FFF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296FFF"/>
                </a:solidFill>
                <a:latin typeface="Cambria"/>
                <a:cs typeface="Cambria"/>
              </a:rPr>
              <a:t>Impact </a:t>
            </a:r>
            <a:r>
              <a:rPr sz="3200" dirty="0">
                <a:solidFill>
                  <a:srgbClr val="3366CC"/>
                </a:solidFill>
                <a:latin typeface="Cambria"/>
                <a:cs typeface="Cambria"/>
              </a:rPr>
              <a:t>Marine</a:t>
            </a:r>
            <a:r>
              <a:rPr sz="3200" spc="-15" dirty="0">
                <a:solidFill>
                  <a:srgbClr val="3366CC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3366CC"/>
                </a:solidFill>
                <a:latin typeface="Cambria"/>
                <a:cs typeface="Cambria"/>
              </a:rPr>
              <a:t>impacts </a:t>
            </a:r>
            <a:r>
              <a:rPr sz="3200" dirty="0">
                <a:solidFill>
                  <a:srgbClr val="00AFEF"/>
                </a:solidFill>
                <a:latin typeface="Cambria"/>
                <a:cs typeface="Cambria"/>
              </a:rPr>
              <a:t>Atmospheric</a:t>
            </a:r>
            <a:r>
              <a:rPr sz="3200" spc="-95" dirty="0">
                <a:solidFill>
                  <a:srgbClr val="00AFEF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00AFEF"/>
                </a:solidFill>
                <a:latin typeface="Cambria"/>
                <a:cs typeface="Cambria"/>
              </a:rPr>
              <a:t>Impacts</a:t>
            </a:r>
            <a:endParaRPr sz="3200">
              <a:latin typeface="Cambria"/>
              <a:cs typeface="Cambri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02096" y="1269491"/>
            <a:ext cx="2316479" cy="316687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1063" y="489204"/>
            <a:ext cx="6973061" cy="10096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02437" y="609727"/>
            <a:ext cx="64027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3399"/>
                </a:solidFill>
                <a:latin typeface="Arial"/>
                <a:cs typeface="Arial"/>
              </a:rPr>
              <a:t>Environmental</a:t>
            </a:r>
            <a:r>
              <a:rPr sz="3600" spc="-10" dirty="0">
                <a:solidFill>
                  <a:srgbClr val="003399"/>
                </a:solidFill>
                <a:latin typeface="Arial"/>
                <a:cs typeface="Arial"/>
              </a:rPr>
              <a:t> Consideration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8743" y="6513982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3366CC"/>
                </a:solidFill>
                <a:latin typeface="Arial MT"/>
                <a:cs typeface="Arial MT"/>
              </a:rPr>
              <a:t>34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0436" y="1287780"/>
            <a:ext cx="4062729" cy="677545"/>
            <a:chOff x="440436" y="1287780"/>
            <a:chExt cx="4062729" cy="67754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436" y="1287780"/>
              <a:ext cx="860297" cy="6774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1455" y="1287780"/>
              <a:ext cx="1520190" cy="67741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5415" y="1287780"/>
              <a:ext cx="2215134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7451" y="1287780"/>
              <a:ext cx="505205" cy="67741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18540" y="1201928"/>
            <a:ext cx="7764145" cy="95376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2400" dirty="0">
                <a:solidFill>
                  <a:srgbClr val="C00000"/>
                </a:solidFill>
                <a:latin typeface="Arial MT"/>
                <a:cs typeface="Arial MT"/>
              </a:rPr>
              <a:t>For</a:t>
            </a:r>
            <a:r>
              <a:rPr sz="2400" spc="-70" dirty="0">
                <a:solidFill>
                  <a:srgbClr val="C00000"/>
                </a:solidFill>
                <a:latin typeface="Arial MT"/>
                <a:cs typeface="Arial MT"/>
              </a:rPr>
              <a:t> </a:t>
            </a:r>
            <a:r>
              <a:rPr sz="2400" b="1" i="1" dirty="0">
                <a:solidFill>
                  <a:srgbClr val="C00000"/>
                </a:solidFill>
                <a:latin typeface="Arial"/>
                <a:cs typeface="Arial"/>
              </a:rPr>
              <a:t>Nuclear</a:t>
            </a:r>
            <a:r>
              <a:rPr sz="2400" b="1" i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Arial"/>
                <a:cs typeface="Arial"/>
              </a:rPr>
              <a:t>Desalination:</a:t>
            </a:r>
            <a:endParaRPr sz="2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969"/>
              </a:spcBef>
              <a:buFont typeface="Wingdings"/>
              <a:buChar char=""/>
              <a:tabLst>
                <a:tab pos="298450" algn="l"/>
              </a:tabLst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Environmental</a:t>
            </a:r>
            <a:r>
              <a:rPr sz="1800" b="1" spc="2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issues</a:t>
            </a:r>
            <a:r>
              <a:rPr sz="1800" b="1" spc="2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related</a:t>
            </a:r>
            <a:r>
              <a:rPr sz="1800" b="1" spc="28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1800" b="1" spc="2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desalination</a:t>
            </a:r>
            <a:r>
              <a:rPr sz="1800" b="1" spc="2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are</a:t>
            </a:r>
            <a:r>
              <a:rPr sz="1800" b="1" spc="27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a</a:t>
            </a:r>
            <a:r>
              <a:rPr sz="1800" b="1" spc="2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major</a:t>
            </a:r>
            <a:r>
              <a:rPr sz="1800" b="1" spc="2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factor</a:t>
            </a:r>
            <a:r>
              <a:rPr sz="1800" b="1" spc="28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in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90488" y="3445776"/>
            <a:ext cx="381762" cy="51128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18540" y="1992202"/>
            <a:ext cx="7765415" cy="180975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1800" b="1" spc="-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design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and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implementation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desalination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Arial"/>
                <a:cs typeface="Arial"/>
              </a:rPr>
              <a:t>technologies.</a:t>
            </a:r>
            <a:endParaRPr sz="1800">
              <a:latin typeface="Arial"/>
              <a:cs typeface="Arial"/>
            </a:endParaRPr>
          </a:p>
          <a:p>
            <a:pPr marL="297815" marR="5080" indent="-285750">
              <a:lnSpc>
                <a:spcPct val="100000"/>
              </a:lnSpc>
              <a:spcBef>
                <a:spcPts val="1080"/>
              </a:spcBef>
              <a:buFont typeface="Wingdings"/>
              <a:buChar char=""/>
              <a:tabLst>
                <a:tab pos="299085" algn="l"/>
              </a:tabLst>
            </a:pP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For</a:t>
            </a:r>
            <a:r>
              <a:rPr sz="1800" b="1" spc="11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Arial"/>
                <a:cs typeface="Arial"/>
              </a:rPr>
              <a:t>DP,</a:t>
            </a:r>
            <a:r>
              <a:rPr sz="1800" b="1" spc="1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major</a:t>
            </a:r>
            <a:r>
              <a:rPr sz="1800" b="1" spc="114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environmental</a:t>
            </a:r>
            <a:r>
              <a:rPr sz="1800" b="1" spc="1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issues</a:t>
            </a:r>
            <a:r>
              <a:rPr sz="1800" b="1" spc="10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are</a:t>
            </a:r>
            <a:r>
              <a:rPr sz="1800" b="1" spc="1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related</a:t>
            </a:r>
            <a:r>
              <a:rPr sz="1800" b="1" spc="1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to</a:t>
            </a:r>
            <a:r>
              <a:rPr sz="1800" b="1" spc="1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1800" b="1" spc="12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disposal</a:t>
            </a:r>
            <a:r>
              <a:rPr sz="1800" b="1" spc="13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0AF50"/>
                </a:solidFill>
                <a:latin typeface="Arial"/>
                <a:cs typeface="Arial"/>
              </a:rPr>
              <a:t>and 	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management</a:t>
            </a:r>
            <a:r>
              <a:rPr sz="1800" b="1" spc="-1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of</a:t>
            </a:r>
            <a:r>
              <a:rPr sz="1800" b="1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AF50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0AF50"/>
                </a:solidFill>
                <a:latin typeface="Arial"/>
                <a:cs typeface="Arial"/>
              </a:rPr>
              <a:t>concentrate.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Typically</a:t>
            </a:r>
            <a:r>
              <a:rPr sz="1800" b="1" spc="40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a</a:t>
            </a:r>
            <a:r>
              <a:rPr sz="1800" b="1" spc="42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desalination</a:t>
            </a:r>
            <a:r>
              <a:rPr sz="1800" b="1" spc="42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plant</a:t>
            </a:r>
            <a:r>
              <a:rPr sz="1800" b="1" spc="42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concentrate</a:t>
            </a:r>
            <a:r>
              <a:rPr sz="1800" b="1" spc="41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consists</a:t>
            </a:r>
            <a:r>
              <a:rPr sz="1800" b="1" spc="42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of</a:t>
            </a:r>
            <a:r>
              <a:rPr sz="1800" b="1" spc="42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the</a:t>
            </a:r>
            <a:r>
              <a:rPr sz="1800" b="1" spc="42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7E4D00"/>
                </a:solidFill>
                <a:latin typeface="Arial"/>
                <a:cs typeface="Arial"/>
              </a:rPr>
              <a:t>following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components</a:t>
            </a:r>
            <a:r>
              <a:rPr sz="1800" b="1" spc="-5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or</a:t>
            </a:r>
            <a:r>
              <a:rPr sz="1800" b="1" spc="-3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groups</a:t>
            </a:r>
            <a:r>
              <a:rPr sz="1800" b="1" spc="-4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of</a:t>
            </a:r>
            <a:r>
              <a:rPr sz="1800" b="1" spc="-3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components,</a:t>
            </a:r>
            <a:r>
              <a:rPr sz="1800" b="1" spc="-40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7E4D00"/>
                </a:solidFill>
                <a:latin typeface="Arial"/>
                <a:cs typeface="Arial"/>
              </a:rPr>
              <a:t>respectively</a:t>
            </a:r>
            <a:r>
              <a:rPr sz="1800" b="1" spc="25" dirty="0">
                <a:solidFill>
                  <a:srgbClr val="7E4D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7E4D0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8540" y="3883279"/>
            <a:ext cx="671068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high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salinity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(depends</a:t>
            </a:r>
            <a:r>
              <a:rPr sz="1800" spc="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on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recovery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rate);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heat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(in</a:t>
            </a:r>
            <a:r>
              <a:rPr sz="1800" spc="-2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thermal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desalination);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Anti-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scaling additives</a:t>
            </a:r>
            <a:r>
              <a:rPr sz="1800" spc="-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(poly-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carbonic</a:t>
            </a:r>
            <a:r>
              <a:rPr sz="1800" spc="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acids,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polyphosphates);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antifoaming</a:t>
            </a:r>
            <a:r>
              <a:rPr sz="1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additives;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antifouling</a:t>
            </a:r>
            <a:r>
              <a:rPr sz="1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additives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(mainly</a:t>
            </a:r>
            <a:r>
              <a:rPr sz="1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chlorine</a:t>
            </a:r>
            <a:r>
              <a:rPr sz="1800" spc="-3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and</a:t>
            </a:r>
            <a:r>
              <a:rPr sz="1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hypochlorite);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halogenated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organic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compounds</a:t>
            </a:r>
            <a:r>
              <a:rPr sz="1800" spc="-1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formed</a:t>
            </a:r>
            <a:r>
              <a:rPr sz="1800" spc="-4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after</a:t>
            </a:r>
            <a:r>
              <a:rPr sz="1800" spc="-4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chlorine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addition;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acid;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corrosion</a:t>
            </a:r>
            <a:r>
              <a:rPr sz="1800" spc="-35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3399"/>
                </a:solidFill>
                <a:latin typeface="Arial MT"/>
                <a:cs typeface="Arial MT"/>
              </a:rPr>
              <a:t>products</a:t>
            </a:r>
            <a:r>
              <a:rPr sz="1800" spc="-20" dirty="0">
                <a:solidFill>
                  <a:srgbClr val="00339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03399"/>
                </a:solidFill>
                <a:latin typeface="Arial MT"/>
                <a:cs typeface="Arial MT"/>
              </a:rPr>
              <a:t>(metals).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799" y="1574329"/>
            <a:ext cx="5016755" cy="477922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846321" y="3679063"/>
            <a:ext cx="1163320" cy="8267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155"/>
              </a:lnSpc>
              <a:spcBef>
                <a:spcPts val="95"/>
              </a:spcBef>
            </a:pPr>
            <a:r>
              <a:rPr sz="2800" b="1" spc="-25" dirty="0">
                <a:solidFill>
                  <a:srgbClr val="003399"/>
                </a:solidFill>
                <a:latin typeface="Cambria"/>
                <a:cs typeface="Cambria"/>
              </a:rPr>
              <a:t>ND</a:t>
            </a:r>
            <a:endParaRPr sz="2800">
              <a:latin typeface="Cambria"/>
              <a:cs typeface="Cambria"/>
            </a:endParaRPr>
          </a:p>
          <a:p>
            <a:pPr algn="ctr">
              <a:lnSpc>
                <a:spcPts val="3155"/>
              </a:lnSpc>
            </a:pPr>
            <a:r>
              <a:rPr sz="2800" b="1" spc="-10" dirty="0">
                <a:solidFill>
                  <a:srgbClr val="003399"/>
                </a:solidFill>
                <a:latin typeface="Cambria"/>
                <a:cs typeface="Cambria"/>
              </a:rPr>
              <a:t>Impact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64555" y="3944873"/>
            <a:ext cx="8629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Marine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38729" y="3842130"/>
            <a:ext cx="843280" cy="54102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02235" marR="5080" indent="-90170">
              <a:lnSpc>
                <a:spcPts val="1900"/>
              </a:lnSpc>
              <a:spcBef>
                <a:spcPts val="380"/>
              </a:spcBef>
            </a:pP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Nuclear Waste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3517" y="5443220"/>
            <a:ext cx="13747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Cambria"/>
                <a:cs typeface="Cambria"/>
              </a:rPr>
              <a:t>Atmospheric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349500" y="231394"/>
            <a:ext cx="459105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3189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Environmental</a:t>
            </a:r>
            <a:r>
              <a:rPr sz="3200" spc="-95" dirty="0"/>
              <a:t> </a:t>
            </a:r>
            <a:r>
              <a:rPr sz="3200" spc="-10" dirty="0"/>
              <a:t>Aspects </a:t>
            </a:r>
            <a:r>
              <a:rPr sz="3200" dirty="0"/>
              <a:t>for</a:t>
            </a:r>
            <a:r>
              <a:rPr sz="3200" spc="-55" dirty="0"/>
              <a:t> </a:t>
            </a:r>
            <a:r>
              <a:rPr sz="3200" dirty="0"/>
              <a:t>Nuclear</a:t>
            </a:r>
            <a:r>
              <a:rPr sz="3200" spc="-50" dirty="0"/>
              <a:t> </a:t>
            </a:r>
            <a:r>
              <a:rPr sz="3200" spc="-10" dirty="0"/>
              <a:t>Desalination</a:t>
            </a:r>
            <a:endParaRPr sz="3200"/>
          </a:p>
        </p:txBody>
      </p:sp>
      <p:sp>
        <p:nvSpPr>
          <p:cNvPr id="11" name="object 11"/>
          <p:cNvSpPr txBox="1"/>
          <p:nvPr/>
        </p:nvSpPr>
        <p:spPr>
          <a:xfrm>
            <a:off x="4058792" y="1656080"/>
            <a:ext cx="2430780" cy="11518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325245" marR="5080">
              <a:lnSpc>
                <a:spcPct val="99300"/>
              </a:lnSpc>
              <a:spcBef>
                <a:spcPts val="114"/>
              </a:spcBef>
            </a:pPr>
            <a:r>
              <a:rPr sz="1400" b="1" dirty="0">
                <a:solidFill>
                  <a:srgbClr val="FFFFFF"/>
                </a:solidFill>
                <a:latin typeface="Cambria"/>
                <a:cs typeface="Cambria"/>
              </a:rPr>
              <a:t>Site</a:t>
            </a:r>
            <a:r>
              <a:rPr sz="1400" b="1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Selection Construction </a:t>
            </a:r>
            <a:r>
              <a:rPr sz="1400" b="1" dirty="0">
                <a:solidFill>
                  <a:srgbClr val="FFFFFF"/>
                </a:solidFill>
                <a:latin typeface="Cambria"/>
                <a:cs typeface="Cambria"/>
              </a:rPr>
              <a:t>Land</a:t>
            </a:r>
            <a:r>
              <a:rPr sz="1400" b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Cambria"/>
                <a:cs typeface="Cambria"/>
              </a:rPr>
              <a:t>Use </a:t>
            </a: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Visual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ts val="2175"/>
              </a:lnSpc>
            </a:pPr>
            <a:r>
              <a:rPr sz="2000" b="1" spc="-10" dirty="0">
                <a:solidFill>
                  <a:srgbClr val="C00000"/>
                </a:solidFill>
                <a:latin typeface="Cambria"/>
                <a:cs typeface="Cambria"/>
              </a:rPr>
              <a:t>Costal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58915" y="5249417"/>
            <a:ext cx="944244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indent="-100965">
              <a:lnSpc>
                <a:spcPts val="1660"/>
              </a:lnSpc>
              <a:spcBef>
                <a:spcPts val="100"/>
              </a:spcBef>
              <a:buChar char="-"/>
              <a:tabLst>
                <a:tab pos="113664" algn="l"/>
              </a:tabLst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Intake</a:t>
            </a:r>
            <a:endParaRPr sz="1400">
              <a:latin typeface="Cambria"/>
              <a:cs typeface="Cambria"/>
            </a:endParaRPr>
          </a:p>
          <a:p>
            <a:pPr marL="113664" indent="-100965">
              <a:lnSpc>
                <a:spcPts val="1660"/>
              </a:lnSpc>
              <a:buChar char="-"/>
              <a:tabLst>
                <a:tab pos="113664" algn="l"/>
              </a:tabLst>
            </a:pPr>
            <a:r>
              <a:rPr sz="1400" b="1" spc="-10" dirty="0">
                <a:solidFill>
                  <a:srgbClr val="FFFFFF"/>
                </a:solidFill>
                <a:latin typeface="Cambria"/>
                <a:cs typeface="Cambria"/>
              </a:rPr>
              <a:t>Discharge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047" y="3709415"/>
            <a:ext cx="2049780" cy="259994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0321" rIns="0" bIns="0" rtlCol="0">
            <a:spAutoFit/>
          </a:bodyPr>
          <a:lstStyle/>
          <a:p>
            <a:pPr marL="2609850">
              <a:lnSpc>
                <a:spcPct val="100000"/>
              </a:lnSpc>
              <a:spcBef>
                <a:spcPts val="95"/>
              </a:spcBef>
            </a:pPr>
            <a:r>
              <a:rPr dirty="0"/>
              <a:t>Site</a:t>
            </a:r>
            <a:r>
              <a:rPr spc="-130" dirty="0"/>
              <a:t> </a:t>
            </a:r>
            <a:r>
              <a:rPr spc="-10" dirty="0"/>
              <a:t>Selection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01611" y="1629155"/>
            <a:ext cx="1658111" cy="210312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3963" y="1629155"/>
            <a:ext cx="6116320" cy="1630680"/>
          </a:xfrm>
          <a:prstGeom prst="rect">
            <a:avLst/>
          </a:prstGeom>
          <a:solidFill>
            <a:srgbClr val="D1F0D9"/>
          </a:solidFill>
        </p:spPr>
        <p:txBody>
          <a:bodyPr vert="horz" wrap="square" lIns="0" tIns="29209" rIns="0" bIns="0" rtlCol="0">
            <a:spAutoFit/>
          </a:bodyPr>
          <a:lstStyle/>
          <a:p>
            <a:pPr marL="91440" marR="81915">
              <a:lnSpc>
                <a:spcPct val="100000"/>
              </a:lnSpc>
              <a:spcBef>
                <a:spcPts val="229"/>
              </a:spcBef>
              <a:tabLst>
                <a:tab pos="723900" algn="l"/>
                <a:tab pos="1196340" algn="l"/>
                <a:tab pos="1350645" algn="l"/>
                <a:tab pos="1728470" algn="l"/>
                <a:tab pos="2122170" algn="l"/>
                <a:tab pos="2824480" algn="l"/>
                <a:tab pos="2879090" algn="l"/>
                <a:tab pos="3129280" algn="l"/>
                <a:tab pos="4018279" algn="l"/>
                <a:tab pos="4402455" algn="l"/>
                <a:tab pos="4606290" algn="l"/>
                <a:tab pos="5332095" algn="l"/>
                <a:tab pos="5386705" algn="l"/>
                <a:tab pos="5673725" algn="l"/>
              </a:tabLst>
            </a:pP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First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20" dirty="0">
                <a:solidFill>
                  <a:srgbClr val="003399"/>
                </a:solidFill>
                <a:latin typeface="Calibri"/>
                <a:cs typeface="Calibri"/>
              </a:rPr>
              <a:t>step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	</a:t>
            </a:r>
            <a:r>
              <a:rPr sz="2000" b="1" spc="-25" dirty="0">
                <a:solidFill>
                  <a:srgbClr val="003399"/>
                </a:solidFill>
                <a:latin typeface="Calibri"/>
                <a:cs typeface="Calibri"/>
              </a:rPr>
              <a:t>in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planning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50" dirty="0">
                <a:solidFill>
                  <a:srgbClr val="003399"/>
                </a:solidFill>
                <a:latin typeface="Calibri"/>
                <a:cs typeface="Calibri"/>
              </a:rPr>
              <a:t>a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plant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25" dirty="0">
                <a:solidFill>
                  <a:srgbClr val="003399"/>
                </a:solidFill>
                <a:latin typeface="Calibri"/>
                <a:cs typeface="Calibri"/>
              </a:rPr>
              <a:t>is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b="1" spc="-25" dirty="0">
                <a:solidFill>
                  <a:srgbClr val="003399"/>
                </a:solidFill>
                <a:latin typeface="Calibri"/>
                <a:cs typeface="Calibri"/>
              </a:rPr>
              <a:t>the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selection</a:t>
            </a:r>
            <a:r>
              <a:rPr sz="2000" b="1" spc="-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site,</a:t>
            </a:r>
            <a:r>
              <a:rPr sz="2000" b="1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Among</a:t>
            </a:r>
            <a:r>
              <a:rPr sz="2000" b="1" u="sng" spc="-55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many</a:t>
            </a:r>
            <a:r>
              <a:rPr sz="2000" b="1" u="sng" spc="-5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factors</a:t>
            </a:r>
            <a:r>
              <a:rPr sz="2000" b="1" u="sng" spc="-4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affecting</a:t>
            </a:r>
            <a:r>
              <a:rPr sz="2000" b="1" u="sng" spc="-35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003399"/>
                </a:solidFill>
                <a:uFill>
                  <a:solidFill>
                    <a:srgbClr val="003399"/>
                  </a:solidFill>
                </a:uFill>
                <a:latin typeface="Calibri"/>
                <a:cs typeface="Calibri"/>
              </a:rPr>
              <a:t>siting:</a:t>
            </a: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Available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energy,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costs,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		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transport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	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product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		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water,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discharge of</a:t>
            </a:r>
            <a:r>
              <a:rPr sz="2000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brine,</a:t>
            </a:r>
            <a:r>
              <a:rPr sz="20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but</a:t>
            </a:r>
            <a:r>
              <a:rPr sz="20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also:</a:t>
            </a:r>
            <a:r>
              <a:rPr sz="20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environmental</a:t>
            </a:r>
            <a:r>
              <a:rPr sz="20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impact</a:t>
            </a:r>
            <a:r>
              <a:rPr sz="2000" spc="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construction</a:t>
            </a:r>
            <a:r>
              <a:rPr sz="2000" spc="-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operation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20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plant.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55748" y="3826764"/>
            <a:ext cx="5977255" cy="2554605"/>
          </a:xfrm>
          <a:prstGeom prst="rect">
            <a:avLst/>
          </a:prstGeom>
          <a:solidFill>
            <a:srgbClr val="FFEBCC"/>
          </a:solidFill>
        </p:spPr>
        <p:txBody>
          <a:bodyPr vert="horz" wrap="square" lIns="0" tIns="30480" rIns="0" bIns="0" rtlCol="0">
            <a:spAutoFit/>
          </a:bodyPr>
          <a:lstStyle/>
          <a:p>
            <a:pPr marL="92075" marR="82550" algn="just">
              <a:lnSpc>
                <a:spcPct val="100000"/>
              </a:lnSpc>
              <a:spcBef>
                <a:spcPts val="240"/>
              </a:spcBef>
            </a:pP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Co-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location</a:t>
            </a:r>
            <a:r>
              <a:rPr sz="2000" b="1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with</a:t>
            </a:r>
            <a:r>
              <a:rPr sz="2000" spc="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nuclear power</a:t>
            </a:r>
            <a:r>
              <a:rPr sz="2000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offers</a:t>
            </a:r>
            <a:r>
              <a:rPr sz="20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partial</a:t>
            </a:r>
            <a:r>
              <a:rPr sz="2000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mitigation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49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desalination’s</a:t>
            </a:r>
            <a:r>
              <a:rPr sz="2000" spc="25" dirty="0">
                <a:solidFill>
                  <a:srgbClr val="003399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impacts</a:t>
            </a:r>
            <a:r>
              <a:rPr sz="2000" spc="49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on</a:t>
            </a:r>
            <a:r>
              <a:rPr sz="2000" spc="25" dirty="0">
                <a:solidFill>
                  <a:srgbClr val="003399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25" dirty="0">
                <a:solidFill>
                  <a:srgbClr val="003399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marine</a:t>
            </a:r>
            <a:r>
              <a:rPr sz="2000" spc="30" dirty="0">
                <a:solidFill>
                  <a:srgbClr val="003399"/>
                </a:solidFill>
                <a:latin typeface="Calibri"/>
                <a:cs typeface="Calibri"/>
              </a:rPr>
              <a:t> 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000" spc="484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coastal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environment,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increased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economic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competitiveness,</a:t>
            </a:r>
            <a:r>
              <a:rPr sz="2000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offers</a:t>
            </a:r>
            <a:r>
              <a:rPr sz="2000" spc="28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waste</a:t>
            </a:r>
            <a:r>
              <a:rPr sz="2000" spc="28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heat</a:t>
            </a:r>
            <a:r>
              <a:rPr sz="2000" spc="28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2000" spc="28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27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power</a:t>
            </a:r>
            <a:r>
              <a:rPr sz="2000" spc="27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plant</a:t>
            </a:r>
            <a:r>
              <a:rPr sz="2000" spc="29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as</a:t>
            </a:r>
            <a:r>
              <a:rPr sz="2000" spc="28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</a:t>
            </a:r>
            <a:r>
              <a:rPr sz="2000" spc="29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energy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source</a:t>
            </a:r>
            <a:r>
              <a:rPr sz="2000" spc="3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2000" spc="3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3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2000" spc="3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process,</a:t>
            </a:r>
            <a:r>
              <a:rPr sz="2000" spc="3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thus</a:t>
            </a:r>
            <a:r>
              <a:rPr sz="2000" spc="3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reducing</a:t>
            </a:r>
            <a:r>
              <a:rPr sz="2000" spc="3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003399"/>
                </a:solidFill>
                <a:latin typeface="Calibri"/>
                <a:cs typeface="Calibri"/>
              </a:rPr>
              <a:t>its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global</a:t>
            </a:r>
            <a:r>
              <a:rPr sz="2000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warming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impact.</a:t>
            </a:r>
            <a:endParaRPr sz="2000">
              <a:latin typeface="Calibri"/>
              <a:cs typeface="Calibri"/>
            </a:endParaRPr>
          </a:p>
          <a:p>
            <a:pPr marL="92075" marR="83185" algn="just">
              <a:lnSpc>
                <a:spcPct val="100000"/>
              </a:lnSpc>
            </a:pPr>
            <a:r>
              <a:rPr sz="2000" b="1" spc="-10" dirty="0">
                <a:solidFill>
                  <a:srgbClr val="003399"/>
                </a:solidFill>
                <a:latin typeface="Calibri"/>
                <a:cs typeface="Calibri"/>
              </a:rPr>
              <a:t>Co-</a:t>
            </a:r>
            <a:r>
              <a:rPr sz="2000" b="1" dirty="0">
                <a:solidFill>
                  <a:srgbClr val="003399"/>
                </a:solidFill>
                <a:latin typeface="Calibri"/>
                <a:cs typeface="Calibri"/>
              </a:rPr>
              <a:t>location</a:t>
            </a:r>
            <a:r>
              <a:rPr sz="2000" b="1" spc="1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involves</a:t>
            </a:r>
            <a:r>
              <a:rPr sz="2000" spc="1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additional</a:t>
            </a:r>
            <a:r>
              <a:rPr sz="2000" spc="1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issues:</a:t>
            </a:r>
            <a:r>
              <a:rPr sz="2000" spc="1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e.g.</a:t>
            </a:r>
            <a:r>
              <a:rPr sz="2000" spc="1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high</a:t>
            </a:r>
            <a:r>
              <a:rPr sz="2000" spc="1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salinity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chemical</a:t>
            </a:r>
            <a:r>
              <a:rPr sz="20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composition</a:t>
            </a:r>
            <a:r>
              <a:rPr sz="2000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3399"/>
                </a:solidFill>
                <a:latin typeface="Calibri"/>
                <a:cs typeface="Calibri"/>
              </a:rPr>
              <a:t>brine</a:t>
            </a:r>
            <a:r>
              <a:rPr sz="20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3399"/>
                </a:solidFill>
                <a:latin typeface="Calibri"/>
                <a:cs typeface="Calibri"/>
              </a:rPr>
              <a:t>discharge.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0436" y="4445508"/>
            <a:ext cx="8232775" cy="2007235"/>
          </a:xfrm>
          <a:custGeom>
            <a:avLst/>
            <a:gdLst/>
            <a:ahLst/>
            <a:cxnLst/>
            <a:rect l="l" t="t" r="r" b="b"/>
            <a:pathLst>
              <a:path w="8232775" h="2007235">
                <a:moveTo>
                  <a:pt x="8232648" y="0"/>
                </a:moveTo>
                <a:lnTo>
                  <a:pt x="0" y="0"/>
                </a:lnTo>
                <a:lnTo>
                  <a:pt x="0" y="2007107"/>
                </a:lnTo>
                <a:lnTo>
                  <a:pt x="8232648" y="2007107"/>
                </a:lnTo>
                <a:lnTo>
                  <a:pt x="8232648" y="0"/>
                </a:lnTo>
                <a:close/>
              </a:path>
            </a:pathLst>
          </a:custGeom>
          <a:solidFill>
            <a:srgbClr val="D1F0D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5008" y="2513076"/>
          <a:ext cx="8230870" cy="1777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6910"/>
                <a:gridCol w="1911350"/>
                <a:gridCol w="1832610"/>
              </a:tblGrid>
              <a:tr h="11112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F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7359">
                <a:tc rowSpan="5">
                  <a:txBody>
                    <a:bodyPr/>
                    <a:lstStyle/>
                    <a:p>
                      <a:pPr marL="257810">
                        <a:lnSpc>
                          <a:spcPts val="2295"/>
                        </a:lnSpc>
                      </a:pPr>
                      <a:r>
                        <a:rPr sz="2400" b="1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Land</a:t>
                      </a:r>
                      <a:r>
                        <a:rPr sz="2400" b="1" spc="-70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-25" dirty="0">
                          <a:solidFill>
                            <a:srgbClr val="C00000"/>
                          </a:solidFill>
                          <a:latin typeface="Cambria"/>
                          <a:cs typeface="Cambria"/>
                        </a:rPr>
                        <a:t>Use</a:t>
                      </a:r>
                      <a:endParaRPr sz="2400">
                        <a:latin typeface="Cambria"/>
                        <a:cs typeface="Cambria"/>
                      </a:endParaRPr>
                    </a:p>
                    <a:p>
                      <a:pPr marL="186055" marR="268605">
                        <a:lnSpc>
                          <a:spcPts val="1939"/>
                        </a:lnSpc>
                        <a:spcBef>
                          <a:spcPts val="920"/>
                        </a:spcBef>
                      </a:pPr>
                      <a:r>
                        <a:rPr sz="1800" b="1" i="1" u="sng" dirty="0">
                          <a:solidFill>
                            <a:srgbClr val="339933"/>
                          </a:solidFill>
                          <a:uFill>
                            <a:solidFill>
                              <a:srgbClr val="339933"/>
                            </a:solidFill>
                          </a:uFill>
                          <a:latin typeface="Calibri"/>
                          <a:cs typeface="Calibri"/>
                        </a:rPr>
                        <a:t>Example:</a:t>
                      </a:r>
                      <a:r>
                        <a:rPr sz="1800" b="1" i="1" spc="330" dirty="0">
                          <a:solidFill>
                            <a:srgbClr val="3399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Nuclear</a:t>
                      </a:r>
                      <a:r>
                        <a:rPr sz="1800" b="1" spc="-8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Desalination</a:t>
                      </a:r>
                      <a:r>
                        <a:rPr sz="1800" b="1" spc="-8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facilities</a:t>
                      </a:r>
                      <a:r>
                        <a:rPr sz="1800" b="1" spc="-7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r>
                        <a:rPr sz="1800" b="1" spc="-3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000</a:t>
                      </a:r>
                      <a:r>
                        <a:rPr sz="1800" b="1" spc="-2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800" b="1" baseline="25462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/day</a:t>
                      </a:r>
                      <a:r>
                        <a:rPr sz="1800" b="1" spc="-3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would</a:t>
                      </a:r>
                      <a:r>
                        <a:rPr sz="1800" b="1" spc="-3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require</a:t>
                      </a:r>
                      <a:r>
                        <a:rPr sz="1800" b="1" spc="33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0.2</a:t>
                      </a:r>
                      <a:r>
                        <a:rPr sz="1800" b="1" spc="-3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km</a:t>
                      </a:r>
                      <a:r>
                        <a:rPr sz="1800" b="1" spc="-37" baseline="25462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 baseline="25462">
                        <a:latin typeface="Calibri"/>
                        <a:cs typeface="Calibri"/>
                      </a:endParaRPr>
                    </a:p>
                    <a:p>
                      <a:pPr marL="186055">
                        <a:lnSpc>
                          <a:spcPts val="2050"/>
                        </a:lnSpc>
                        <a:spcBef>
                          <a:spcPts val="80"/>
                        </a:spcBef>
                      </a:pP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12</a:t>
                      </a:r>
                      <a:r>
                        <a:rPr sz="1800" b="1" spc="-3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25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510</a:t>
                      </a:r>
                      <a:r>
                        <a:rPr sz="1800" b="1" spc="-3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MW</a:t>
                      </a:r>
                      <a:r>
                        <a:rPr sz="1800" b="1" spc="-15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25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installed</a:t>
                      </a:r>
                      <a:r>
                        <a:rPr sz="1800" b="1" spc="-7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sz="1800" b="1" spc="-6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86055">
                        <a:lnSpc>
                          <a:spcPts val="2050"/>
                        </a:lnSpc>
                      </a:pP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requiring</a:t>
                      </a:r>
                      <a:r>
                        <a:rPr sz="1800" b="1" spc="-8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co-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located</a:t>
                      </a:r>
                      <a:r>
                        <a:rPr sz="1800" b="1" spc="-5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sz="1800" b="1" spc="-7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7E4D00"/>
                          </a:solidFill>
                          <a:latin typeface="Calibri"/>
                          <a:cs typeface="Calibri"/>
                        </a:rPr>
                        <a:t>generation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400" b="1" spc="-1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Method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200" b="1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Land</a:t>
                      </a:r>
                      <a:r>
                        <a:rPr sz="1200" b="1" spc="-5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use</a:t>
                      </a:r>
                      <a:r>
                        <a:rPr sz="1200" b="1" spc="-2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 (km</a:t>
                      </a:r>
                      <a:r>
                        <a:rPr sz="1200" b="1" spc="-30" baseline="24305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200" b="1" spc="-2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b="1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for</a:t>
                      </a:r>
                      <a:r>
                        <a:rPr sz="1050" b="1" spc="-1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050" b="1" spc="-1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GWe</a:t>
                      </a:r>
                      <a:r>
                        <a:rPr sz="1050" b="1" spc="-3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power</a:t>
                      </a:r>
                      <a:r>
                        <a:rPr sz="1050" b="1" spc="-35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8EFDF"/>
                          </a:solidFill>
                          <a:latin typeface="Arial"/>
                          <a:cs typeface="Arial"/>
                        </a:rPr>
                        <a:t>plant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solidFill>
                      <a:srgbClr val="003399"/>
                    </a:solidFill>
                  </a:tcPr>
                </a:tc>
              </a:tr>
              <a:tr h="2654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Solar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(photovoltaic)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20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29209" marB="0">
                    <a:solidFill>
                      <a:srgbClr val="FFFFFF"/>
                    </a:solidFill>
                  </a:tcPr>
                </a:tc>
              </a:tr>
              <a:tr h="2743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20" dirty="0">
                          <a:latin typeface="Arial MT"/>
                          <a:cs typeface="Arial MT"/>
                        </a:rPr>
                        <a:t>Wind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50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150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</a:tr>
              <a:tr h="2736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Biomass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dirty="0">
                          <a:latin typeface="Arial MT"/>
                          <a:cs typeface="Arial MT"/>
                        </a:rPr>
                        <a:t>(+</a:t>
                      </a:r>
                      <a:r>
                        <a:rPr sz="105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050" spc="-10" dirty="0">
                          <a:latin typeface="Arial MT"/>
                          <a:cs typeface="Arial MT"/>
                        </a:rPr>
                        <a:t>bio-alcohol/oil)</a:t>
                      </a:r>
                      <a:endParaRPr sz="105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4000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6000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solidFill>
                      <a:srgbClr val="FFFFFF"/>
                    </a:solidFill>
                  </a:tcPr>
                </a:tc>
              </a:tr>
              <a:tr h="2698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EB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Nuclear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-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B w="28575">
                      <a:solidFill>
                        <a:srgbClr val="00339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205">
                <a:tc gridSpan="3">
                  <a:txBody>
                    <a:bodyPr/>
                    <a:lstStyle/>
                    <a:p>
                      <a:pPr marR="892810" algn="r">
                        <a:lnSpc>
                          <a:spcPts val="665"/>
                        </a:lnSpc>
                        <a:spcBef>
                          <a:spcPts val="155"/>
                        </a:spcBef>
                      </a:pPr>
                      <a:r>
                        <a:rPr sz="900" i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Source:</a:t>
                      </a:r>
                      <a:r>
                        <a:rPr sz="900" i="1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IAEA;</a:t>
                      </a:r>
                      <a:r>
                        <a:rPr sz="900" i="1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WEC,</a:t>
                      </a:r>
                      <a:r>
                        <a:rPr sz="900" i="1" spc="-3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00" i="1" spc="-2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2007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solidFill>
                      <a:srgbClr val="FFEB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770758" y="217678"/>
            <a:ext cx="34575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Coastal</a:t>
            </a:r>
            <a:r>
              <a:rPr spc="-175" dirty="0"/>
              <a:t> </a:t>
            </a:r>
            <a:r>
              <a:rPr spc="-10" dirty="0"/>
              <a:t>Impact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45008" y="1053083"/>
            <a:ext cx="8231505" cy="1369060"/>
          </a:xfrm>
          <a:prstGeom prst="rect">
            <a:avLst/>
          </a:prstGeom>
          <a:solidFill>
            <a:srgbClr val="EFFFC2"/>
          </a:solidFill>
        </p:spPr>
        <p:txBody>
          <a:bodyPr vert="horz" wrap="square" lIns="0" tIns="28575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225"/>
              </a:spcBef>
            </a:pP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Construction</a:t>
            </a:r>
            <a:r>
              <a:rPr sz="2400" b="1" spc="-3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Impact</a:t>
            </a:r>
            <a:endParaRPr sz="2400">
              <a:latin typeface="Cambria"/>
              <a:cs typeface="Cambria"/>
            </a:endParaRPr>
          </a:p>
          <a:p>
            <a:pPr marL="384810">
              <a:lnSpc>
                <a:spcPct val="100000"/>
              </a:lnSpc>
              <a:spcBef>
                <a:spcPts val="1085"/>
              </a:spcBef>
            </a:pP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Smaller</a:t>
            </a:r>
            <a:r>
              <a:rPr sz="2000" b="1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specific</a:t>
            </a:r>
            <a:r>
              <a:rPr sz="2000" b="1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use</a:t>
            </a:r>
            <a:r>
              <a:rPr sz="2000" b="1" spc="-3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of</a:t>
            </a:r>
            <a:r>
              <a:rPr sz="20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materials</a:t>
            </a:r>
            <a:r>
              <a:rPr sz="20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(tons/MW)</a:t>
            </a:r>
            <a:r>
              <a:rPr sz="2000" b="1" spc="-5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+</a:t>
            </a:r>
            <a:r>
              <a:rPr sz="20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Smaller</a:t>
            </a:r>
            <a:r>
              <a:rPr sz="2000" b="1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construction</a:t>
            </a:r>
            <a:r>
              <a:rPr sz="2000" b="1" spc="-6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EF"/>
                </a:solidFill>
                <a:latin typeface="Calibri"/>
                <a:cs typeface="Calibri"/>
              </a:rPr>
              <a:t>area,</a:t>
            </a:r>
            <a:endParaRPr sz="2000">
              <a:latin typeface="Calibri"/>
              <a:cs typeface="Calibri"/>
            </a:endParaRPr>
          </a:p>
          <a:p>
            <a:pPr marL="384810">
              <a:lnSpc>
                <a:spcPct val="100000"/>
              </a:lnSpc>
              <a:spcBef>
                <a:spcPts val="120"/>
              </a:spcBef>
            </a:pPr>
            <a:r>
              <a:rPr sz="2000" b="1" spc="-35" dirty="0">
                <a:solidFill>
                  <a:srgbClr val="FF0000"/>
                </a:solidFill>
                <a:latin typeface="Arial"/>
                <a:cs typeface="Arial"/>
              </a:rPr>
              <a:t>Yet,</a:t>
            </a:r>
            <a:r>
              <a:rPr sz="2000" b="1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AFEF"/>
                </a:solidFill>
                <a:latin typeface="Calibri"/>
                <a:cs typeface="Calibri"/>
              </a:rPr>
              <a:t>Potential</a:t>
            </a:r>
            <a:r>
              <a:rPr sz="2000" b="1" spc="-7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for</a:t>
            </a:r>
            <a:r>
              <a:rPr sz="2000" b="1" spc="-2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longer</a:t>
            </a:r>
            <a:r>
              <a:rPr sz="2000" b="1" spc="-4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AFEF"/>
                </a:solidFill>
                <a:latin typeface="Calibri"/>
                <a:cs typeface="Calibri"/>
              </a:rPr>
              <a:t>construction</a:t>
            </a:r>
            <a:r>
              <a:rPr sz="2000" b="1" spc="-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AFEF"/>
                </a:solidFill>
                <a:latin typeface="Calibri"/>
                <a:cs typeface="Calibri"/>
              </a:rPr>
              <a:t>period</a:t>
            </a:r>
            <a:r>
              <a:rPr sz="2400" b="1" spc="-10" dirty="0">
                <a:solidFill>
                  <a:srgbClr val="00AFE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320" y="4526407"/>
            <a:ext cx="20758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C00000"/>
                </a:solidFill>
                <a:latin typeface="Cambria"/>
                <a:cs typeface="Cambria"/>
              </a:rPr>
              <a:t>Visual</a:t>
            </a:r>
            <a:r>
              <a:rPr sz="2400" b="1" spc="-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Cambria"/>
                <a:cs typeface="Cambria"/>
              </a:rPr>
              <a:t>Impacts</a:t>
            </a:r>
            <a:endParaRPr sz="24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75232" y="4581144"/>
            <a:ext cx="4380230" cy="2098675"/>
            <a:chOff x="1475232" y="4581144"/>
            <a:chExt cx="4380230" cy="20986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25011" y="4581144"/>
              <a:ext cx="2330195" cy="15544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5232" y="5023104"/>
              <a:ext cx="1728216" cy="165658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55904" y="6021323"/>
            <a:ext cx="2272665" cy="2438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1540"/>
              </a:lnSpc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Serpa</a:t>
            </a:r>
            <a:r>
              <a:rPr sz="1400" b="1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(P)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7E7E7E"/>
                </a:solidFill>
                <a:latin typeface="Calibri"/>
                <a:cs typeface="Calibri"/>
              </a:rPr>
              <a:t>solar</a:t>
            </a:r>
            <a:r>
              <a:rPr sz="1400" b="1" spc="-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power</a:t>
            </a:r>
            <a:r>
              <a:rPr sz="1400" b="1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plant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95344" y="5708903"/>
            <a:ext cx="2333625" cy="2851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33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Palm</a:t>
            </a:r>
            <a:r>
              <a:rPr sz="1400" b="1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Springs</a:t>
            </a:r>
            <a:r>
              <a:rPr sz="1400" b="1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(US)</a:t>
            </a:r>
            <a:r>
              <a:rPr sz="1400" b="1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9933"/>
                </a:solidFill>
                <a:latin typeface="Calibri"/>
                <a:cs typeface="Calibri"/>
              </a:rPr>
              <a:t>wind</a:t>
            </a:r>
            <a:r>
              <a:rPr sz="1400" b="1" spc="-25" dirty="0">
                <a:solidFill>
                  <a:srgbClr val="339933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farm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60819" y="4767071"/>
            <a:ext cx="1991868" cy="151942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12179" y="4986528"/>
            <a:ext cx="1728470" cy="2870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3970" rIns="0" bIns="0" rtlCol="0">
            <a:spAutoFit/>
          </a:bodyPr>
          <a:lstStyle/>
          <a:p>
            <a:pPr marL="434975">
              <a:lnSpc>
                <a:spcPct val="100000"/>
              </a:lnSpc>
              <a:spcBef>
                <a:spcPts val="110"/>
              </a:spcBef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Paluel</a:t>
            </a:r>
            <a:r>
              <a:rPr sz="14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(F)</a:t>
            </a:r>
            <a:r>
              <a:rPr sz="14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85A2DF"/>
                </a:solidFill>
                <a:latin typeface="Calibri"/>
                <a:cs typeface="Calibri"/>
              </a:rPr>
              <a:t>NPP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40770"/>
            <a:ext cx="8772525" cy="4017645"/>
            <a:chOff x="0" y="2840770"/>
            <a:chExt cx="8772525" cy="40176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70931" y="4707636"/>
              <a:ext cx="2982467" cy="16931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95443" y="4652772"/>
              <a:ext cx="4076700" cy="40005"/>
            </a:xfrm>
            <a:custGeom>
              <a:avLst/>
              <a:gdLst/>
              <a:ahLst/>
              <a:cxnLst/>
              <a:rect l="l" t="t" r="r" b="b"/>
              <a:pathLst>
                <a:path w="4076700" h="40004">
                  <a:moveTo>
                    <a:pt x="0" y="39623"/>
                  </a:moveTo>
                  <a:lnTo>
                    <a:pt x="4076700" y="39623"/>
                  </a:lnTo>
                  <a:lnTo>
                    <a:pt x="4076700" y="0"/>
                  </a:lnTo>
                  <a:lnTo>
                    <a:pt x="0" y="0"/>
                  </a:lnTo>
                  <a:lnTo>
                    <a:pt x="0" y="396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0931" y="2840770"/>
              <a:ext cx="3165339" cy="177161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128895" y="2580004"/>
            <a:ext cx="1586865" cy="475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800" b="1" spc="-10" dirty="0">
                <a:solidFill>
                  <a:srgbClr val="3366CC"/>
                </a:solidFill>
                <a:latin typeface="Calibri"/>
                <a:cs typeface="Calibri"/>
              </a:rPr>
              <a:t>Entrainment</a:t>
            </a:r>
            <a:r>
              <a:rPr sz="1800" b="1" spc="-25" dirty="0">
                <a:solidFill>
                  <a:srgbClr val="3366CC"/>
                </a:solidFill>
                <a:latin typeface="Calibri"/>
                <a:cs typeface="Calibri"/>
              </a:rPr>
              <a:t> and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2050"/>
              </a:lnSpc>
            </a:pPr>
            <a:r>
              <a:rPr sz="1800" b="1" spc="-10" dirty="0">
                <a:solidFill>
                  <a:srgbClr val="3366CC"/>
                </a:solidFill>
                <a:latin typeface="Calibri"/>
                <a:cs typeface="Calibri"/>
              </a:rPr>
              <a:t>impingement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52043" y="2060448"/>
            <a:ext cx="4076700" cy="2552700"/>
            <a:chOff x="352043" y="2060448"/>
            <a:chExt cx="4076700" cy="2552700"/>
          </a:xfrm>
        </p:grpSpPr>
        <p:sp>
          <p:nvSpPr>
            <p:cNvPr id="11" name="object 11"/>
            <p:cNvSpPr/>
            <p:nvPr/>
          </p:nvSpPr>
          <p:spPr>
            <a:xfrm>
              <a:off x="352043" y="2060448"/>
              <a:ext cx="4076700" cy="2552700"/>
            </a:xfrm>
            <a:custGeom>
              <a:avLst/>
              <a:gdLst/>
              <a:ahLst/>
              <a:cxnLst/>
              <a:rect l="l" t="t" r="r" b="b"/>
              <a:pathLst>
                <a:path w="4076700" h="2552700">
                  <a:moveTo>
                    <a:pt x="4076700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4076700" y="2552700"/>
                  </a:lnTo>
                  <a:lnTo>
                    <a:pt x="4076700" y="0"/>
                  </a:lnTo>
                  <a:close/>
                </a:path>
              </a:pathLst>
            </a:custGeom>
            <a:solidFill>
              <a:srgbClr val="FF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9515" y="2781300"/>
              <a:ext cx="3240405" cy="523240"/>
            </a:xfrm>
            <a:custGeom>
              <a:avLst/>
              <a:gdLst/>
              <a:ahLst/>
              <a:cxnLst/>
              <a:rect l="l" t="t" r="r" b="b"/>
              <a:pathLst>
                <a:path w="3240404" h="523239">
                  <a:moveTo>
                    <a:pt x="3240024" y="0"/>
                  </a:moveTo>
                  <a:lnTo>
                    <a:pt x="0" y="0"/>
                  </a:lnTo>
                  <a:lnTo>
                    <a:pt x="0" y="522732"/>
                  </a:lnTo>
                  <a:lnTo>
                    <a:pt x="3240024" y="522732"/>
                  </a:lnTo>
                  <a:lnTo>
                    <a:pt x="324002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701" rIns="0" bIns="0" rtlCol="0">
            <a:spAutoFit/>
          </a:bodyPr>
          <a:lstStyle/>
          <a:p>
            <a:pPr marL="2550160">
              <a:lnSpc>
                <a:spcPct val="100000"/>
              </a:lnSpc>
              <a:spcBef>
                <a:spcPts val="95"/>
              </a:spcBef>
            </a:pPr>
            <a:r>
              <a:rPr dirty="0"/>
              <a:t>Marine</a:t>
            </a:r>
            <a:r>
              <a:rPr spc="-150" dirty="0"/>
              <a:t> </a:t>
            </a:r>
            <a:r>
              <a:rPr spc="-10" dirty="0"/>
              <a:t>impacts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52043" y="1196339"/>
            <a:ext cx="8517890" cy="646430"/>
          </a:xfrm>
          <a:prstGeom prst="rect">
            <a:avLst/>
          </a:prstGeom>
          <a:solidFill>
            <a:srgbClr val="D1F0D9"/>
          </a:solidFill>
        </p:spPr>
        <p:txBody>
          <a:bodyPr vert="horz" wrap="square" lIns="0" tIns="31114" rIns="0" bIns="0" rtlCol="0">
            <a:spAutoFit/>
          </a:bodyPr>
          <a:lstStyle/>
          <a:p>
            <a:pPr marL="2395220" marR="288290" indent="-2103755">
              <a:lnSpc>
                <a:spcPct val="100000"/>
              </a:lnSpc>
              <a:spcBef>
                <a:spcPts val="244"/>
              </a:spcBef>
            </a:pP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Desalination</a:t>
            </a:r>
            <a:r>
              <a:rPr sz="1800" b="1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impacts</a:t>
            </a:r>
            <a:r>
              <a:rPr sz="1800" b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the</a:t>
            </a:r>
            <a:r>
              <a:rPr sz="18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marine</a:t>
            </a:r>
            <a:r>
              <a:rPr sz="1800" b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99"/>
                </a:solidFill>
                <a:latin typeface="Calibri"/>
                <a:cs typeface="Calibri"/>
              </a:rPr>
              <a:t>environment</a:t>
            </a:r>
            <a:r>
              <a:rPr sz="1800" b="1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through</a:t>
            </a:r>
            <a:r>
              <a:rPr sz="18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two</a:t>
            </a:r>
            <a:r>
              <a:rPr sz="1800" b="1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major</a:t>
            </a:r>
            <a:r>
              <a:rPr sz="18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99"/>
                </a:solidFill>
                <a:latin typeface="Calibri"/>
                <a:cs typeface="Calibri"/>
              </a:rPr>
              <a:t>operation</a:t>
            </a:r>
            <a:r>
              <a:rPr sz="1800" b="1" spc="-6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3399"/>
                </a:solidFill>
                <a:latin typeface="Calibri"/>
                <a:cs typeface="Calibri"/>
              </a:rPr>
              <a:t>phases: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seawater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intake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18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effluent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discharge</a:t>
            </a:r>
            <a:r>
              <a:rPr sz="1800" b="1" spc="-10" dirty="0">
                <a:solidFill>
                  <a:srgbClr val="003399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8255" y="2802382"/>
            <a:ext cx="300990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3366CC"/>
                </a:solidFill>
                <a:latin typeface="Calibri"/>
                <a:cs typeface="Calibri"/>
              </a:rPr>
              <a:t>Withdrawal</a:t>
            </a:r>
            <a:r>
              <a:rPr sz="1400" b="1" spc="-4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66CC"/>
                </a:solidFill>
                <a:latin typeface="Calibri"/>
                <a:cs typeface="Calibri"/>
              </a:rPr>
              <a:t>needs</a:t>
            </a:r>
            <a:r>
              <a:rPr sz="1400" b="1" spc="-2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66CC"/>
                </a:solidFill>
                <a:latin typeface="Calibri"/>
                <a:cs typeface="Calibri"/>
              </a:rPr>
              <a:t>for</a:t>
            </a:r>
            <a:r>
              <a:rPr sz="1400" b="1" spc="-1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66CC"/>
                </a:solidFill>
                <a:latin typeface="Calibri"/>
                <a:cs typeface="Calibri"/>
              </a:rPr>
              <a:t>the</a:t>
            </a:r>
            <a:r>
              <a:rPr sz="1400" b="1" spc="-5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libri"/>
                <a:cs typeface="Calibri"/>
              </a:rPr>
              <a:t>Once-through 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cooling</a:t>
            </a:r>
            <a:r>
              <a:rPr sz="1400" b="1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Calibri"/>
                <a:cs typeface="Calibri"/>
              </a:rPr>
              <a:t>(OTC)</a:t>
            </a:r>
            <a:r>
              <a:rPr sz="14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sz="1400" b="1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Nuclear</a:t>
            </a:r>
            <a:r>
              <a:rPr sz="1400" b="1" spc="-4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66CC"/>
                </a:solidFill>
                <a:latin typeface="Calibri"/>
                <a:cs typeface="Calibri"/>
              </a:rPr>
              <a:t>are</a:t>
            </a:r>
            <a:r>
              <a:rPr sz="1400" b="1" spc="-60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366CC"/>
                </a:solidFill>
                <a:latin typeface="Calibri"/>
                <a:cs typeface="Calibri"/>
              </a:rPr>
              <a:t>the</a:t>
            </a:r>
            <a:r>
              <a:rPr sz="1400" b="1" spc="-45" dirty="0">
                <a:solidFill>
                  <a:srgbClr val="3366CC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366CC"/>
                </a:solidFill>
                <a:latin typeface="Calibri"/>
                <a:cs typeface="Calibri"/>
              </a:rPr>
              <a:t>highest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4736" y="2111501"/>
            <a:ext cx="2131695" cy="51117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8890">
              <a:lnSpc>
                <a:spcPts val="1910"/>
              </a:lnSpc>
              <a:spcBef>
                <a:spcPts val="165"/>
              </a:spcBef>
            </a:pPr>
            <a:r>
              <a:rPr sz="1600" dirty="0">
                <a:latin typeface="Tahoma"/>
                <a:cs typeface="Tahoma"/>
              </a:rPr>
              <a:t>Possible</a:t>
            </a:r>
            <a:r>
              <a:rPr sz="1600" spc="16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environmental </a:t>
            </a:r>
            <a:r>
              <a:rPr sz="1600" dirty="0">
                <a:latin typeface="Tahoma"/>
                <a:cs typeface="Tahoma"/>
              </a:rPr>
              <a:t>impacts</a:t>
            </a:r>
            <a:r>
              <a:rPr sz="1600" spc="-4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7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water</a:t>
            </a:r>
            <a:r>
              <a:rPr sz="1600" spc="-35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intake</a:t>
            </a:r>
            <a:endParaRPr sz="1600">
              <a:latin typeface="Tahoma"/>
              <a:cs typeface="Tahoma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980122" y="3438271"/>
          <a:ext cx="2807335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815"/>
                <a:gridCol w="724535"/>
                <a:gridCol w="1149985"/>
              </a:tblGrid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OTC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Cooling</a:t>
                      </a:r>
                      <a:r>
                        <a:rPr sz="1200" b="1" spc="-4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towers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Nuclear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95</a:t>
                      </a:r>
                      <a:r>
                        <a:rPr sz="1200" spc="-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200" spc="-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230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– </a:t>
                      </a:r>
                      <a:r>
                        <a:rPr sz="1200" spc="-5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1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Fossil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76</a:t>
                      </a:r>
                      <a:r>
                        <a:rPr sz="1200" spc="-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sz="1200" spc="-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190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NG/Oil</a:t>
                      </a:r>
                      <a:r>
                        <a:rPr sz="1200" b="1" spc="-4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CC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29 -</a:t>
                      </a:r>
                      <a:r>
                        <a:rPr sz="1200" spc="27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35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76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0" dirty="0">
                          <a:solidFill>
                            <a:srgbClr val="00339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9900"/>
                      </a:solidFill>
                      <a:prstDash val="solid"/>
                    </a:lnL>
                    <a:lnR w="12700">
                      <a:solidFill>
                        <a:srgbClr val="FF9900"/>
                      </a:solidFill>
                      <a:prstDash val="solid"/>
                    </a:lnR>
                    <a:lnT w="12700">
                      <a:solidFill>
                        <a:srgbClr val="FF9900"/>
                      </a:solidFill>
                      <a:prstDash val="solid"/>
                    </a:lnT>
                    <a:lnB w="12700">
                      <a:solidFill>
                        <a:srgbClr val="FF99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330708" y="2060448"/>
            <a:ext cx="8539480" cy="4368165"/>
            <a:chOff x="330708" y="2060448"/>
            <a:chExt cx="8539480" cy="4368165"/>
          </a:xfrm>
        </p:grpSpPr>
        <p:sp>
          <p:nvSpPr>
            <p:cNvPr id="19" name="object 19"/>
            <p:cNvSpPr/>
            <p:nvPr/>
          </p:nvSpPr>
          <p:spPr>
            <a:xfrm>
              <a:off x="4693919" y="2060448"/>
              <a:ext cx="4175760" cy="2552700"/>
            </a:xfrm>
            <a:custGeom>
              <a:avLst/>
              <a:gdLst/>
              <a:ahLst/>
              <a:cxnLst/>
              <a:rect l="l" t="t" r="r" b="b"/>
              <a:pathLst>
                <a:path w="4175759" h="2552700">
                  <a:moveTo>
                    <a:pt x="4175760" y="0"/>
                  </a:moveTo>
                  <a:lnTo>
                    <a:pt x="0" y="0"/>
                  </a:lnTo>
                  <a:lnTo>
                    <a:pt x="0" y="2552700"/>
                  </a:lnTo>
                  <a:lnTo>
                    <a:pt x="4175760" y="2552700"/>
                  </a:lnTo>
                  <a:lnTo>
                    <a:pt x="4175760" y="0"/>
                  </a:lnTo>
                  <a:close/>
                </a:path>
              </a:pathLst>
            </a:custGeom>
            <a:solidFill>
              <a:srgbClr val="FFEB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30708" y="4700016"/>
              <a:ext cx="4076700" cy="1728470"/>
            </a:xfrm>
            <a:custGeom>
              <a:avLst/>
              <a:gdLst/>
              <a:ahLst/>
              <a:cxnLst/>
              <a:rect l="l" t="t" r="r" b="b"/>
              <a:pathLst>
                <a:path w="4076700" h="1728470">
                  <a:moveTo>
                    <a:pt x="4076700" y="0"/>
                  </a:moveTo>
                  <a:lnTo>
                    <a:pt x="0" y="0"/>
                  </a:lnTo>
                  <a:lnTo>
                    <a:pt x="0" y="1728216"/>
                  </a:lnTo>
                  <a:lnTo>
                    <a:pt x="4076700" y="1728216"/>
                  </a:lnTo>
                  <a:lnTo>
                    <a:pt x="4076700" y="0"/>
                  </a:lnTo>
                  <a:close/>
                </a:path>
              </a:pathLst>
            </a:custGeom>
            <a:solidFill>
              <a:srgbClr val="E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23088" y="4700015"/>
            <a:ext cx="4084320" cy="174498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765175">
              <a:lnSpc>
                <a:spcPct val="100000"/>
              </a:lnSpc>
              <a:spcBef>
                <a:spcPts val="1400"/>
              </a:spcBef>
            </a:pPr>
            <a:r>
              <a:rPr sz="1800" dirty="0">
                <a:latin typeface="Tahoma"/>
                <a:cs typeface="Tahoma"/>
              </a:rPr>
              <a:t>Strategies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Mitigation</a:t>
            </a:r>
            <a:endParaRPr sz="1800">
              <a:latin typeface="Tahoma"/>
              <a:cs typeface="Tahoma"/>
            </a:endParaRPr>
          </a:p>
          <a:p>
            <a:pPr marL="412750" marR="317500">
              <a:lnSpc>
                <a:spcPct val="154400"/>
              </a:lnSpc>
              <a:spcBef>
                <a:spcPts val="85"/>
              </a:spcBef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Dry-</a:t>
            </a:r>
            <a:r>
              <a:rPr sz="1400" b="1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and/or</a:t>
            </a:r>
            <a:r>
              <a:rPr sz="1400" b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wet-cooling</a:t>
            </a:r>
            <a:r>
              <a:rPr sz="14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 Nuclear, </a:t>
            </a:r>
            <a:r>
              <a:rPr sz="1400" b="1" spc="-25" dirty="0">
                <a:solidFill>
                  <a:srgbClr val="003399"/>
                </a:solidFill>
                <a:latin typeface="Calibri"/>
                <a:cs typeface="Calibri"/>
              </a:rPr>
              <a:t>and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Indirect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intake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systems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for</a:t>
            </a:r>
            <a:r>
              <a:rPr sz="1400" b="1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desalination,</a:t>
            </a:r>
            <a:r>
              <a:rPr sz="1400" b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3399"/>
                </a:solidFill>
                <a:latin typeface="Calibri"/>
                <a:cs typeface="Calibri"/>
              </a:rPr>
              <a:t>or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Intake</a:t>
            </a:r>
            <a:r>
              <a:rPr sz="14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1400" b="1" spc="-4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areas</a:t>
            </a:r>
            <a:r>
              <a:rPr sz="1400" b="1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with</a:t>
            </a:r>
            <a:r>
              <a:rPr sz="1400" b="1" spc="26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low</a:t>
            </a:r>
            <a:r>
              <a:rPr sz="14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biological</a:t>
            </a:r>
            <a:r>
              <a:rPr sz="14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activity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3920" y="2060448"/>
            <a:ext cx="4175760" cy="255270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150620" marR="1035050" indent="-105410">
              <a:lnSpc>
                <a:spcPts val="1910"/>
              </a:lnSpc>
              <a:spcBef>
                <a:spcPts val="570"/>
              </a:spcBef>
            </a:pPr>
            <a:r>
              <a:rPr sz="1600" dirty="0">
                <a:latin typeface="Tahoma"/>
                <a:cs typeface="Tahoma"/>
              </a:rPr>
              <a:t>Possible</a:t>
            </a:r>
            <a:r>
              <a:rPr sz="1600" spc="16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environmental </a:t>
            </a:r>
            <a:r>
              <a:rPr sz="1600" dirty="0">
                <a:latin typeface="Tahoma"/>
                <a:cs typeface="Tahoma"/>
              </a:rPr>
              <a:t>impacts</a:t>
            </a:r>
            <a:r>
              <a:rPr sz="1600" spc="-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of</a:t>
            </a:r>
            <a:r>
              <a:rPr sz="1600" spc="-30" dirty="0">
                <a:latin typeface="Tahoma"/>
                <a:cs typeface="Tahoma"/>
              </a:rPr>
              <a:t> </a:t>
            </a:r>
            <a:r>
              <a:rPr sz="1600" spc="-10" dirty="0">
                <a:latin typeface="Tahoma"/>
                <a:cs typeface="Tahoma"/>
              </a:rPr>
              <a:t>discharge</a:t>
            </a:r>
            <a:endParaRPr sz="1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>
              <a:latin typeface="Tahoma"/>
              <a:cs typeface="Tahoma"/>
            </a:endParaRPr>
          </a:p>
          <a:p>
            <a:pPr marL="340360" marR="663575">
              <a:lnSpc>
                <a:spcPct val="100000"/>
              </a:lnSpc>
              <a:spcBef>
                <a:spcPts val="5"/>
              </a:spcBef>
            </a:pPr>
            <a:r>
              <a:rPr sz="16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Elevated</a:t>
            </a:r>
            <a:r>
              <a:rPr sz="1600" b="1" u="sng" spc="-3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0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temperature</a:t>
            </a:r>
            <a:r>
              <a:rPr sz="1600" b="1" u="sng" spc="-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and</a:t>
            </a:r>
            <a:r>
              <a:rPr sz="1600" b="1" u="sng" spc="-1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salinity</a:t>
            </a:r>
            <a:r>
              <a:rPr sz="1600" b="1" u="sng" spc="-4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25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are</a:t>
            </a:r>
            <a:r>
              <a:rPr sz="1600" b="1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Calibri"/>
                <a:cs typeface="Calibri"/>
              </a:rPr>
              <a:t>aggravating</a:t>
            </a:r>
            <a:r>
              <a:rPr sz="1600" b="1" spc="-6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C00000"/>
                </a:solidFill>
                <a:latin typeface="Calibri"/>
                <a:cs typeface="Calibri"/>
              </a:rPr>
              <a:t>marine</a:t>
            </a:r>
            <a:r>
              <a:rPr sz="1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600" b="1" spc="-20" dirty="0">
                <a:solidFill>
                  <a:srgbClr val="C00000"/>
                </a:solidFill>
                <a:latin typeface="Calibri"/>
                <a:cs typeface="Calibri"/>
              </a:rPr>
              <a:t>life</a:t>
            </a:r>
            <a:endParaRPr sz="1600">
              <a:latin typeface="Calibri"/>
              <a:cs typeface="Calibri"/>
            </a:endParaRPr>
          </a:p>
          <a:p>
            <a:pPr marL="668020" indent="-287020">
              <a:lnSpc>
                <a:spcPts val="1825"/>
              </a:lnSpc>
              <a:spcBef>
                <a:spcPts val="980"/>
              </a:spcBef>
              <a:buClr>
                <a:srgbClr val="DBDBDD"/>
              </a:buClr>
              <a:buSzPct val="75000"/>
              <a:buFont typeface="Wingdings"/>
              <a:buChar char=""/>
              <a:tabLst>
                <a:tab pos="668020" algn="l"/>
              </a:tabLst>
            </a:pP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Increased</a:t>
            </a:r>
            <a:r>
              <a:rPr sz="16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mortality</a:t>
            </a:r>
            <a:r>
              <a:rPr sz="16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r>
              <a:rPr sz="16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alibri"/>
                <a:cs typeface="Calibri"/>
              </a:rPr>
              <a:t>incapacitation</a:t>
            </a:r>
            <a:endParaRPr sz="1600">
              <a:latin typeface="Calibri"/>
              <a:cs typeface="Calibri"/>
            </a:endParaRPr>
          </a:p>
          <a:p>
            <a:pPr marL="668020">
              <a:lnSpc>
                <a:spcPts val="1825"/>
              </a:lnSpc>
            </a:pP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of</a:t>
            </a:r>
            <a:r>
              <a:rPr sz="16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marine</a:t>
            </a:r>
            <a:r>
              <a:rPr sz="16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alibri"/>
                <a:cs typeface="Calibri"/>
              </a:rPr>
              <a:t>organisms</a:t>
            </a:r>
            <a:endParaRPr sz="1600">
              <a:latin typeface="Calibri"/>
              <a:cs typeface="Calibri"/>
            </a:endParaRPr>
          </a:p>
          <a:p>
            <a:pPr marL="626745" marR="497840" indent="-287020">
              <a:lnSpc>
                <a:spcPts val="1730"/>
              </a:lnSpc>
              <a:spcBef>
                <a:spcPts val="1030"/>
              </a:spcBef>
              <a:buClr>
                <a:srgbClr val="DBDBDD"/>
              </a:buClr>
              <a:buSzPct val="75000"/>
              <a:buFont typeface="Wingdings"/>
              <a:buChar char=""/>
              <a:tabLst>
                <a:tab pos="626745" algn="l"/>
              </a:tabLst>
            </a:pP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Habitat</a:t>
            </a:r>
            <a:r>
              <a:rPr sz="16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alibri"/>
                <a:cs typeface="Calibri"/>
              </a:rPr>
              <a:t>deterioration</a:t>
            </a:r>
            <a:r>
              <a:rPr sz="1600" b="1" spc="-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or</a:t>
            </a:r>
            <a:r>
              <a:rPr sz="1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alibri"/>
                <a:cs typeface="Calibri"/>
              </a:rPr>
              <a:t>undesirable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changes</a:t>
            </a:r>
            <a:r>
              <a:rPr sz="1600" b="1" spc="-3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in</a:t>
            </a:r>
            <a:r>
              <a:rPr sz="1600" b="1" spc="-4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alibri"/>
                <a:cs typeface="Calibri"/>
              </a:rPr>
              <a:t>species</a:t>
            </a:r>
            <a:r>
              <a:rPr sz="1600" b="1" spc="-5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alibri"/>
                <a:cs typeface="Calibri"/>
              </a:rPr>
              <a:t>composition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93920" y="3376167"/>
            <a:ext cx="4076700" cy="3044825"/>
            <a:chOff x="4693920" y="3376167"/>
            <a:chExt cx="4076700" cy="3044825"/>
          </a:xfrm>
        </p:grpSpPr>
        <p:sp>
          <p:nvSpPr>
            <p:cNvPr id="24" name="object 24"/>
            <p:cNvSpPr/>
            <p:nvPr/>
          </p:nvSpPr>
          <p:spPr>
            <a:xfrm>
              <a:off x="5033645" y="3376167"/>
              <a:ext cx="1932939" cy="13970"/>
            </a:xfrm>
            <a:custGeom>
              <a:avLst/>
              <a:gdLst/>
              <a:ahLst/>
              <a:cxnLst/>
              <a:rect l="l" t="t" r="r" b="b"/>
              <a:pathLst>
                <a:path w="1932940" h="13970">
                  <a:moveTo>
                    <a:pt x="1932431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1932431" y="13716"/>
                  </a:lnTo>
                  <a:lnTo>
                    <a:pt x="1932431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93920" y="4692395"/>
              <a:ext cx="4076700" cy="1728470"/>
            </a:xfrm>
            <a:custGeom>
              <a:avLst/>
              <a:gdLst/>
              <a:ahLst/>
              <a:cxnLst/>
              <a:rect l="l" t="t" r="r" b="b"/>
              <a:pathLst>
                <a:path w="4076700" h="1728470">
                  <a:moveTo>
                    <a:pt x="4076700" y="0"/>
                  </a:moveTo>
                  <a:lnTo>
                    <a:pt x="0" y="0"/>
                  </a:lnTo>
                  <a:lnTo>
                    <a:pt x="0" y="1728215"/>
                  </a:lnTo>
                  <a:lnTo>
                    <a:pt x="4076700" y="1728215"/>
                  </a:lnTo>
                  <a:lnTo>
                    <a:pt x="4076700" y="0"/>
                  </a:lnTo>
                  <a:close/>
                </a:path>
              </a:pathLst>
            </a:custGeom>
            <a:solidFill>
              <a:srgbClr val="E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693920" y="4696014"/>
            <a:ext cx="4076700" cy="1586865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757555">
              <a:lnSpc>
                <a:spcPct val="100000"/>
              </a:lnSpc>
              <a:spcBef>
                <a:spcPts val="1370"/>
              </a:spcBef>
            </a:pPr>
            <a:r>
              <a:rPr sz="1800" dirty="0">
                <a:latin typeface="Tahoma"/>
                <a:cs typeface="Tahoma"/>
              </a:rPr>
              <a:t>Strategies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for</a:t>
            </a:r>
            <a:r>
              <a:rPr sz="1800" spc="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Mitigation</a:t>
            </a:r>
            <a:endParaRPr sz="1800">
              <a:latin typeface="Tahoma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994"/>
              </a:spcBef>
            </a:pP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Commercial</a:t>
            </a:r>
            <a:r>
              <a:rPr sz="14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use</a:t>
            </a:r>
            <a:r>
              <a:rPr sz="1400" b="1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of</a:t>
            </a:r>
            <a:r>
              <a:rPr sz="1400" b="1" spc="-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the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discharged</a:t>
            </a:r>
            <a:r>
              <a:rPr sz="1400" b="1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20" dirty="0">
                <a:solidFill>
                  <a:srgbClr val="003399"/>
                </a:solidFill>
                <a:latin typeface="Calibri"/>
                <a:cs typeface="Calibri"/>
              </a:rPr>
              <a:t>brine</a:t>
            </a:r>
            <a:endParaRPr sz="1400">
              <a:latin typeface="Calibri"/>
              <a:cs typeface="Calibri"/>
            </a:endParaRPr>
          </a:p>
          <a:p>
            <a:pPr marL="405765" marR="1038225">
              <a:lnSpc>
                <a:spcPts val="1510"/>
              </a:lnSpc>
              <a:spcBef>
                <a:spcPts val="915"/>
              </a:spcBef>
            </a:pP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Dilution</a:t>
            </a:r>
            <a:r>
              <a:rPr sz="14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with</a:t>
            </a:r>
            <a:r>
              <a:rPr sz="1400" b="1" spc="-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multi-port</a:t>
            </a:r>
            <a:r>
              <a:rPr sz="1400" b="1" spc="-5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diffusers</a:t>
            </a:r>
            <a:r>
              <a:rPr sz="1400" b="1" spc="-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25" dirty="0">
                <a:solidFill>
                  <a:srgbClr val="003399"/>
                </a:solidFill>
                <a:latin typeface="Calibri"/>
                <a:cs typeface="Calibri"/>
              </a:rPr>
              <a:t>in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biologically</a:t>
            </a:r>
            <a:r>
              <a:rPr sz="1400" b="1" spc="4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insensitive</a:t>
            </a:r>
            <a:r>
              <a:rPr sz="1400" b="1" spc="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areas…</a:t>
            </a:r>
            <a:endParaRPr sz="1400">
              <a:latin typeface="Calibri"/>
              <a:cs typeface="Calibri"/>
            </a:endParaRPr>
          </a:p>
          <a:p>
            <a:pPr marR="287020" algn="ctr">
              <a:lnSpc>
                <a:spcPct val="100000"/>
              </a:lnSpc>
              <a:spcBef>
                <a:spcPts val="570"/>
              </a:spcBef>
            </a:pPr>
            <a:r>
              <a:rPr sz="1400" b="1" dirty="0">
                <a:solidFill>
                  <a:srgbClr val="003399"/>
                </a:solidFill>
                <a:latin typeface="Cambria"/>
                <a:cs typeface="Cambria"/>
              </a:rPr>
              <a:t>…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 environmentally</a:t>
            </a:r>
            <a:r>
              <a:rPr sz="1400" b="1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003399"/>
                </a:solidFill>
                <a:latin typeface="Calibri"/>
                <a:cs typeface="Calibri"/>
              </a:rPr>
              <a:t>sound</a:t>
            </a:r>
            <a:r>
              <a:rPr sz="1400" b="1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003399"/>
                </a:solidFill>
                <a:latin typeface="Calibri"/>
                <a:cs typeface="Calibri"/>
              </a:rPr>
              <a:t>intakes</a:t>
            </a:r>
            <a:r>
              <a:rPr sz="1400" b="1" spc="-10" dirty="0">
                <a:solidFill>
                  <a:srgbClr val="003399"/>
                </a:solidFill>
                <a:latin typeface="Cambria"/>
                <a:cs typeface="Cambria"/>
              </a:rPr>
              <a:t>!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9516" y="2122932"/>
            <a:ext cx="3247644" cy="2433828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23088" y="4716779"/>
            <a:ext cx="4076700" cy="1728470"/>
            <a:chOff x="323088" y="4716779"/>
            <a:chExt cx="4076700" cy="1728470"/>
          </a:xfrm>
        </p:grpSpPr>
        <p:sp>
          <p:nvSpPr>
            <p:cNvPr id="29" name="object 29"/>
            <p:cNvSpPr/>
            <p:nvPr/>
          </p:nvSpPr>
          <p:spPr>
            <a:xfrm>
              <a:off x="323088" y="4716779"/>
              <a:ext cx="4076700" cy="1728470"/>
            </a:xfrm>
            <a:custGeom>
              <a:avLst/>
              <a:gdLst/>
              <a:ahLst/>
              <a:cxnLst/>
              <a:rect l="l" t="t" r="r" b="b"/>
              <a:pathLst>
                <a:path w="4076700" h="1728470">
                  <a:moveTo>
                    <a:pt x="4076700" y="0"/>
                  </a:moveTo>
                  <a:lnTo>
                    <a:pt x="0" y="0"/>
                  </a:lnTo>
                  <a:lnTo>
                    <a:pt x="0" y="1728216"/>
                  </a:lnTo>
                  <a:lnTo>
                    <a:pt x="4076700" y="1728216"/>
                  </a:lnTo>
                  <a:lnTo>
                    <a:pt x="4076700" y="0"/>
                  </a:lnTo>
                  <a:close/>
                </a:path>
              </a:pathLst>
            </a:custGeom>
            <a:solidFill>
              <a:srgbClr val="EFFF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6696" y="4732019"/>
              <a:ext cx="2624328" cy="16383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75312"/>
            <a:ext cx="6675120" cy="4283075"/>
            <a:chOff x="0" y="2575312"/>
            <a:chExt cx="6675120" cy="4283075"/>
          </a:xfrm>
        </p:grpSpPr>
        <p:sp>
          <p:nvSpPr>
            <p:cNvPr id="3" name="object 3"/>
            <p:cNvSpPr/>
            <p:nvPr/>
          </p:nvSpPr>
          <p:spPr>
            <a:xfrm>
              <a:off x="113156" y="2575312"/>
              <a:ext cx="6562090" cy="4081779"/>
            </a:xfrm>
            <a:custGeom>
              <a:avLst/>
              <a:gdLst/>
              <a:ahLst/>
              <a:cxnLst/>
              <a:rect l="l" t="t" r="r" b="b"/>
              <a:pathLst>
                <a:path w="6562090" h="4081779">
                  <a:moveTo>
                    <a:pt x="6561805" y="0"/>
                  </a:moveTo>
                  <a:lnTo>
                    <a:pt x="0" y="0"/>
                  </a:lnTo>
                  <a:lnTo>
                    <a:pt x="0" y="4081262"/>
                  </a:lnTo>
                  <a:lnTo>
                    <a:pt x="6561805" y="4081262"/>
                  </a:lnTo>
                  <a:lnTo>
                    <a:pt x="65618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76129" y="2799879"/>
              <a:ext cx="5727065" cy="3417570"/>
            </a:xfrm>
            <a:custGeom>
              <a:avLst/>
              <a:gdLst/>
              <a:ahLst/>
              <a:cxnLst/>
              <a:rect l="l" t="t" r="r" b="b"/>
              <a:pathLst>
                <a:path w="5727065" h="3417570">
                  <a:moveTo>
                    <a:pt x="37282" y="3384778"/>
                  </a:moveTo>
                  <a:lnTo>
                    <a:pt x="37282" y="0"/>
                  </a:lnTo>
                </a:path>
                <a:path w="5727065" h="3417570">
                  <a:moveTo>
                    <a:pt x="0" y="3384778"/>
                  </a:moveTo>
                  <a:lnTo>
                    <a:pt x="37282" y="3384778"/>
                  </a:lnTo>
                </a:path>
                <a:path w="5727065" h="3417570">
                  <a:moveTo>
                    <a:pt x="0" y="2961681"/>
                  </a:moveTo>
                  <a:lnTo>
                    <a:pt x="37282" y="2961681"/>
                  </a:lnTo>
                </a:path>
                <a:path w="5727065" h="3417570">
                  <a:moveTo>
                    <a:pt x="0" y="2538584"/>
                  </a:moveTo>
                  <a:lnTo>
                    <a:pt x="37282" y="2538584"/>
                  </a:lnTo>
                </a:path>
                <a:path w="5727065" h="3417570">
                  <a:moveTo>
                    <a:pt x="0" y="2115486"/>
                  </a:moveTo>
                  <a:lnTo>
                    <a:pt x="37282" y="2115486"/>
                  </a:lnTo>
                </a:path>
                <a:path w="5727065" h="3417570">
                  <a:moveTo>
                    <a:pt x="0" y="1692389"/>
                  </a:moveTo>
                  <a:lnTo>
                    <a:pt x="37282" y="1692389"/>
                  </a:lnTo>
                </a:path>
                <a:path w="5727065" h="3417570">
                  <a:moveTo>
                    <a:pt x="0" y="1269292"/>
                  </a:moveTo>
                  <a:lnTo>
                    <a:pt x="37282" y="1269292"/>
                  </a:lnTo>
                </a:path>
                <a:path w="5727065" h="3417570">
                  <a:moveTo>
                    <a:pt x="0" y="846194"/>
                  </a:moveTo>
                  <a:lnTo>
                    <a:pt x="37282" y="846194"/>
                  </a:lnTo>
                </a:path>
                <a:path w="5727065" h="3417570">
                  <a:moveTo>
                    <a:pt x="0" y="423097"/>
                  </a:moveTo>
                  <a:lnTo>
                    <a:pt x="37282" y="423097"/>
                  </a:lnTo>
                </a:path>
                <a:path w="5727065" h="3417570">
                  <a:moveTo>
                    <a:pt x="0" y="0"/>
                  </a:moveTo>
                  <a:lnTo>
                    <a:pt x="37282" y="0"/>
                  </a:lnTo>
                </a:path>
                <a:path w="5727065" h="3417570">
                  <a:moveTo>
                    <a:pt x="37282" y="3384778"/>
                  </a:moveTo>
                  <a:lnTo>
                    <a:pt x="5726666" y="3384778"/>
                  </a:lnTo>
                </a:path>
                <a:path w="5727065" h="3417570">
                  <a:moveTo>
                    <a:pt x="37282" y="3384778"/>
                  </a:moveTo>
                  <a:lnTo>
                    <a:pt x="37282" y="3417324"/>
                  </a:lnTo>
                </a:path>
                <a:path w="5727065" h="3417570">
                  <a:moveTo>
                    <a:pt x="984270" y="3384778"/>
                  </a:moveTo>
                  <a:lnTo>
                    <a:pt x="984270" y="3417324"/>
                  </a:lnTo>
                </a:path>
                <a:path w="5727065" h="3417570">
                  <a:moveTo>
                    <a:pt x="1931258" y="3384778"/>
                  </a:moveTo>
                  <a:lnTo>
                    <a:pt x="1931258" y="3417324"/>
                  </a:lnTo>
                </a:path>
                <a:path w="5727065" h="3417570">
                  <a:moveTo>
                    <a:pt x="2878246" y="3384778"/>
                  </a:moveTo>
                  <a:lnTo>
                    <a:pt x="2878246" y="3417324"/>
                  </a:lnTo>
                </a:path>
                <a:path w="5727065" h="3417570">
                  <a:moveTo>
                    <a:pt x="3832690" y="3384778"/>
                  </a:moveTo>
                  <a:lnTo>
                    <a:pt x="3832690" y="3417324"/>
                  </a:lnTo>
                </a:path>
                <a:path w="5727065" h="3417570">
                  <a:moveTo>
                    <a:pt x="4779678" y="3384778"/>
                  </a:moveTo>
                  <a:lnTo>
                    <a:pt x="4779678" y="3417324"/>
                  </a:lnTo>
                </a:path>
                <a:path w="5727065" h="3417570">
                  <a:moveTo>
                    <a:pt x="5726666" y="3384778"/>
                  </a:moveTo>
                  <a:lnTo>
                    <a:pt x="5726666" y="3417324"/>
                  </a:lnTo>
                </a:path>
              </a:pathLst>
            </a:custGeom>
            <a:ln w="6989">
              <a:solidFill>
                <a:srgbClr val="8888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6293" y="5884995"/>
              <a:ext cx="74099" cy="655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4352" y="4937907"/>
              <a:ext cx="74099" cy="655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8788" y="3994075"/>
              <a:ext cx="74099" cy="655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3024" y="3323628"/>
              <a:ext cx="74099" cy="6557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3432" y="5549771"/>
              <a:ext cx="74099" cy="6557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1063" y="4749141"/>
              <a:ext cx="74099" cy="6557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2942" y="6015178"/>
              <a:ext cx="74099" cy="65572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371859" y="5660173"/>
            <a:ext cx="761365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50" dirty="0">
                <a:latin typeface="Calibri"/>
                <a:cs typeface="Calibri"/>
              </a:rPr>
              <a:t>Nuclear</a:t>
            </a:r>
            <a:r>
              <a:rPr sz="850" spc="25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70" dirty="0">
                <a:latin typeface="Calibri"/>
                <a:cs typeface="Calibri"/>
              </a:rPr>
              <a:t> MED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84166" y="4746499"/>
            <a:ext cx="641985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75" dirty="0">
                <a:latin typeface="Calibri"/>
                <a:cs typeface="Calibri"/>
              </a:rPr>
              <a:t>CCGT</a:t>
            </a:r>
            <a:r>
              <a:rPr sz="850" spc="-5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55" dirty="0">
                <a:latin typeface="Calibri"/>
                <a:cs typeface="Calibri"/>
              </a:rPr>
              <a:t> </a:t>
            </a:r>
            <a:r>
              <a:rPr sz="850" spc="70" dirty="0">
                <a:latin typeface="Calibri"/>
                <a:cs typeface="Calibri"/>
              </a:rPr>
              <a:t>MED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02547" y="3801582"/>
            <a:ext cx="507365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dirty="0">
                <a:latin typeface="Calibri"/>
                <a:cs typeface="Calibri"/>
              </a:rPr>
              <a:t>Oil</a:t>
            </a:r>
            <a:r>
              <a:rPr sz="850" spc="7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125" dirty="0">
                <a:latin typeface="Calibri"/>
                <a:cs typeface="Calibri"/>
              </a:rPr>
              <a:t> </a:t>
            </a:r>
            <a:r>
              <a:rPr sz="850" spc="70" dirty="0">
                <a:latin typeface="Calibri"/>
                <a:cs typeface="Calibri"/>
              </a:rPr>
              <a:t>MED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56740" y="3064091"/>
            <a:ext cx="58928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55" dirty="0">
                <a:latin typeface="Calibri"/>
                <a:cs typeface="Calibri"/>
              </a:rPr>
              <a:t>Coal</a:t>
            </a:r>
            <a:r>
              <a:rPr sz="850" spc="1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50" dirty="0">
                <a:latin typeface="Calibri"/>
                <a:cs typeface="Calibri"/>
              </a:rPr>
              <a:t> </a:t>
            </a:r>
            <a:r>
              <a:rPr sz="850" spc="70" dirty="0">
                <a:latin typeface="Calibri"/>
                <a:cs typeface="Calibri"/>
              </a:rPr>
              <a:t>MED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2684" y="5827242"/>
            <a:ext cx="661035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55" dirty="0">
                <a:latin typeface="Calibri"/>
                <a:cs typeface="Calibri"/>
              </a:rPr>
              <a:t>Nuclear</a:t>
            </a:r>
            <a:r>
              <a:rPr sz="850" spc="5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55" dirty="0">
                <a:latin typeface="Calibri"/>
                <a:cs typeface="Calibri"/>
              </a:rPr>
              <a:t> </a:t>
            </a:r>
            <a:r>
              <a:rPr sz="850" spc="45" dirty="0">
                <a:latin typeface="Calibri"/>
                <a:cs typeface="Calibri"/>
              </a:rPr>
              <a:t>RO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3636" y="5359122"/>
            <a:ext cx="54229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80" dirty="0">
                <a:latin typeface="Calibri"/>
                <a:cs typeface="Calibri"/>
              </a:rPr>
              <a:t>CCGT</a:t>
            </a:r>
            <a:r>
              <a:rPr sz="850" spc="-15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55" dirty="0">
                <a:latin typeface="Calibri"/>
                <a:cs typeface="Calibri"/>
              </a:rPr>
              <a:t> </a:t>
            </a:r>
            <a:r>
              <a:rPr sz="850" spc="45" dirty="0">
                <a:latin typeface="Calibri"/>
                <a:cs typeface="Calibri"/>
              </a:rPr>
              <a:t>RO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31093" y="4555292"/>
            <a:ext cx="48895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55" dirty="0">
                <a:latin typeface="Calibri"/>
                <a:cs typeface="Calibri"/>
              </a:rPr>
              <a:t>Coal</a:t>
            </a:r>
            <a:r>
              <a:rPr sz="850" spc="10" dirty="0">
                <a:latin typeface="Calibri"/>
                <a:cs typeface="Calibri"/>
              </a:rPr>
              <a:t> </a:t>
            </a:r>
            <a:r>
              <a:rPr sz="850" dirty="0">
                <a:latin typeface="Calibri"/>
                <a:cs typeface="Calibri"/>
              </a:rPr>
              <a:t>-</a:t>
            </a:r>
            <a:r>
              <a:rPr sz="850" spc="60" dirty="0">
                <a:latin typeface="Calibri"/>
                <a:cs typeface="Calibri"/>
              </a:rPr>
              <a:t> </a:t>
            </a:r>
            <a:r>
              <a:rPr sz="850" spc="40" dirty="0">
                <a:latin typeface="Calibri"/>
                <a:cs typeface="Calibri"/>
              </a:rPr>
              <a:t>RO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2685" y="6103611"/>
            <a:ext cx="9017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2685" y="5679158"/>
            <a:ext cx="9017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1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2685" y="5254759"/>
            <a:ext cx="9017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2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2685" y="4829979"/>
            <a:ext cx="9017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0" dirty="0">
                <a:latin typeface="Calibri"/>
                <a:cs typeface="Calibri"/>
              </a:rPr>
              <a:t>3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2685" y="3981670"/>
            <a:ext cx="90170" cy="5829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5</a:t>
            </a:r>
            <a:endParaRPr sz="8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8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850" spc="30" dirty="0">
                <a:latin typeface="Calibri"/>
                <a:cs typeface="Calibri"/>
              </a:rPr>
              <a:t>4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2685" y="3557162"/>
            <a:ext cx="9017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6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685" y="3132763"/>
            <a:ext cx="9017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7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2685" y="2708255"/>
            <a:ext cx="90170" cy="1587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50" spc="30" dirty="0">
                <a:latin typeface="Calibri"/>
                <a:cs typeface="Calibri"/>
              </a:rPr>
              <a:t>8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0727" y="6244644"/>
            <a:ext cx="24765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40" dirty="0">
                <a:latin typeface="Calibri"/>
                <a:cs typeface="Calibri"/>
              </a:rPr>
              <a:t>0.00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41443" y="6244644"/>
            <a:ext cx="2470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libri"/>
                <a:cs typeface="Calibri"/>
              </a:rPr>
              <a:t>0.50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491911" y="6244644"/>
            <a:ext cx="2470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libri"/>
                <a:cs typeface="Calibri"/>
              </a:rPr>
              <a:t>1.00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2721" y="6244644"/>
            <a:ext cx="247650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40" dirty="0">
                <a:latin typeface="Calibri"/>
                <a:cs typeface="Calibri"/>
              </a:rPr>
              <a:t>2.00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43437" y="6244644"/>
            <a:ext cx="2470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libri"/>
                <a:cs typeface="Calibri"/>
              </a:rPr>
              <a:t>2.50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93781" y="6244644"/>
            <a:ext cx="247015" cy="1593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50" spc="35" dirty="0">
                <a:latin typeface="Calibri"/>
                <a:cs typeface="Calibri"/>
              </a:rPr>
              <a:t>3.00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3980" y="4192675"/>
            <a:ext cx="156210" cy="617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080"/>
              </a:lnSpc>
            </a:pPr>
            <a:r>
              <a:rPr sz="1000" b="1" spc="-65" dirty="0">
                <a:latin typeface="Calibri"/>
                <a:cs typeface="Calibri"/>
              </a:rPr>
              <a:t>kgCO2eq/m</a:t>
            </a:r>
            <a:r>
              <a:rPr sz="975" b="1" spc="-97" baseline="25641" dirty="0">
                <a:latin typeface="Calibri"/>
                <a:cs typeface="Calibri"/>
              </a:rPr>
              <a:t>3</a:t>
            </a:r>
            <a:endParaRPr sz="975" baseline="25641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048995" y="6212018"/>
            <a:ext cx="1028065" cy="35750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380"/>
              </a:spcBef>
            </a:pPr>
            <a:r>
              <a:rPr sz="850" spc="35" dirty="0">
                <a:latin typeface="Calibri"/>
                <a:cs typeface="Calibri"/>
              </a:rPr>
              <a:t>1.50</a:t>
            </a:r>
            <a:endParaRPr sz="85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850" b="1" spc="70" dirty="0">
                <a:latin typeface="Calibri"/>
                <a:cs typeface="Calibri"/>
              </a:rPr>
              <a:t>Water</a:t>
            </a:r>
            <a:r>
              <a:rPr sz="850" b="1" spc="-15" dirty="0">
                <a:latin typeface="Calibri"/>
                <a:cs typeface="Calibri"/>
              </a:rPr>
              <a:t> </a:t>
            </a:r>
            <a:r>
              <a:rPr sz="850" b="1" spc="60" dirty="0">
                <a:latin typeface="Calibri"/>
                <a:cs typeface="Calibri"/>
              </a:rPr>
              <a:t>Cost</a:t>
            </a:r>
            <a:r>
              <a:rPr sz="850" b="1" dirty="0">
                <a:latin typeface="Calibri"/>
                <a:cs typeface="Calibri"/>
              </a:rPr>
              <a:t> </a:t>
            </a:r>
            <a:r>
              <a:rPr sz="850" b="1" spc="55" dirty="0">
                <a:latin typeface="Calibri"/>
                <a:cs typeface="Calibri"/>
              </a:rPr>
              <a:t>($/m</a:t>
            </a:r>
            <a:r>
              <a:rPr sz="825" b="1" spc="82" baseline="25252" dirty="0">
                <a:latin typeface="Calibri"/>
                <a:cs typeface="Calibri"/>
              </a:rPr>
              <a:t>3</a:t>
            </a:r>
            <a:r>
              <a:rPr sz="850" b="1" spc="55" dirty="0">
                <a:latin typeface="Calibri"/>
                <a:cs typeface="Calibri"/>
              </a:rPr>
              <a:t>)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16884" y="2578567"/>
            <a:ext cx="6554470" cy="4074795"/>
          </a:xfrm>
          <a:custGeom>
            <a:avLst/>
            <a:gdLst/>
            <a:ahLst/>
            <a:cxnLst/>
            <a:rect l="l" t="t" r="r" b="b"/>
            <a:pathLst>
              <a:path w="6554470" h="4074795">
                <a:moveTo>
                  <a:pt x="0" y="4074752"/>
                </a:moveTo>
                <a:lnTo>
                  <a:pt x="6554348" y="4074752"/>
                </a:lnTo>
                <a:lnTo>
                  <a:pt x="6554348" y="0"/>
                </a:lnTo>
                <a:lnTo>
                  <a:pt x="0" y="0"/>
                </a:lnTo>
                <a:lnTo>
                  <a:pt x="0" y="4074752"/>
                </a:lnTo>
                <a:close/>
              </a:path>
            </a:pathLst>
          </a:custGeom>
          <a:ln w="6780">
            <a:solidFill>
              <a:srgbClr val="88888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047" rIns="0" bIns="0" rtlCol="0">
            <a:spAutoFit/>
          </a:bodyPr>
          <a:lstStyle/>
          <a:p>
            <a:pPr marL="146812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Atmospheric</a:t>
            </a:r>
            <a:r>
              <a:rPr spc="-200" dirty="0"/>
              <a:t> </a:t>
            </a:r>
            <a:r>
              <a:rPr spc="-10" dirty="0"/>
              <a:t>Impacts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3498341" y="5111622"/>
            <a:ext cx="2249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3399"/>
                </a:solidFill>
                <a:latin typeface="Times New Roman"/>
                <a:cs typeface="Times New Roman"/>
              </a:rPr>
              <a:t>Nuclear</a:t>
            </a:r>
            <a:r>
              <a:rPr sz="1800" b="1" spc="-100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03399"/>
                </a:solidFill>
                <a:latin typeface="Times New Roman"/>
                <a:cs typeface="Times New Roman"/>
              </a:rPr>
              <a:t>Desalination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C3300"/>
                </a:solidFill>
                <a:latin typeface="Times New Roman"/>
                <a:cs typeface="Times New Roman"/>
              </a:rPr>
              <a:t>lowest</a:t>
            </a:r>
            <a:r>
              <a:rPr sz="1800" b="1" spc="-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CC3300"/>
                </a:solidFill>
                <a:latin typeface="Times New Roman"/>
                <a:cs typeface="Times New Roman"/>
              </a:rPr>
              <a:t>cost</a:t>
            </a:r>
            <a:r>
              <a:rPr sz="1800" b="1" spc="1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CC3300"/>
                </a:solidFill>
                <a:latin typeface="Times New Roman"/>
                <a:cs typeface="Times New Roman"/>
              </a:rPr>
              <a:t>&amp;emissions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934779" y="1196339"/>
            <a:ext cx="5864860" cy="4465320"/>
            <a:chOff x="2934779" y="1196339"/>
            <a:chExt cx="5864860" cy="4465320"/>
          </a:xfrm>
        </p:grpSpPr>
        <p:sp>
          <p:nvSpPr>
            <p:cNvPr id="42" name="object 42"/>
            <p:cNvSpPr/>
            <p:nvPr/>
          </p:nvSpPr>
          <p:spPr>
            <a:xfrm>
              <a:off x="2939542" y="5300472"/>
              <a:ext cx="527050" cy="356870"/>
            </a:xfrm>
            <a:custGeom>
              <a:avLst/>
              <a:gdLst/>
              <a:ahLst/>
              <a:cxnLst/>
              <a:rect l="l" t="t" r="r" b="b"/>
              <a:pathLst>
                <a:path w="527050" h="356870">
                  <a:moveTo>
                    <a:pt x="470407" y="0"/>
                  </a:moveTo>
                  <a:lnTo>
                    <a:pt x="99059" y="165734"/>
                  </a:lnTo>
                  <a:lnTo>
                    <a:pt x="70738" y="102107"/>
                  </a:lnTo>
                  <a:lnTo>
                    <a:pt x="0" y="286130"/>
                  </a:lnTo>
                  <a:lnTo>
                    <a:pt x="184150" y="356323"/>
                  </a:lnTo>
                  <a:lnTo>
                    <a:pt x="155701" y="292785"/>
                  </a:lnTo>
                  <a:lnTo>
                    <a:pt x="527049" y="127126"/>
                  </a:lnTo>
                  <a:lnTo>
                    <a:pt x="470407" y="0"/>
                  </a:lnTo>
                  <a:close/>
                </a:path>
              </a:pathLst>
            </a:custGeom>
            <a:solidFill>
              <a:srgbClr val="66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39542" y="5300472"/>
              <a:ext cx="527050" cy="356870"/>
            </a:xfrm>
            <a:custGeom>
              <a:avLst/>
              <a:gdLst/>
              <a:ahLst/>
              <a:cxnLst/>
              <a:rect l="l" t="t" r="r" b="b"/>
              <a:pathLst>
                <a:path w="527050" h="356870">
                  <a:moveTo>
                    <a:pt x="0" y="286130"/>
                  </a:moveTo>
                  <a:lnTo>
                    <a:pt x="70738" y="102107"/>
                  </a:lnTo>
                  <a:lnTo>
                    <a:pt x="99059" y="165734"/>
                  </a:lnTo>
                  <a:lnTo>
                    <a:pt x="470407" y="0"/>
                  </a:lnTo>
                  <a:lnTo>
                    <a:pt x="527049" y="127126"/>
                  </a:lnTo>
                  <a:lnTo>
                    <a:pt x="155701" y="292785"/>
                  </a:lnTo>
                  <a:lnTo>
                    <a:pt x="184150" y="356323"/>
                  </a:lnTo>
                  <a:lnTo>
                    <a:pt x="0" y="286130"/>
                  </a:lnTo>
                  <a:close/>
                </a:path>
              </a:pathLst>
            </a:custGeom>
            <a:ln w="9525">
              <a:solidFill>
                <a:srgbClr val="00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19700" y="1196339"/>
              <a:ext cx="3579876" cy="2375916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258267" y="6654190"/>
            <a:ext cx="41681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Source:</a:t>
            </a:r>
            <a:r>
              <a:rPr sz="9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399"/>
                </a:solidFill>
                <a:latin typeface="Calibri"/>
                <a:cs typeface="Calibri"/>
              </a:rPr>
              <a:t>Analysis</a:t>
            </a:r>
            <a:r>
              <a:rPr sz="9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based</a:t>
            </a:r>
            <a:r>
              <a:rPr sz="900" spc="-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on</a:t>
            </a:r>
            <a:r>
              <a:rPr sz="9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Primary</a:t>
            </a:r>
            <a:r>
              <a:rPr sz="900" spc="-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Cost</a:t>
            </a:r>
            <a:r>
              <a:rPr sz="9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data</a:t>
            </a:r>
            <a:r>
              <a:rPr sz="900" spc="-2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from</a:t>
            </a:r>
            <a:r>
              <a:rPr sz="900" spc="-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MIT</a:t>
            </a:r>
            <a:r>
              <a:rPr sz="9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(2009),</a:t>
            </a:r>
            <a:r>
              <a:rPr sz="9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EIA</a:t>
            </a:r>
            <a:r>
              <a:rPr sz="900" spc="-3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(2010),</a:t>
            </a:r>
            <a:r>
              <a:rPr sz="900" spc="-3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and</a:t>
            </a:r>
            <a:r>
              <a:rPr sz="900" spc="-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dirty="0">
                <a:solidFill>
                  <a:srgbClr val="003399"/>
                </a:solidFill>
                <a:latin typeface="Calibri"/>
                <a:cs typeface="Calibri"/>
              </a:rPr>
              <a:t>GWI</a:t>
            </a:r>
            <a:r>
              <a:rPr sz="9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900" spc="-10" dirty="0">
                <a:solidFill>
                  <a:srgbClr val="003399"/>
                </a:solidFill>
                <a:latin typeface="Calibri"/>
                <a:cs typeface="Calibri"/>
              </a:rPr>
              <a:t>(2010)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2023" y="1196339"/>
            <a:ext cx="4884420" cy="12395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1275" rIns="0" bIns="0" rtlCol="0">
            <a:spAutoFit/>
          </a:bodyPr>
          <a:lstStyle/>
          <a:p>
            <a:pPr marL="90805" marR="83820">
              <a:lnSpc>
                <a:spcPct val="100000"/>
              </a:lnSpc>
              <a:spcBef>
                <a:spcPts val="325"/>
              </a:spcBef>
            </a:pP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It</a:t>
            </a:r>
            <a:r>
              <a:rPr sz="1600" b="1" spc="18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is</a:t>
            </a:r>
            <a:r>
              <a:rPr sz="1600" b="1" spc="1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important</a:t>
            </a:r>
            <a:r>
              <a:rPr sz="1600" b="1" spc="19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to</a:t>
            </a:r>
            <a:r>
              <a:rPr sz="1600" b="1" spc="1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incorporate</a:t>
            </a:r>
            <a:r>
              <a:rPr sz="1600" b="1" spc="18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enviro-economics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when</a:t>
            </a:r>
            <a:r>
              <a:rPr sz="1600" b="1" spc="-7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evaluating</a:t>
            </a:r>
            <a:r>
              <a:rPr sz="1600" b="1" spc="1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water</a:t>
            </a:r>
            <a:r>
              <a:rPr sz="1600" b="1" spc="-6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and</a:t>
            </a:r>
            <a:r>
              <a:rPr sz="1600" b="1" spc="-4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energy</a:t>
            </a:r>
            <a:r>
              <a:rPr sz="1600" b="1" spc="-30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options</a:t>
            </a:r>
            <a:endParaRPr sz="1600">
              <a:latin typeface="Arial"/>
              <a:cs typeface="Arial"/>
            </a:endParaRPr>
          </a:p>
          <a:p>
            <a:pPr marL="90805" marR="85090">
              <a:lnSpc>
                <a:spcPct val="100000"/>
              </a:lnSpc>
              <a:spcBef>
                <a:spcPts val="1260"/>
              </a:spcBef>
              <a:tabLst>
                <a:tab pos="537210" algn="l"/>
                <a:tab pos="896619" algn="l"/>
                <a:tab pos="2353945" algn="l"/>
                <a:tab pos="2792730" algn="l"/>
                <a:tab pos="4429760" algn="l"/>
              </a:tabLst>
            </a:pPr>
            <a:r>
              <a:rPr sz="1600" spc="-50" dirty="0">
                <a:solidFill>
                  <a:srgbClr val="003366"/>
                </a:solidFill>
                <a:latin typeface="Wingdings"/>
                <a:cs typeface="Wingdings"/>
              </a:rPr>
              <a:t></a:t>
            </a:r>
            <a:r>
              <a:rPr sz="1600" dirty="0">
                <a:solidFill>
                  <a:srgbClr val="003366"/>
                </a:solidFill>
                <a:latin typeface="Times New Roman"/>
                <a:cs typeface="Times New Roman"/>
              </a:rPr>
              <a:t>	</a:t>
            </a:r>
            <a:r>
              <a:rPr sz="1600" b="1" spc="-50" dirty="0">
                <a:solidFill>
                  <a:srgbClr val="003366"/>
                </a:solidFill>
                <a:latin typeface="Arial"/>
                <a:cs typeface="Arial"/>
              </a:rPr>
              <a:t>a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combination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	</a:t>
            </a:r>
            <a:r>
              <a:rPr sz="1600" b="1" spc="-25" dirty="0">
                <a:solidFill>
                  <a:srgbClr val="003366"/>
                </a:solidFill>
                <a:latin typeface="Arial"/>
                <a:cs typeface="Arial"/>
              </a:rPr>
              <a:t>of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environmental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	</a:t>
            </a:r>
            <a:r>
              <a:rPr sz="1600" b="1" spc="-25" dirty="0">
                <a:solidFill>
                  <a:srgbClr val="003366"/>
                </a:solidFill>
                <a:latin typeface="Arial"/>
                <a:cs typeface="Arial"/>
              </a:rPr>
              <a:t>and </a:t>
            </a:r>
            <a:r>
              <a:rPr sz="1600" b="1" dirty="0">
                <a:solidFill>
                  <a:srgbClr val="003366"/>
                </a:solidFill>
                <a:latin typeface="Arial"/>
                <a:cs typeface="Arial"/>
              </a:rPr>
              <a:t>economic</a:t>
            </a:r>
            <a:r>
              <a:rPr sz="1600" b="1" spc="-45" dirty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03366"/>
                </a:solidFill>
                <a:latin typeface="Arial"/>
                <a:cs typeface="Arial"/>
              </a:rPr>
              <a:t>objectives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2133600"/>
            <a:chOff x="0" y="0"/>
            <a:chExt cx="9144000" cy="2133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2133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4323" y="135636"/>
              <a:ext cx="1758696" cy="56540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02479" y="1178052"/>
            <a:ext cx="4326635" cy="2447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53355" y="4076700"/>
            <a:ext cx="4200144" cy="241096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4779" y="3933444"/>
            <a:ext cx="4210812" cy="242468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75843" y="880872"/>
            <a:ext cx="3481704" cy="1555750"/>
            <a:chOff x="275843" y="880872"/>
            <a:chExt cx="3481704" cy="1555750"/>
          </a:xfrm>
        </p:grpSpPr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843" y="880872"/>
              <a:ext cx="3481578" cy="10066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843" y="1429512"/>
              <a:ext cx="1079754" cy="100660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0475" y="1429512"/>
              <a:ext cx="2166366" cy="100660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46303" y="985265"/>
            <a:ext cx="28054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b="0" dirty="0">
                <a:solidFill>
                  <a:srgbClr val="C00000"/>
                </a:solidFill>
                <a:latin typeface="Calibri"/>
                <a:cs typeface="Calibri"/>
              </a:rPr>
              <a:t>GHG</a:t>
            </a:r>
            <a:r>
              <a:rPr sz="3600" b="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b="0" spc="-10" dirty="0">
                <a:solidFill>
                  <a:srgbClr val="C00000"/>
                </a:solidFill>
                <a:latin typeface="Calibri"/>
                <a:cs typeface="Calibri"/>
              </a:rPr>
              <a:t>Emissions </a:t>
            </a:r>
            <a:r>
              <a:rPr sz="3600" b="0" dirty="0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sz="3600" b="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3600" i="1" spc="-10" dirty="0">
                <a:solidFill>
                  <a:srgbClr val="C00000"/>
                </a:solidFill>
                <a:latin typeface="Calibri"/>
                <a:cs typeface="Calibri"/>
              </a:rPr>
              <a:t>Nuclear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5843" y="1981200"/>
            <a:ext cx="3219450" cy="100660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46303" y="2085289"/>
            <a:ext cx="25469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i="1" spc="-10" dirty="0">
                <a:solidFill>
                  <a:srgbClr val="C00000"/>
                </a:solidFill>
                <a:latin typeface="Calibri"/>
                <a:cs typeface="Calibri"/>
              </a:rPr>
              <a:t>Desalination: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437" y="4538598"/>
            <a:ext cx="25552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sz="44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you!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Questions</a:t>
            </a:r>
            <a:r>
              <a:rPr sz="3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Discussion!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2586</Words>
  <Application>Microsoft Office PowerPoint</Application>
  <PresentationFormat>On-screen Show (4:3)</PresentationFormat>
  <Paragraphs>604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Nuclear Desalination</vt:lpstr>
      <vt:lpstr>Contents</vt:lpstr>
      <vt:lpstr>Success Story on Nuclear Desalination:</vt:lpstr>
      <vt:lpstr>Introduction</vt:lpstr>
      <vt:lpstr>Nuclear Desalination</vt:lpstr>
      <vt:lpstr>Nuclear Desalination</vt:lpstr>
      <vt:lpstr>Nuclear Desalination Technology Sea water desalination with nuclear power</vt:lpstr>
      <vt:lpstr>Main Parameters in Desalination Processes</vt:lpstr>
      <vt:lpstr>Main Desalination Technologies</vt:lpstr>
      <vt:lpstr>Main Desalination Technologies</vt:lpstr>
      <vt:lpstr>Main Desalination Technologies Reverse Osmosis (RO)</vt:lpstr>
      <vt:lpstr>Main Desalination Technologies</vt:lpstr>
      <vt:lpstr>Coupling Nuclear Reactors with Desalination</vt:lpstr>
      <vt:lpstr>Experience on Nuclear Desalination</vt:lpstr>
      <vt:lpstr>Types of Nuclear Power Plants &amp; Desalination Technologies used for Nuclear Desalination</vt:lpstr>
      <vt:lpstr>Nuclear Desalination in Japan (8 units)</vt:lpstr>
      <vt:lpstr>Nuclear Desalination in Pakistan</vt:lpstr>
      <vt:lpstr>Nuclear Desalination in India</vt:lpstr>
      <vt:lpstr>Economics</vt:lpstr>
      <vt:lpstr>Harnessing Waste Heat for Nuclear Desalination</vt:lpstr>
      <vt:lpstr>Harnessing Waste Heat PBMR for desalination</vt:lpstr>
      <vt:lpstr>Cost of Nuclear Desalination</vt:lpstr>
      <vt:lpstr>Improvement of economics using Cogeneration 10% of 1000 MWe PWR for desalination</vt:lpstr>
      <vt:lpstr>Water cost of small desalination plants</vt:lpstr>
      <vt:lpstr>Safety Aspects</vt:lpstr>
      <vt:lpstr>Safety level of Nuclear Desalination</vt:lpstr>
      <vt:lpstr>Coupling</vt:lpstr>
      <vt:lpstr>Safe coupling</vt:lpstr>
      <vt:lpstr>Coupling between NP and DP: Specific Safety Considerations</vt:lpstr>
      <vt:lpstr>Coupling between NP and DP: general considerations</vt:lpstr>
      <vt:lpstr>Coupling between NP and DP: technical considerations</vt:lpstr>
      <vt:lpstr>Additional considerations</vt:lpstr>
      <vt:lpstr>Environmental</vt:lpstr>
      <vt:lpstr>Environmental Consideration</vt:lpstr>
      <vt:lpstr>Environmental Aspects for Nuclear Desalination</vt:lpstr>
      <vt:lpstr>Site Selection</vt:lpstr>
      <vt:lpstr>Coastal Impact</vt:lpstr>
      <vt:lpstr>Marine impacts</vt:lpstr>
      <vt:lpstr>Atmospheric Impacts</vt:lpstr>
      <vt:lpstr>GHG Emissions of Nuclear</vt:lpstr>
      <vt:lpstr>Questions &amp; Discussion!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EL-EMAM, Rami</dc:creator>
  <cp:lastModifiedBy>subas.dash</cp:lastModifiedBy>
  <cp:revision>1</cp:revision>
  <dcterms:created xsi:type="dcterms:W3CDTF">2025-10-01T06:57:04Z</dcterms:created>
  <dcterms:modified xsi:type="dcterms:W3CDTF">2025-10-01T06:58:59Z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2019-10-17T00:00:00Z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2025-10-01T00:00:00Z</vt:filetime>
  </property>
  <property fmtid="{D5CDD505-2E9C-101B-9397-08002B2CF9AE}" pid="5" name="Producer">
    <vt:lpwstr>Microsoft® PowerPoint® for Office 365</vt:lpwstr>
  </property>
</Properties>
</file>